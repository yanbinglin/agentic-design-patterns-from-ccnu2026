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5" r:id="rId12"/>
    <p:sldId id="267" r:id="rId13"/>
    <p:sldId id="269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44" y="4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7A3990-26F8-41BA-8891-8D462B469A8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010D5-5B0B-41FE-8713-E320C0ADD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825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介绍小组五人的分工情况。丁超担任组长，统筹全局并负责现场主讲；李智文负责PPT制作和文献图表的可视化；吴航负责文献笔记与关键词提取；张亦驰负责课外拓展资料；刘意顺负责代码复现与本地测试。各人分工明确、相互配合，共同完成本次文献汇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48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提示链：构建可靠智能体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0"/>
            <a:ext cx="16122650" cy="89985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43467"/>
            <a:ext cx="10160000" cy="74506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4000" b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团队角色分工</a:t>
            </a:r>
            <a:endParaRPr lang="en-US" sz="1467"/>
          </a:p>
        </p:txBody>
      </p:sp>
      <p:sp>
        <p:nvSpPr>
          <p:cNvPr id="3" name="AutoShape 3"/>
          <p:cNvSpPr txBox="1"/>
          <p:nvPr/>
        </p:nvSpPr>
        <p:spPr>
          <a:xfrm>
            <a:off x="1016000" y="1320800"/>
            <a:ext cx="10160000" cy="33866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>
                <a:solidFill>
                  <a:srgbClr val="788078"/>
                </a:solidFill>
                <a:latin typeface="Noto Sans SC"/>
                <a:ea typeface="Noto Sans SC"/>
                <a:cs typeface="Noto Sans SC"/>
                <a:sym typeface="Noto Sans SC"/>
              </a:rPr>
              <a:t>Team Division of Work</a:t>
            </a:r>
            <a:endParaRPr lang="en-US" sz="1467"/>
          </a:p>
        </p:txBody>
      </p:sp>
      <p:cxnSp>
        <p:nvCxnSpPr>
          <p:cNvPr id="4" name="Connector 4"/>
          <p:cNvCxnSpPr/>
          <p:nvPr/>
        </p:nvCxnSpPr>
        <p:spPr>
          <a:xfrm rot="-4092">
            <a:off x="1016005" y="1820334"/>
            <a:ext cx="14224000" cy="1693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201333"/>
            <a:ext cx="4064000" cy="33866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组 长 · TEAM LEAD</a:t>
            </a:r>
            <a:endParaRPr lang="en-US" sz="1467"/>
          </a:p>
        </p:txBody>
      </p:sp>
      <p:sp>
        <p:nvSpPr>
          <p:cNvPr id="6" name="AutoShape 6"/>
          <p:cNvSpPr txBox="1"/>
          <p:nvPr/>
        </p:nvSpPr>
        <p:spPr>
          <a:xfrm>
            <a:off x="1016000" y="2573867"/>
            <a:ext cx="4064000" cy="84666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5067" b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丁　超</a:t>
            </a:r>
            <a:endParaRPr lang="en-US" sz="1467"/>
          </a:p>
        </p:txBody>
      </p:sp>
      <p:cxnSp>
        <p:nvCxnSpPr>
          <p:cNvPr id="7" name="Connector 7"/>
          <p:cNvCxnSpPr/>
          <p:nvPr/>
        </p:nvCxnSpPr>
        <p:spPr>
          <a:xfrm rot="-78117">
            <a:off x="1016096" y="3581400"/>
            <a:ext cx="745067" cy="1693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 txBox="1"/>
          <p:nvPr/>
        </p:nvSpPr>
        <p:spPr>
          <a:xfrm>
            <a:off x="1016000" y="3860800"/>
            <a:ext cx="4402667" cy="338666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42000"/>
              </a:lnSpc>
              <a:defRPr/>
            </a:pPr>
            <a:r>
              <a:rPr lang="en-US" sz="1733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统筹小组整体进度与人员分工</a:t>
            </a:r>
            <a:endParaRPr lang="en-US" sz="1467"/>
          </a:p>
          <a:p>
            <a:pPr>
              <a:lnSpc>
                <a:spcPct val="142000"/>
              </a:lnSpc>
            </a:pPr>
            <a:r>
              <a:rPr lang="en-US" sz="1733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主导文献汇报的整体框架搭建</a:t>
            </a:r>
          </a:p>
          <a:p>
            <a:pPr>
              <a:lnSpc>
                <a:spcPct val="142000"/>
              </a:lnSpc>
            </a:pPr>
            <a:r>
              <a:rPr lang="en-US" sz="1733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负责课堂展示的流程设计与节奏把控</a:t>
            </a:r>
          </a:p>
          <a:p>
            <a:pPr>
              <a:lnSpc>
                <a:spcPct val="142000"/>
              </a:lnSpc>
            </a:pPr>
            <a:r>
              <a:rPr lang="en-US" sz="1733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担任现场主讲，衔接提问与讨论环节</a:t>
            </a:r>
          </a:p>
        </p:txBody>
      </p:sp>
      <p:cxnSp>
        <p:nvCxnSpPr>
          <p:cNvPr id="9" name="Connector 9"/>
          <p:cNvCxnSpPr/>
          <p:nvPr/>
        </p:nvCxnSpPr>
        <p:spPr>
          <a:xfrm rot="5390581">
            <a:off x="2667000" y="5198546"/>
            <a:ext cx="6180667" cy="1693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6434667" y="2167467"/>
            <a:ext cx="2370667" cy="4741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李智文</a:t>
            </a:r>
            <a:endParaRPr lang="en-US" sz="1467"/>
          </a:p>
        </p:txBody>
      </p:sp>
      <p:sp>
        <p:nvSpPr>
          <p:cNvPr id="11" name="AutoShape 11"/>
          <p:cNvSpPr txBox="1"/>
          <p:nvPr/>
        </p:nvSpPr>
        <p:spPr>
          <a:xfrm>
            <a:off x="8974667" y="2252134"/>
            <a:ext cx="6265333" cy="3725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>
                <a:solidFill>
                  <a:srgbClr val="788078"/>
                </a:solidFill>
                <a:latin typeface="Noto Sans SC"/>
                <a:ea typeface="Noto Sans SC"/>
                <a:cs typeface="Noto Sans SC"/>
                <a:sym typeface="Noto Sans SC"/>
              </a:rPr>
              <a:t>PPT 制作与文献图表可视化</a:t>
            </a:r>
            <a:endParaRPr lang="en-US" sz="1467"/>
          </a:p>
        </p:txBody>
      </p:sp>
      <p:sp>
        <p:nvSpPr>
          <p:cNvPr id="12" name="AutoShape 12"/>
          <p:cNvSpPr txBox="1"/>
          <p:nvPr/>
        </p:nvSpPr>
        <p:spPr>
          <a:xfrm>
            <a:off x="6434667" y="2709333"/>
            <a:ext cx="8805333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733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负责演示文稿的制作、版式修改与整体视觉统一；对文献中的关键图表进行分析、标注与可视化处理。</a:t>
            </a:r>
            <a:endParaRPr lang="en-US" sz="1467"/>
          </a:p>
        </p:txBody>
      </p:sp>
      <p:cxnSp>
        <p:nvCxnSpPr>
          <p:cNvPr id="13" name="Connector 13"/>
          <p:cNvCxnSpPr/>
          <p:nvPr/>
        </p:nvCxnSpPr>
        <p:spPr>
          <a:xfrm rot="-6611">
            <a:off x="6434675" y="3683000"/>
            <a:ext cx="8805333" cy="1693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2D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6434667" y="3894667"/>
            <a:ext cx="2370667" cy="4741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吴　航</a:t>
            </a:r>
            <a:endParaRPr lang="en-US" sz="1467"/>
          </a:p>
        </p:txBody>
      </p:sp>
      <p:sp>
        <p:nvSpPr>
          <p:cNvPr id="15" name="AutoShape 15"/>
          <p:cNvSpPr txBox="1"/>
          <p:nvPr/>
        </p:nvSpPr>
        <p:spPr>
          <a:xfrm>
            <a:off x="8974667" y="3979334"/>
            <a:ext cx="6265333" cy="3725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>
                <a:solidFill>
                  <a:srgbClr val="788078"/>
                </a:solidFill>
                <a:latin typeface="Noto Sans SC"/>
                <a:ea typeface="Noto Sans SC"/>
                <a:cs typeface="Noto Sans SC"/>
                <a:sym typeface="Noto Sans SC"/>
              </a:rPr>
              <a:t>文献笔记与关键词提取</a:t>
            </a:r>
            <a:endParaRPr lang="en-US" sz="1467"/>
          </a:p>
        </p:txBody>
      </p:sp>
      <p:sp>
        <p:nvSpPr>
          <p:cNvPr id="16" name="AutoShape 16"/>
          <p:cNvSpPr txBox="1"/>
          <p:nvPr/>
        </p:nvSpPr>
        <p:spPr>
          <a:xfrm>
            <a:off x="6434667" y="4436533"/>
            <a:ext cx="8805333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733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根据文献内容制作结构化阅读笔记，提取核心概念与关键词，梳理论文的论证逻辑与章节脉络。</a:t>
            </a:r>
            <a:endParaRPr lang="en-US" sz="1467"/>
          </a:p>
        </p:txBody>
      </p:sp>
      <p:cxnSp>
        <p:nvCxnSpPr>
          <p:cNvPr id="17" name="Connector 17"/>
          <p:cNvCxnSpPr/>
          <p:nvPr/>
        </p:nvCxnSpPr>
        <p:spPr>
          <a:xfrm rot="-6611">
            <a:off x="6434675" y="5410200"/>
            <a:ext cx="8805333" cy="1693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2D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6434667" y="5621867"/>
            <a:ext cx="2370667" cy="4741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张亦驰</a:t>
            </a:r>
            <a:endParaRPr lang="en-US" sz="1467"/>
          </a:p>
        </p:txBody>
      </p:sp>
      <p:sp>
        <p:nvSpPr>
          <p:cNvPr id="19" name="AutoShape 19"/>
          <p:cNvSpPr txBox="1"/>
          <p:nvPr/>
        </p:nvSpPr>
        <p:spPr>
          <a:xfrm>
            <a:off x="8974667" y="5706534"/>
            <a:ext cx="6265333" cy="3725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>
                <a:solidFill>
                  <a:srgbClr val="788078"/>
                </a:solidFill>
                <a:latin typeface="Noto Sans SC"/>
                <a:ea typeface="Noto Sans SC"/>
                <a:cs typeface="Noto Sans SC"/>
                <a:sym typeface="Noto Sans SC"/>
              </a:rPr>
              <a:t>拓展资料查找与理论支撑</a:t>
            </a:r>
            <a:endParaRPr lang="en-US" sz="1467"/>
          </a:p>
        </p:txBody>
      </p:sp>
      <p:sp>
        <p:nvSpPr>
          <p:cNvPr id="20" name="AutoShape 20"/>
          <p:cNvSpPr txBox="1"/>
          <p:nvPr/>
        </p:nvSpPr>
        <p:spPr>
          <a:xfrm>
            <a:off x="6434667" y="6163733"/>
            <a:ext cx="8805333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733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负责文献之外相关资料的查找与整理，补充理论背景与拓展阅读，为课堂讲解提供支撑材料。</a:t>
            </a:r>
            <a:endParaRPr lang="en-US" sz="1467"/>
          </a:p>
        </p:txBody>
      </p:sp>
      <p:cxnSp>
        <p:nvCxnSpPr>
          <p:cNvPr id="21" name="Connector 21"/>
          <p:cNvCxnSpPr/>
          <p:nvPr/>
        </p:nvCxnSpPr>
        <p:spPr>
          <a:xfrm rot="-6611">
            <a:off x="6434675" y="7137400"/>
            <a:ext cx="8805333" cy="1693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2D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 txBox="1"/>
          <p:nvPr/>
        </p:nvSpPr>
        <p:spPr>
          <a:xfrm>
            <a:off x="6434667" y="7349067"/>
            <a:ext cx="2370667" cy="4741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刘意顺</a:t>
            </a:r>
            <a:endParaRPr lang="en-US" sz="1467"/>
          </a:p>
        </p:txBody>
      </p:sp>
      <p:sp>
        <p:nvSpPr>
          <p:cNvPr id="23" name="AutoShape 23"/>
          <p:cNvSpPr txBox="1"/>
          <p:nvPr/>
        </p:nvSpPr>
        <p:spPr>
          <a:xfrm>
            <a:off x="8974667" y="7433734"/>
            <a:ext cx="6265333" cy="3725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>
                <a:solidFill>
                  <a:srgbClr val="788078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代码分析与本地复现测试</a:t>
            </a:r>
            <a:endParaRPr lang="en-US" sz="1467"/>
          </a:p>
        </p:txBody>
      </p:sp>
      <p:sp>
        <p:nvSpPr>
          <p:cNvPr id="24" name="AutoShape 24"/>
          <p:cNvSpPr txBox="1"/>
          <p:nvPr/>
        </p:nvSpPr>
        <p:spPr>
          <a:xfrm>
            <a:off x="6434667" y="7890933"/>
            <a:ext cx="8805333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733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负责文献中源代码的解读与分析，搭建本地环境进行复现测试，记录实验结果与遇到的问题。</a:t>
            </a:r>
            <a:endParaRPr lang="en-US" sz="1467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78</Words>
  <Application>Microsoft Office PowerPoint</Application>
  <PresentationFormat>自定义</PresentationFormat>
  <Paragraphs>23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Noto Sans SC</vt:lpstr>
      <vt:lpstr>Noto Serif SC</vt:lpstr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超 丁</cp:lastModifiedBy>
  <cp:revision>4</cp:revision>
  <dcterms:created xsi:type="dcterms:W3CDTF">2026-10-10T11:40:42Z</dcterms:created>
  <dcterms:modified xsi:type="dcterms:W3CDTF">2026-10-13T07:50:23Z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7B8B8120F44798053A24CA6AA78778F6_42</vt:lpwstr>
  </property>
  <property fmtid="{D5CDD505-2E9C-101B-9397-08002B2CF9AE}" pid="3" name="KSOProductBuildVer">
    <vt:lpwstr>2052-12.1.28496.28496</vt:lpwstr>
  </property>
</Properties>
</file>