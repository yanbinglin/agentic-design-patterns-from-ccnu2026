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8"/>
  </p:handoutMasterIdLst>
  <p:sldIdLst>
    <p:sldId id="307" r:id="rId3"/>
    <p:sldId id="671" r:id="rId5"/>
    <p:sldId id="672" r:id="rId6"/>
    <p:sldId id="673" r:id="rId7"/>
    <p:sldId id="674" r:id="rId8"/>
    <p:sldId id="675" r:id="rId9"/>
    <p:sldId id="676" r:id="rId10"/>
    <p:sldId id="677" r:id="rId11"/>
    <p:sldId id="678" r:id="rId12"/>
    <p:sldId id="679" r:id="rId13"/>
    <p:sldId id="680" r:id="rId14"/>
    <p:sldId id="681" r:id="rId15"/>
    <p:sldId id="682" r:id="rId16"/>
    <p:sldId id="354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晓惠 郭" initials="晓郭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66D"/>
    <a:srgbClr val="FFFFFF"/>
    <a:srgbClr val="224D60"/>
    <a:srgbClr val="1F4E79"/>
    <a:srgbClr val="1F5979"/>
    <a:srgbClr val="2C597E"/>
    <a:srgbClr val="6699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3" autoAdjust="0"/>
    <p:restoredTop sz="81472" autoAdjust="0"/>
  </p:normalViewPr>
  <p:slideViewPr>
    <p:cSldViewPr snapToGrid="0" showGuides="1">
      <p:cViewPr varScale="1">
        <p:scale>
          <a:sx n="67" d="100"/>
          <a:sy n="67" d="100"/>
        </p:scale>
        <p:origin x="1195" y="4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C0B69-16AE-4CAC-827E-F45A31678E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FC4E90-6C54-49BC-9393-5FDD09AF22E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FC4E90-6C54-49BC-9393-5FDD09AF22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kern="0" dirty="0">
              <a:ea typeface="思源宋体 CN" panose="02020400000000000000" pitchFamily="18" charset="-122"/>
              <a:cs typeface="+mn-ea"/>
              <a:sym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kern="0" dirty="0">
              <a:ea typeface="思源宋体 CN" panose="02020400000000000000" pitchFamily="18" charset="-122"/>
              <a:cs typeface="+mn-ea"/>
              <a:sym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kern="0" dirty="0">
              <a:ea typeface="思源宋体 CN" panose="02020400000000000000" pitchFamily="18" charset="-122"/>
              <a:cs typeface="+mn-ea"/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kern="0" dirty="0">
              <a:ea typeface="思源宋体 CN" panose="02020400000000000000" pitchFamily="18" charset="-122"/>
              <a:cs typeface="+mn-ea"/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kern="0" dirty="0">
              <a:ea typeface="思源宋体 CN" panose="02020400000000000000" pitchFamily="18" charset="-122"/>
              <a:cs typeface="+mn-ea"/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kern="0" dirty="0">
              <a:ea typeface="思源宋体 CN" panose="02020400000000000000" pitchFamily="18" charset="-122"/>
              <a:cs typeface="+mn-ea"/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kern="0" dirty="0">
              <a:ea typeface="思源宋体 CN" panose="02020400000000000000" pitchFamily="18" charset="-122"/>
              <a:cs typeface="+mn-ea"/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kern="0" dirty="0">
              <a:ea typeface="思源宋体 CN" panose="02020400000000000000" pitchFamily="18" charset="-122"/>
              <a:cs typeface="+mn-ea"/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kern="0" dirty="0">
              <a:ea typeface="思源宋体 CN" panose="02020400000000000000" pitchFamily="18" charset="-122"/>
              <a:cs typeface="+mn-ea"/>
              <a:sym typeface="+mn-ea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kern="0" dirty="0">
              <a:ea typeface="思源宋体 CN" panose="02020400000000000000" pitchFamily="18" charset="-122"/>
              <a:cs typeface="+mn-ea"/>
              <a:sym typeface="+mn-e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kern="0" dirty="0">
              <a:ea typeface="思源宋体 CN" panose="02020400000000000000" pitchFamily="18" charset="-122"/>
              <a:cs typeface="+mn-ea"/>
              <a:sym typeface="+mn-ea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kern="0" dirty="0">
              <a:ea typeface="思源宋体 CN" panose="02020400000000000000" pitchFamily="18" charset="-122"/>
              <a:cs typeface="+mn-ea"/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CF62-ABF8-45EE-AE97-388B32C2E2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78802-BB6A-420B-850F-7AEF8C495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CF62-ABF8-45EE-AE97-388B32C2E2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78802-BB6A-420B-850F-7AEF8C495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CF62-ABF8-45EE-AE97-388B32C2E2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78802-BB6A-420B-850F-7AEF8C495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CF62-ABF8-45EE-AE97-388B32C2E2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78802-BB6A-420B-850F-7AEF8C495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CF62-ABF8-45EE-AE97-388B32C2E2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78802-BB6A-420B-850F-7AEF8C495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CF62-ABF8-45EE-AE97-388B32C2E2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78802-BB6A-420B-850F-7AEF8C495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CF62-ABF8-45EE-AE97-388B32C2E2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78802-BB6A-420B-850F-7AEF8C495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CF62-ABF8-45EE-AE97-388B32C2E2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78802-BB6A-420B-850F-7AEF8C495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CF62-ABF8-45EE-AE97-388B32C2E2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78802-BB6A-420B-850F-7AEF8C495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CF62-ABF8-45EE-AE97-388B32C2E2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78802-BB6A-420B-850F-7AEF8C495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CF62-ABF8-45EE-AE97-388B32C2E2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78802-BB6A-420B-850F-7AEF8C495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545255" y="429746"/>
            <a:ext cx="421599" cy="248933"/>
            <a:chOff x="9268339" y="4626009"/>
            <a:chExt cx="575947" cy="340068"/>
          </a:xfrm>
        </p:grpSpPr>
        <p:grpSp>
          <p:nvGrpSpPr>
            <p:cNvPr id="8" name="组合 7"/>
            <p:cNvGrpSpPr/>
            <p:nvPr/>
          </p:nvGrpSpPr>
          <p:grpSpPr>
            <a:xfrm>
              <a:off x="9268339" y="4626010"/>
              <a:ext cx="365736" cy="340064"/>
              <a:chOff x="3522262" y="1137080"/>
              <a:chExt cx="4499635" cy="4183787"/>
            </a:xfrm>
          </p:grpSpPr>
          <p:sp>
            <p:nvSpPr>
              <p:cNvPr id="12" name="矩形: 圆角 11"/>
              <p:cNvSpPr/>
              <p:nvPr/>
            </p:nvSpPr>
            <p:spPr>
              <a:xfrm rot="18873842">
                <a:off x="3522262" y="1137080"/>
                <a:ext cx="4183786" cy="4183786"/>
              </a:xfrm>
              <a:prstGeom prst="roundRect">
                <a:avLst>
                  <a:gd name="adj" fmla="val 7576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: 圆角 12"/>
              <p:cNvSpPr/>
              <p:nvPr/>
            </p:nvSpPr>
            <p:spPr>
              <a:xfrm rot="18873842">
                <a:off x="3838111" y="1137081"/>
                <a:ext cx="4183786" cy="4183786"/>
              </a:xfrm>
              <a:prstGeom prst="roundRect">
                <a:avLst>
                  <a:gd name="adj" fmla="val 7576"/>
                </a:avLst>
              </a:prstGeom>
              <a:solidFill>
                <a:schemeClr val="bg1"/>
              </a:solidFill>
              <a:ln>
                <a:solidFill>
                  <a:srgbClr val="00566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9478557" y="4626009"/>
              <a:ext cx="365729" cy="340068"/>
              <a:chOff x="3522262" y="1137080"/>
              <a:chExt cx="4499555" cy="4183845"/>
            </a:xfrm>
            <a:solidFill>
              <a:srgbClr val="256E91"/>
            </a:solidFill>
          </p:grpSpPr>
          <p:sp>
            <p:nvSpPr>
              <p:cNvPr id="10" name="矩形: 圆角 9"/>
              <p:cNvSpPr/>
              <p:nvPr/>
            </p:nvSpPr>
            <p:spPr>
              <a:xfrm rot="18873842">
                <a:off x="3522262" y="1137080"/>
                <a:ext cx="4183786" cy="4183786"/>
              </a:xfrm>
              <a:prstGeom prst="roundRect">
                <a:avLst>
                  <a:gd name="adj" fmla="val 757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: 圆角 10"/>
              <p:cNvSpPr/>
              <p:nvPr/>
            </p:nvSpPr>
            <p:spPr>
              <a:xfrm rot="18873842">
                <a:off x="3838033" y="1137140"/>
                <a:ext cx="4183794" cy="4183775"/>
              </a:xfrm>
              <a:prstGeom prst="roundRect">
                <a:avLst>
                  <a:gd name="adj" fmla="val 7576"/>
                </a:avLst>
              </a:prstGeom>
              <a:solidFill>
                <a:srgbClr val="00566D"/>
              </a:solidFill>
              <a:ln>
                <a:solidFill>
                  <a:srgbClr val="224D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15" name="直接连接符 14"/>
          <p:cNvCxnSpPr/>
          <p:nvPr userDrawn="1"/>
        </p:nvCxnSpPr>
        <p:spPr>
          <a:xfrm>
            <a:off x="493703" y="1011216"/>
            <a:ext cx="11164897" cy="0"/>
          </a:xfrm>
          <a:prstGeom prst="line">
            <a:avLst/>
          </a:prstGeom>
          <a:ln w="28575">
            <a:solidFill>
              <a:srgbClr val="00566D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 userDrawn="1"/>
        </p:nvSpPr>
        <p:spPr>
          <a:xfrm>
            <a:off x="0" y="6718857"/>
            <a:ext cx="12192000" cy="139143"/>
          </a:xfrm>
          <a:prstGeom prst="rect">
            <a:avLst/>
          </a:prstGeom>
          <a:solidFill>
            <a:srgbClr val="0056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9392826" y="265940"/>
            <a:ext cx="2042196" cy="505384"/>
            <a:chOff x="2351088" y="1326048"/>
            <a:chExt cx="4360985" cy="1082834"/>
          </a:xfrm>
          <a:solidFill>
            <a:srgbClr val="005768"/>
          </a:solidFill>
        </p:grpSpPr>
        <p:sp>
          <p:nvSpPr>
            <p:cNvPr id="18" name="iṧlîďè"/>
            <p:cNvSpPr/>
            <p:nvPr/>
          </p:nvSpPr>
          <p:spPr bwMode="auto">
            <a:xfrm>
              <a:off x="3668616" y="2257040"/>
              <a:ext cx="3037613" cy="107447"/>
            </a:xfrm>
            <a:custGeom>
              <a:avLst/>
              <a:gdLst>
                <a:gd name="connsiteX0" fmla="*/ 973788 w 5219281"/>
                <a:gd name="connsiteY0" fmla="*/ 55697 h 184618"/>
                <a:gd name="connsiteX1" fmla="*/ 969285 w 5219281"/>
                <a:gd name="connsiteY1" fmla="*/ 56445 h 184618"/>
                <a:gd name="connsiteX2" fmla="*/ 949773 w 5219281"/>
                <a:gd name="connsiteY2" fmla="*/ 108794 h 184618"/>
                <a:gd name="connsiteX3" fmla="*/ 995552 w 5219281"/>
                <a:gd name="connsiteY3" fmla="*/ 108794 h 184618"/>
                <a:gd name="connsiteX4" fmla="*/ 973788 w 5219281"/>
                <a:gd name="connsiteY4" fmla="*/ 55697 h 184618"/>
                <a:gd name="connsiteX5" fmla="*/ 2122010 w 5219281"/>
                <a:gd name="connsiteY5" fmla="*/ 55587 h 184618"/>
                <a:gd name="connsiteX6" fmla="*/ 2101811 w 5219281"/>
                <a:gd name="connsiteY6" fmla="*/ 108576 h 184618"/>
                <a:gd name="connsiteX7" fmla="*/ 2148194 w 5219281"/>
                <a:gd name="connsiteY7" fmla="*/ 108576 h 184618"/>
                <a:gd name="connsiteX8" fmla="*/ 2125750 w 5219281"/>
                <a:gd name="connsiteY8" fmla="*/ 55587 h 184618"/>
                <a:gd name="connsiteX9" fmla="*/ 2122010 w 5219281"/>
                <a:gd name="connsiteY9" fmla="*/ 55587 h 184618"/>
                <a:gd name="connsiteX10" fmla="*/ 3229785 w 5219281"/>
                <a:gd name="connsiteY10" fmla="*/ 54701 h 184618"/>
                <a:gd name="connsiteX11" fmla="*/ 3225298 w 5219281"/>
                <a:gd name="connsiteY11" fmla="*/ 55451 h 184618"/>
                <a:gd name="connsiteX12" fmla="*/ 3204358 w 5219281"/>
                <a:gd name="connsiteY12" fmla="*/ 108653 h 184618"/>
                <a:gd name="connsiteX13" fmla="*/ 3250724 w 5219281"/>
                <a:gd name="connsiteY13" fmla="*/ 108653 h 184618"/>
                <a:gd name="connsiteX14" fmla="*/ 3229785 w 5219281"/>
                <a:gd name="connsiteY14" fmla="*/ 54701 h 184618"/>
                <a:gd name="connsiteX15" fmla="*/ 4516565 w 5219281"/>
                <a:gd name="connsiteY15" fmla="*/ 15661 h 184618"/>
                <a:gd name="connsiteX16" fmla="*/ 4507580 w 5219281"/>
                <a:gd name="connsiteY16" fmla="*/ 34340 h 184618"/>
                <a:gd name="connsiteX17" fmla="*/ 4507580 w 5219281"/>
                <a:gd name="connsiteY17" fmla="*/ 52273 h 184618"/>
                <a:gd name="connsiteX18" fmla="*/ 4506831 w 5219281"/>
                <a:gd name="connsiteY18" fmla="*/ 74689 h 184618"/>
                <a:gd name="connsiteX19" fmla="*/ 4519560 w 5219281"/>
                <a:gd name="connsiteY19" fmla="*/ 86644 h 184618"/>
                <a:gd name="connsiteX20" fmla="*/ 4552503 w 5219281"/>
                <a:gd name="connsiteY20" fmla="*/ 62734 h 184618"/>
                <a:gd name="connsiteX21" fmla="*/ 4538278 w 5219281"/>
                <a:gd name="connsiteY21" fmla="*/ 17902 h 184618"/>
                <a:gd name="connsiteX22" fmla="*/ 4516565 w 5219281"/>
                <a:gd name="connsiteY22" fmla="*/ 15661 h 184618"/>
                <a:gd name="connsiteX23" fmla="*/ 792238 w 5219281"/>
                <a:gd name="connsiteY23" fmla="*/ 15250 h 184618"/>
                <a:gd name="connsiteX24" fmla="*/ 782953 w 5219281"/>
                <a:gd name="connsiteY24" fmla="*/ 32405 h 184618"/>
                <a:gd name="connsiteX25" fmla="*/ 782953 w 5219281"/>
                <a:gd name="connsiteY25" fmla="*/ 51798 h 184618"/>
                <a:gd name="connsiteX26" fmla="*/ 782953 w 5219281"/>
                <a:gd name="connsiteY26" fmla="*/ 75666 h 184618"/>
                <a:gd name="connsiteX27" fmla="*/ 794208 w 5219281"/>
                <a:gd name="connsiteY27" fmla="*/ 86854 h 184618"/>
                <a:gd name="connsiteX28" fmla="*/ 827973 w 5219281"/>
                <a:gd name="connsiteY28" fmla="*/ 62986 h 184618"/>
                <a:gd name="connsiteX29" fmla="*/ 812216 w 5219281"/>
                <a:gd name="connsiteY29" fmla="*/ 15996 h 184618"/>
                <a:gd name="connsiteX30" fmla="*/ 792238 w 5219281"/>
                <a:gd name="connsiteY30" fmla="*/ 15250 h 184618"/>
                <a:gd name="connsiteX31" fmla="*/ 2823572 w 5219281"/>
                <a:gd name="connsiteY31" fmla="*/ 14249 h 184618"/>
                <a:gd name="connsiteX32" fmla="*/ 2811618 w 5219281"/>
                <a:gd name="connsiteY32" fmla="*/ 27238 h 184618"/>
                <a:gd name="connsiteX33" fmla="*/ 2811618 w 5219281"/>
                <a:gd name="connsiteY33" fmla="*/ 84801 h 184618"/>
                <a:gd name="connsiteX34" fmla="*/ 2853455 w 5219281"/>
                <a:gd name="connsiteY34" fmla="*/ 69102 h 184618"/>
                <a:gd name="connsiteX35" fmla="*/ 2844490 w 5219281"/>
                <a:gd name="connsiteY35" fmla="*/ 19763 h 184618"/>
                <a:gd name="connsiteX36" fmla="*/ 2823572 w 5219281"/>
                <a:gd name="connsiteY36" fmla="*/ 14249 h 184618"/>
                <a:gd name="connsiteX37" fmla="*/ 2643651 w 5219281"/>
                <a:gd name="connsiteY37" fmla="*/ 10825 h 184618"/>
                <a:gd name="connsiteX38" fmla="*/ 2613097 w 5219281"/>
                <a:gd name="connsiteY38" fmla="*/ 34752 h 184618"/>
                <a:gd name="connsiteX39" fmla="*/ 2601174 w 5219281"/>
                <a:gd name="connsiteY39" fmla="*/ 93072 h 184618"/>
                <a:gd name="connsiteX40" fmla="*/ 2616078 w 5219281"/>
                <a:gd name="connsiteY40" fmla="*/ 155879 h 184618"/>
                <a:gd name="connsiteX41" fmla="*/ 2647377 w 5219281"/>
                <a:gd name="connsiteY41" fmla="*/ 173824 h 184618"/>
                <a:gd name="connsiteX42" fmla="*/ 2674205 w 5219281"/>
                <a:gd name="connsiteY42" fmla="*/ 154384 h 184618"/>
                <a:gd name="connsiteX43" fmla="*/ 2685384 w 5219281"/>
                <a:gd name="connsiteY43" fmla="*/ 102793 h 184618"/>
                <a:gd name="connsiteX44" fmla="*/ 2676441 w 5219281"/>
                <a:gd name="connsiteY44" fmla="*/ 32509 h 184618"/>
                <a:gd name="connsiteX45" fmla="*/ 2643651 w 5219281"/>
                <a:gd name="connsiteY45" fmla="*/ 10825 h 184618"/>
                <a:gd name="connsiteX46" fmla="*/ 5062301 w 5219281"/>
                <a:gd name="connsiteY46" fmla="*/ 5527 h 184618"/>
                <a:gd name="connsiteX47" fmla="*/ 5139664 w 5219281"/>
                <a:gd name="connsiteY47" fmla="*/ 5527 h 184618"/>
                <a:gd name="connsiteX48" fmla="*/ 5139664 w 5219281"/>
                <a:gd name="connsiteY48" fmla="*/ 9260 h 184618"/>
                <a:gd name="connsiteX49" fmla="*/ 5128398 w 5219281"/>
                <a:gd name="connsiteY49" fmla="*/ 13739 h 184618"/>
                <a:gd name="connsiteX50" fmla="*/ 5121638 w 5219281"/>
                <a:gd name="connsiteY50" fmla="*/ 22698 h 184618"/>
                <a:gd name="connsiteX51" fmla="*/ 5150180 w 5219281"/>
                <a:gd name="connsiteY51" fmla="*/ 85410 h 184618"/>
                <a:gd name="connsiteX52" fmla="*/ 5156189 w 5219281"/>
                <a:gd name="connsiteY52" fmla="*/ 85410 h 184618"/>
                <a:gd name="connsiteX53" fmla="*/ 5180224 w 5219281"/>
                <a:gd name="connsiteY53" fmla="*/ 27178 h 184618"/>
                <a:gd name="connsiteX54" fmla="*/ 5170459 w 5219281"/>
                <a:gd name="connsiteY54" fmla="*/ 12993 h 184618"/>
                <a:gd name="connsiteX55" fmla="*/ 5161446 w 5219281"/>
                <a:gd name="connsiteY55" fmla="*/ 5527 h 184618"/>
                <a:gd name="connsiteX56" fmla="*/ 5219281 w 5219281"/>
                <a:gd name="connsiteY56" fmla="*/ 5527 h 184618"/>
                <a:gd name="connsiteX57" fmla="*/ 5218530 w 5219281"/>
                <a:gd name="connsiteY57" fmla="*/ 10007 h 184618"/>
                <a:gd name="connsiteX58" fmla="*/ 5186984 w 5219281"/>
                <a:gd name="connsiteY58" fmla="*/ 44349 h 184618"/>
                <a:gd name="connsiteX59" fmla="*/ 5162948 w 5219281"/>
                <a:gd name="connsiteY59" fmla="*/ 96608 h 184618"/>
                <a:gd name="connsiteX60" fmla="*/ 5159193 w 5219281"/>
                <a:gd name="connsiteY60" fmla="*/ 161560 h 184618"/>
                <a:gd name="connsiteX61" fmla="*/ 5173464 w 5219281"/>
                <a:gd name="connsiteY61" fmla="*/ 172012 h 184618"/>
                <a:gd name="connsiteX62" fmla="*/ 5183979 w 5219281"/>
                <a:gd name="connsiteY62" fmla="*/ 174251 h 184618"/>
                <a:gd name="connsiteX63" fmla="*/ 5183979 w 5219281"/>
                <a:gd name="connsiteY63" fmla="*/ 177984 h 184618"/>
                <a:gd name="connsiteX64" fmla="*/ 5091594 w 5219281"/>
                <a:gd name="connsiteY64" fmla="*/ 177984 h 184618"/>
                <a:gd name="connsiteX65" fmla="*/ 5099105 w 5219281"/>
                <a:gd name="connsiteY65" fmla="*/ 172758 h 184618"/>
                <a:gd name="connsiteX66" fmla="*/ 5120887 w 5219281"/>
                <a:gd name="connsiteY66" fmla="*/ 150361 h 184618"/>
                <a:gd name="connsiteX67" fmla="*/ 5093847 w 5219281"/>
                <a:gd name="connsiteY67" fmla="*/ 48828 h 184618"/>
                <a:gd name="connsiteX68" fmla="*/ 5062301 w 5219281"/>
                <a:gd name="connsiteY68" fmla="*/ 5527 h 184618"/>
                <a:gd name="connsiteX69" fmla="*/ 4103839 w 5219281"/>
                <a:gd name="connsiteY69" fmla="*/ 5527 h 184618"/>
                <a:gd name="connsiteX70" fmla="*/ 4181009 w 5219281"/>
                <a:gd name="connsiteY70" fmla="*/ 5527 h 184618"/>
                <a:gd name="connsiteX71" fmla="*/ 4179510 w 5219281"/>
                <a:gd name="connsiteY71" fmla="*/ 9252 h 184618"/>
                <a:gd name="connsiteX72" fmla="*/ 4163777 w 5219281"/>
                <a:gd name="connsiteY72" fmla="*/ 42028 h 184618"/>
                <a:gd name="connsiteX73" fmla="*/ 4185504 w 5219281"/>
                <a:gd name="connsiteY73" fmla="*/ 117263 h 184618"/>
                <a:gd name="connsiteX74" fmla="*/ 4191498 w 5219281"/>
                <a:gd name="connsiteY74" fmla="*/ 129926 h 184618"/>
                <a:gd name="connsiteX75" fmla="*/ 4195993 w 5219281"/>
                <a:gd name="connsiteY75" fmla="*/ 129926 h 184618"/>
                <a:gd name="connsiteX76" fmla="*/ 4228210 w 5219281"/>
                <a:gd name="connsiteY76" fmla="*/ 30109 h 184618"/>
                <a:gd name="connsiteX77" fmla="*/ 4209479 w 5219281"/>
                <a:gd name="connsiteY77" fmla="*/ 6272 h 184618"/>
                <a:gd name="connsiteX78" fmla="*/ 4261925 w 5219281"/>
                <a:gd name="connsiteY78" fmla="*/ 6272 h 184618"/>
                <a:gd name="connsiteX79" fmla="*/ 4258928 w 5219281"/>
                <a:gd name="connsiteY79" fmla="*/ 11486 h 184618"/>
                <a:gd name="connsiteX80" fmla="*/ 4236451 w 5219281"/>
                <a:gd name="connsiteY80" fmla="*/ 37558 h 184618"/>
                <a:gd name="connsiteX81" fmla="*/ 4190749 w 5219281"/>
                <a:gd name="connsiteY81" fmla="*/ 167917 h 184618"/>
                <a:gd name="connsiteX82" fmla="*/ 4178761 w 5219281"/>
                <a:gd name="connsiteY82" fmla="*/ 179090 h 184618"/>
                <a:gd name="connsiteX83" fmla="*/ 4166774 w 5219281"/>
                <a:gd name="connsiteY83" fmla="*/ 168662 h 184618"/>
                <a:gd name="connsiteX84" fmla="*/ 4128563 w 5219281"/>
                <a:gd name="connsiteY84" fmla="*/ 46497 h 184618"/>
                <a:gd name="connsiteX85" fmla="*/ 4103839 w 5219281"/>
                <a:gd name="connsiteY85" fmla="*/ 5527 h 184618"/>
                <a:gd name="connsiteX86" fmla="*/ 3621844 w 5219281"/>
                <a:gd name="connsiteY86" fmla="*/ 5527 h 184618"/>
                <a:gd name="connsiteX87" fmla="*/ 3707304 w 5219281"/>
                <a:gd name="connsiteY87" fmla="*/ 5527 h 184618"/>
                <a:gd name="connsiteX88" fmla="*/ 3705804 w 5219281"/>
                <a:gd name="connsiteY88" fmla="*/ 9267 h 184618"/>
                <a:gd name="connsiteX89" fmla="*/ 3682565 w 5219281"/>
                <a:gd name="connsiteY89" fmla="*/ 41430 h 184618"/>
                <a:gd name="connsiteX90" fmla="*/ 3683315 w 5219281"/>
                <a:gd name="connsiteY90" fmla="*/ 137171 h 184618"/>
                <a:gd name="connsiteX91" fmla="*/ 3714050 w 5219281"/>
                <a:gd name="connsiteY91" fmla="*/ 173074 h 184618"/>
                <a:gd name="connsiteX92" fmla="*/ 3758280 w 5219281"/>
                <a:gd name="connsiteY92" fmla="*/ 145398 h 184618"/>
                <a:gd name="connsiteX93" fmla="*/ 3762028 w 5219281"/>
                <a:gd name="connsiteY93" fmla="*/ 95284 h 184618"/>
                <a:gd name="connsiteX94" fmla="*/ 3762778 w 5219281"/>
                <a:gd name="connsiteY94" fmla="*/ 47414 h 184618"/>
                <a:gd name="connsiteX95" fmla="*/ 3739539 w 5219281"/>
                <a:gd name="connsiteY95" fmla="*/ 12259 h 184618"/>
                <a:gd name="connsiteX96" fmla="*/ 3732042 w 5219281"/>
                <a:gd name="connsiteY96" fmla="*/ 5527 h 184618"/>
                <a:gd name="connsiteX97" fmla="*/ 3792764 w 5219281"/>
                <a:gd name="connsiteY97" fmla="*/ 5527 h 184618"/>
                <a:gd name="connsiteX98" fmla="*/ 3796512 w 5219281"/>
                <a:gd name="connsiteY98" fmla="*/ 9267 h 184618"/>
                <a:gd name="connsiteX99" fmla="*/ 3771024 w 5219281"/>
                <a:gd name="connsiteY99" fmla="*/ 58633 h 184618"/>
                <a:gd name="connsiteX100" fmla="*/ 3770274 w 5219281"/>
                <a:gd name="connsiteY100" fmla="*/ 134927 h 184618"/>
                <a:gd name="connsiteX101" fmla="*/ 3723796 w 5219281"/>
                <a:gd name="connsiteY101" fmla="*/ 180553 h 184618"/>
                <a:gd name="connsiteX102" fmla="*/ 3689312 w 5219281"/>
                <a:gd name="connsiteY102" fmla="*/ 179805 h 184618"/>
                <a:gd name="connsiteX103" fmla="*/ 3646582 w 5219281"/>
                <a:gd name="connsiteY103" fmla="*/ 131187 h 184618"/>
                <a:gd name="connsiteX104" fmla="*/ 3646582 w 5219281"/>
                <a:gd name="connsiteY104" fmla="*/ 50406 h 184618"/>
                <a:gd name="connsiteX105" fmla="*/ 3621844 w 5219281"/>
                <a:gd name="connsiteY105" fmla="*/ 5527 h 184618"/>
                <a:gd name="connsiteX106" fmla="*/ 3342154 w 5219281"/>
                <a:gd name="connsiteY106" fmla="*/ 5527 h 184618"/>
                <a:gd name="connsiteX107" fmla="*/ 3427770 w 5219281"/>
                <a:gd name="connsiteY107" fmla="*/ 5527 h 184618"/>
                <a:gd name="connsiteX108" fmla="*/ 3403737 w 5219281"/>
                <a:gd name="connsiteY108" fmla="*/ 42933 h 184618"/>
                <a:gd name="connsiteX109" fmla="*/ 3403737 w 5219281"/>
                <a:gd name="connsiteY109" fmla="*/ 149166 h 184618"/>
                <a:gd name="connsiteX110" fmla="*/ 3430023 w 5219281"/>
                <a:gd name="connsiteY110" fmla="*/ 170113 h 184618"/>
                <a:gd name="connsiteX111" fmla="*/ 3468324 w 5219281"/>
                <a:gd name="connsiteY111" fmla="*/ 131211 h 184618"/>
                <a:gd name="connsiteX112" fmla="*/ 3476586 w 5219281"/>
                <a:gd name="connsiteY112" fmla="*/ 113256 h 184618"/>
                <a:gd name="connsiteX113" fmla="*/ 3480341 w 5219281"/>
                <a:gd name="connsiteY113" fmla="*/ 114752 h 184618"/>
                <a:gd name="connsiteX114" fmla="*/ 3480341 w 5219281"/>
                <a:gd name="connsiteY114" fmla="*/ 179090 h 184618"/>
                <a:gd name="connsiteX115" fmla="*/ 3343656 w 5219281"/>
                <a:gd name="connsiteY115" fmla="*/ 179090 h 184618"/>
                <a:gd name="connsiteX116" fmla="*/ 3343656 w 5219281"/>
                <a:gd name="connsiteY116" fmla="*/ 175350 h 184618"/>
                <a:gd name="connsiteX117" fmla="*/ 3366186 w 5219281"/>
                <a:gd name="connsiteY117" fmla="*/ 140936 h 184618"/>
                <a:gd name="connsiteX118" fmla="*/ 3366186 w 5219281"/>
                <a:gd name="connsiteY118" fmla="*/ 40689 h 184618"/>
                <a:gd name="connsiteX119" fmla="*/ 3345909 w 5219281"/>
                <a:gd name="connsiteY119" fmla="*/ 10764 h 184618"/>
                <a:gd name="connsiteX120" fmla="*/ 3342154 w 5219281"/>
                <a:gd name="connsiteY120" fmla="*/ 5527 h 184618"/>
                <a:gd name="connsiteX121" fmla="*/ 1757653 w 5219281"/>
                <a:gd name="connsiteY121" fmla="*/ 5527 h 184618"/>
                <a:gd name="connsiteX122" fmla="*/ 1841254 w 5219281"/>
                <a:gd name="connsiteY122" fmla="*/ 5527 h 184618"/>
                <a:gd name="connsiteX123" fmla="*/ 1841254 w 5219281"/>
                <a:gd name="connsiteY123" fmla="*/ 9259 h 184618"/>
                <a:gd name="connsiteX124" fmla="*/ 1833043 w 5219281"/>
                <a:gd name="connsiteY124" fmla="*/ 12244 h 184618"/>
                <a:gd name="connsiteX125" fmla="*/ 1818115 w 5219281"/>
                <a:gd name="connsiteY125" fmla="*/ 30156 h 184618"/>
                <a:gd name="connsiteX126" fmla="*/ 1817368 w 5219281"/>
                <a:gd name="connsiteY126" fmla="*/ 151807 h 184618"/>
                <a:gd name="connsiteX127" fmla="*/ 1842001 w 5219281"/>
                <a:gd name="connsiteY127" fmla="*/ 174197 h 184618"/>
                <a:gd name="connsiteX128" fmla="*/ 1757653 w 5219281"/>
                <a:gd name="connsiteY128" fmla="*/ 175689 h 184618"/>
                <a:gd name="connsiteX129" fmla="*/ 1780046 w 5219281"/>
                <a:gd name="connsiteY129" fmla="*/ 137627 h 184618"/>
                <a:gd name="connsiteX130" fmla="*/ 1780046 w 5219281"/>
                <a:gd name="connsiteY130" fmla="*/ 43590 h 184618"/>
                <a:gd name="connsiteX131" fmla="*/ 1754667 w 5219281"/>
                <a:gd name="connsiteY131" fmla="*/ 10751 h 184618"/>
                <a:gd name="connsiteX132" fmla="*/ 1757653 w 5219281"/>
                <a:gd name="connsiteY132" fmla="*/ 5527 h 184618"/>
                <a:gd name="connsiteX133" fmla="*/ 4267864 w 5219281"/>
                <a:gd name="connsiteY133" fmla="*/ 4422 h 184618"/>
                <a:gd name="connsiteX134" fmla="*/ 4415535 w 5219281"/>
                <a:gd name="connsiteY134" fmla="*/ 4422 h 184618"/>
                <a:gd name="connsiteX135" fmla="*/ 4415535 w 5219281"/>
                <a:gd name="connsiteY135" fmla="*/ 63512 h 184618"/>
                <a:gd name="connsiteX136" fmla="*/ 4411806 w 5219281"/>
                <a:gd name="connsiteY136" fmla="*/ 65008 h 184618"/>
                <a:gd name="connsiteX137" fmla="*/ 4405094 w 5219281"/>
                <a:gd name="connsiteY137" fmla="*/ 51545 h 184618"/>
                <a:gd name="connsiteX138" fmla="*/ 4348412 w 5219281"/>
                <a:gd name="connsiteY138" fmla="*/ 12650 h 184618"/>
                <a:gd name="connsiteX139" fmla="*/ 4329767 w 5219281"/>
                <a:gd name="connsiteY139" fmla="*/ 30601 h 184618"/>
                <a:gd name="connsiteX140" fmla="*/ 4330512 w 5219281"/>
                <a:gd name="connsiteY140" fmla="*/ 85951 h 184618"/>
                <a:gd name="connsiteX141" fmla="*/ 4358853 w 5219281"/>
                <a:gd name="connsiteY141" fmla="*/ 74732 h 184618"/>
                <a:gd name="connsiteX142" fmla="*/ 4376007 w 5219281"/>
                <a:gd name="connsiteY142" fmla="*/ 53040 h 184618"/>
                <a:gd name="connsiteX143" fmla="*/ 4376007 w 5219281"/>
                <a:gd name="connsiteY143" fmla="*/ 121106 h 184618"/>
                <a:gd name="connsiteX144" fmla="*/ 4373024 w 5219281"/>
                <a:gd name="connsiteY144" fmla="*/ 122602 h 184618"/>
                <a:gd name="connsiteX145" fmla="*/ 4367803 w 5219281"/>
                <a:gd name="connsiteY145" fmla="*/ 113627 h 184618"/>
                <a:gd name="connsiteX146" fmla="*/ 4355870 w 5219281"/>
                <a:gd name="connsiteY146" fmla="*/ 97919 h 184618"/>
                <a:gd name="connsiteX147" fmla="*/ 4333496 w 5219281"/>
                <a:gd name="connsiteY147" fmla="*/ 92683 h 184618"/>
                <a:gd name="connsiteX148" fmla="*/ 4330512 w 5219281"/>
                <a:gd name="connsiteY148" fmla="*/ 110635 h 184618"/>
                <a:gd name="connsiteX149" fmla="*/ 4329767 w 5219281"/>
                <a:gd name="connsiteY149" fmla="*/ 154017 h 184618"/>
                <a:gd name="connsiteX150" fmla="*/ 4347666 w 5219281"/>
                <a:gd name="connsiteY150" fmla="*/ 171221 h 184618"/>
                <a:gd name="connsiteX151" fmla="*/ 4409569 w 5219281"/>
                <a:gd name="connsiteY151" fmla="*/ 127090 h 184618"/>
                <a:gd name="connsiteX152" fmla="*/ 4414789 w 5219281"/>
                <a:gd name="connsiteY152" fmla="*/ 115122 h 184618"/>
                <a:gd name="connsiteX153" fmla="*/ 4420010 w 5219281"/>
                <a:gd name="connsiteY153" fmla="*/ 115870 h 184618"/>
                <a:gd name="connsiteX154" fmla="*/ 4420010 w 5219281"/>
                <a:gd name="connsiteY154" fmla="*/ 142050 h 184618"/>
                <a:gd name="connsiteX155" fmla="*/ 4381228 w 5219281"/>
                <a:gd name="connsiteY155" fmla="*/ 180196 h 184618"/>
                <a:gd name="connsiteX156" fmla="*/ 4282035 w 5219281"/>
                <a:gd name="connsiteY156" fmla="*/ 180196 h 184618"/>
                <a:gd name="connsiteX157" fmla="*/ 4267118 w 5219281"/>
                <a:gd name="connsiteY157" fmla="*/ 179448 h 184618"/>
                <a:gd name="connsiteX158" fmla="*/ 4269356 w 5219281"/>
                <a:gd name="connsiteY158" fmla="*/ 174212 h 184618"/>
                <a:gd name="connsiteX159" fmla="*/ 4291730 w 5219281"/>
                <a:gd name="connsiteY159" fmla="*/ 140554 h 184618"/>
                <a:gd name="connsiteX160" fmla="*/ 4291730 w 5219281"/>
                <a:gd name="connsiteY160" fmla="*/ 47805 h 184618"/>
                <a:gd name="connsiteX161" fmla="*/ 4264135 w 5219281"/>
                <a:gd name="connsiteY161" fmla="*/ 10406 h 184618"/>
                <a:gd name="connsiteX162" fmla="*/ 4267864 w 5219281"/>
                <a:gd name="connsiteY162" fmla="*/ 4422 h 184618"/>
                <a:gd name="connsiteX163" fmla="*/ 559049 w 5219281"/>
                <a:gd name="connsiteY163" fmla="*/ 4422 h 184618"/>
                <a:gd name="connsiteX164" fmla="*/ 705554 w 5219281"/>
                <a:gd name="connsiteY164" fmla="*/ 4422 h 184618"/>
                <a:gd name="connsiteX165" fmla="*/ 705554 w 5219281"/>
                <a:gd name="connsiteY165" fmla="*/ 64138 h 184618"/>
                <a:gd name="connsiteX166" fmla="*/ 701797 w 5219281"/>
                <a:gd name="connsiteY166" fmla="*/ 64884 h 184618"/>
                <a:gd name="connsiteX167" fmla="*/ 694284 w 5219281"/>
                <a:gd name="connsiteY167" fmla="*/ 49209 h 184618"/>
                <a:gd name="connsiteX168" fmla="*/ 661227 w 5219281"/>
                <a:gd name="connsiteY168" fmla="*/ 14872 h 184618"/>
                <a:gd name="connsiteX169" fmla="*/ 647703 w 5219281"/>
                <a:gd name="connsiteY169" fmla="*/ 24576 h 184618"/>
                <a:gd name="connsiteX170" fmla="*/ 647703 w 5219281"/>
                <a:gd name="connsiteY170" fmla="*/ 155950 h 184618"/>
                <a:gd name="connsiteX171" fmla="*/ 662729 w 5219281"/>
                <a:gd name="connsiteY171" fmla="*/ 173119 h 184618"/>
                <a:gd name="connsiteX172" fmla="*/ 673999 w 5219281"/>
                <a:gd name="connsiteY172" fmla="*/ 174612 h 184618"/>
                <a:gd name="connsiteX173" fmla="*/ 673999 w 5219281"/>
                <a:gd name="connsiteY173" fmla="*/ 179090 h 184618"/>
                <a:gd name="connsiteX174" fmla="*/ 582340 w 5219281"/>
                <a:gd name="connsiteY174" fmla="*/ 179090 h 184618"/>
                <a:gd name="connsiteX175" fmla="*/ 583842 w 5219281"/>
                <a:gd name="connsiteY175" fmla="*/ 174612 h 184618"/>
                <a:gd name="connsiteX176" fmla="*/ 609387 w 5219281"/>
                <a:gd name="connsiteY176" fmla="*/ 140275 h 184618"/>
                <a:gd name="connsiteX177" fmla="*/ 609387 w 5219281"/>
                <a:gd name="connsiteY177" fmla="*/ 29055 h 184618"/>
                <a:gd name="connsiteX178" fmla="*/ 590604 w 5219281"/>
                <a:gd name="connsiteY178" fmla="*/ 17112 h 184618"/>
                <a:gd name="connsiteX179" fmla="*/ 563557 w 5219281"/>
                <a:gd name="connsiteY179" fmla="*/ 49209 h 184618"/>
                <a:gd name="connsiteX180" fmla="*/ 555293 w 5219281"/>
                <a:gd name="connsiteY180" fmla="*/ 64884 h 184618"/>
                <a:gd name="connsiteX181" fmla="*/ 550785 w 5219281"/>
                <a:gd name="connsiteY181" fmla="*/ 64138 h 184618"/>
                <a:gd name="connsiteX182" fmla="*/ 550785 w 5219281"/>
                <a:gd name="connsiteY182" fmla="*/ 8901 h 184618"/>
                <a:gd name="connsiteX183" fmla="*/ 559049 w 5219281"/>
                <a:gd name="connsiteY183" fmla="*/ 4422 h 184618"/>
                <a:gd name="connsiteX184" fmla="*/ 367044 w 5219281"/>
                <a:gd name="connsiteY184" fmla="*/ 4126 h 184618"/>
                <a:gd name="connsiteX185" fmla="*/ 380502 w 5219281"/>
                <a:gd name="connsiteY185" fmla="*/ 4126 h 184618"/>
                <a:gd name="connsiteX186" fmla="*/ 439571 w 5219281"/>
                <a:gd name="connsiteY186" fmla="*/ 37761 h 184618"/>
                <a:gd name="connsiteX187" fmla="*/ 488919 w 5219281"/>
                <a:gd name="connsiteY187" fmla="*/ 112505 h 184618"/>
                <a:gd name="connsiteX188" fmla="*/ 502378 w 5219281"/>
                <a:gd name="connsiteY188" fmla="*/ 122222 h 184618"/>
                <a:gd name="connsiteX189" fmla="*/ 502378 w 5219281"/>
                <a:gd name="connsiteY189" fmla="*/ 99799 h 184618"/>
                <a:gd name="connsiteX190" fmla="*/ 502378 w 5219281"/>
                <a:gd name="connsiteY190" fmla="*/ 50468 h 184618"/>
                <a:gd name="connsiteX191" fmla="*/ 473965 w 5219281"/>
                <a:gd name="connsiteY191" fmla="*/ 10853 h 184618"/>
                <a:gd name="connsiteX192" fmla="*/ 476956 w 5219281"/>
                <a:gd name="connsiteY192" fmla="*/ 6369 h 184618"/>
                <a:gd name="connsiteX193" fmla="*/ 537520 w 5219281"/>
                <a:gd name="connsiteY193" fmla="*/ 6369 h 184618"/>
                <a:gd name="connsiteX194" fmla="*/ 531538 w 5219281"/>
                <a:gd name="connsiteY194" fmla="*/ 11601 h 184618"/>
                <a:gd name="connsiteX195" fmla="*/ 512098 w 5219281"/>
                <a:gd name="connsiteY195" fmla="*/ 40751 h 184618"/>
                <a:gd name="connsiteX196" fmla="*/ 512098 w 5219281"/>
                <a:gd name="connsiteY196" fmla="*/ 166321 h 184618"/>
                <a:gd name="connsiteX197" fmla="*/ 512098 w 5219281"/>
                <a:gd name="connsiteY197" fmla="*/ 178280 h 184618"/>
                <a:gd name="connsiteX198" fmla="*/ 483685 w 5219281"/>
                <a:gd name="connsiteY198" fmla="*/ 168563 h 184618"/>
                <a:gd name="connsiteX199" fmla="*/ 407420 w 5219281"/>
                <a:gd name="connsiteY199" fmla="*/ 54205 h 184618"/>
                <a:gd name="connsiteX200" fmla="*/ 399943 w 5219281"/>
                <a:gd name="connsiteY200" fmla="*/ 45983 h 184618"/>
                <a:gd name="connsiteX201" fmla="*/ 395457 w 5219281"/>
                <a:gd name="connsiteY201" fmla="*/ 46730 h 184618"/>
                <a:gd name="connsiteX202" fmla="*/ 395457 w 5219281"/>
                <a:gd name="connsiteY202" fmla="*/ 95314 h 184618"/>
                <a:gd name="connsiteX203" fmla="*/ 395457 w 5219281"/>
                <a:gd name="connsiteY203" fmla="*/ 149130 h 184618"/>
                <a:gd name="connsiteX204" fmla="*/ 417140 w 5219281"/>
                <a:gd name="connsiteY204" fmla="*/ 173048 h 184618"/>
                <a:gd name="connsiteX205" fmla="*/ 421626 w 5219281"/>
                <a:gd name="connsiteY205" fmla="*/ 178280 h 184618"/>
                <a:gd name="connsiteX206" fmla="*/ 361810 w 5219281"/>
                <a:gd name="connsiteY206" fmla="*/ 178280 h 184618"/>
                <a:gd name="connsiteX207" fmla="*/ 358071 w 5219281"/>
                <a:gd name="connsiteY207" fmla="*/ 173796 h 184618"/>
                <a:gd name="connsiteX208" fmla="*/ 384241 w 5219281"/>
                <a:gd name="connsiteY208" fmla="*/ 138666 h 184618"/>
                <a:gd name="connsiteX209" fmla="*/ 384989 w 5219281"/>
                <a:gd name="connsiteY209" fmla="*/ 35519 h 184618"/>
                <a:gd name="connsiteX210" fmla="*/ 357324 w 5219281"/>
                <a:gd name="connsiteY210" fmla="*/ 9358 h 184618"/>
                <a:gd name="connsiteX211" fmla="*/ 367044 w 5219281"/>
                <a:gd name="connsiteY211" fmla="*/ 4126 h 184618"/>
                <a:gd name="connsiteX212" fmla="*/ 727428 w 5219281"/>
                <a:gd name="connsiteY212" fmla="*/ 4062 h 184618"/>
                <a:gd name="connsiteX213" fmla="*/ 824972 w 5219281"/>
                <a:gd name="connsiteY213" fmla="*/ 5554 h 184618"/>
                <a:gd name="connsiteX214" fmla="*/ 866240 w 5219281"/>
                <a:gd name="connsiteY214" fmla="*/ 60749 h 184618"/>
                <a:gd name="connsiteX215" fmla="*/ 833225 w 5219281"/>
                <a:gd name="connsiteY215" fmla="*/ 89092 h 184618"/>
                <a:gd name="connsiteX216" fmla="*/ 816718 w 5219281"/>
                <a:gd name="connsiteY216" fmla="*/ 95059 h 184618"/>
                <a:gd name="connsiteX217" fmla="*/ 855735 w 5219281"/>
                <a:gd name="connsiteY217" fmla="*/ 145778 h 184618"/>
                <a:gd name="connsiteX218" fmla="*/ 857986 w 5219281"/>
                <a:gd name="connsiteY218" fmla="*/ 152491 h 184618"/>
                <a:gd name="connsiteX219" fmla="*/ 866990 w 5219281"/>
                <a:gd name="connsiteY219" fmla="*/ 162934 h 184618"/>
                <a:gd name="connsiteX220" fmla="*/ 875994 w 5219281"/>
                <a:gd name="connsiteY220" fmla="*/ 152491 h 184618"/>
                <a:gd name="connsiteX221" fmla="*/ 880496 w 5219281"/>
                <a:gd name="connsiteY221" fmla="*/ 142795 h 184618"/>
                <a:gd name="connsiteX222" fmla="*/ 868491 w 5219281"/>
                <a:gd name="connsiteY222" fmla="*/ 177105 h 184618"/>
                <a:gd name="connsiteX223" fmla="*/ 816718 w 5219281"/>
                <a:gd name="connsiteY223" fmla="*/ 151745 h 184618"/>
                <a:gd name="connsiteX224" fmla="*/ 812966 w 5219281"/>
                <a:gd name="connsiteY224" fmla="*/ 121910 h 184618"/>
                <a:gd name="connsiteX225" fmla="*/ 806213 w 5219281"/>
                <a:gd name="connsiteY225" fmla="*/ 103264 h 184618"/>
                <a:gd name="connsiteX226" fmla="*/ 788956 w 5219281"/>
                <a:gd name="connsiteY226" fmla="*/ 97297 h 184618"/>
                <a:gd name="connsiteX227" fmla="*/ 783703 w 5219281"/>
                <a:gd name="connsiteY227" fmla="*/ 109976 h 184618"/>
                <a:gd name="connsiteX228" fmla="*/ 782953 w 5219281"/>
                <a:gd name="connsiteY228" fmla="*/ 135336 h 184618"/>
                <a:gd name="connsiteX229" fmla="*/ 809215 w 5219281"/>
                <a:gd name="connsiteY229" fmla="*/ 174122 h 184618"/>
                <a:gd name="connsiteX230" fmla="*/ 804713 w 5219281"/>
                <a:gd name="connsiteY230" fmla="*/ 178597 h 184618"/>
                <a:gd name="connsiteX231" fmla="*/ 723676 w 5219281"/>
                <a:gd name="connsiteY231" fmla="*/ 178597 h 184618"/>
                <a:gd name="connsiteX232" fmla="*/ 722926 w 5219281"/>
                <a:gd name="connsiteY232" fmla="*/ 175613 h 184618"/>
                <a:gd name="connsiteX233" fmla="*/ 729679 w 5219281"/>
                <a:gd name="connsiteY233" fmla="*/ 172630 h 184618"/>
                <a:gd name="connsiteX234" fmla="*/ 746937 w 5219281"/>
                <a:gd name="connsiteY234" fmla="*/ 153237 h 184618"/>
                <a:gd name="connsiteX235" fmla="*/ 746937 w 5219281"/>
                <a:gd name="connsiteY235" fmla="*/ 31659 h 184618"/>
                <a:gd name="connsiteX236" fmla="*/ 719925 w 5219281"/>
                <a:gd name="connsiteY236" fmla="*/ 10029 h 184618"/>
                <a:gd name="connsiteX237" fmla="*/ 727428 w 5219281"/>
                <a:gd name="connsiteY237" fmla="*/ 4062 h 184618"/>
                <a:gd name="connsiteX238" fmla="*/ 1693565 w 5219281"/>
                <a:gd name="connsiteY238" fmla="*/ 3816 h 184618"/>
                <a:gd name="connsiteX239" fmla="*/ 1736169 w 5219281"/>
                <a:gd name="connsiteY239" fmla="*/ 7088 h 184618"/>
                <a:gd name="connsiteX240" fmla="*/ 1716735 w 5219281"/>
                <a:gd name="connsiteY240" fmla="*/ 23540 h 184618"/>
                <a:gd name="connsiteX241" fmla="*/ 1714493 w 5219281"/>
                <a:gd name="connsiteY241" fmla="*/ 51210 h 184618"/>
                <a:gd name="connsiteX242" fmla="*/ 1712998 w 5219281"/>
                <a:gd name="connsiteY242" fmla="*/ 143942 h 184618"/>
                <a:gd name="connsiteX243" fmla="*/ 1741401 w 5219281"/>
                <a:gd name="connsiteY243" fmla="*/ 178342 h 184618"/>
                <a:gd name="connsiteX244" fmla="*/ 1651708 w 5219281"/>
                <a:gd name="connsiteY244" fmla="*/ 178342 h 184618"/>
                <a:gd name="connsiteX245" fmla="*/ 1661425 w 5219281"/>
                <a:gd name="connsiteY245" fmla="*/ 173108 h 184618"/>
                <a:gd name="connsiteX246" fmla="*/ 1675626 w 5219281"/>
                <a:gd name="connsiteY246" fmla="*/ 153664 h 184618"/>
                <a:gd name="connsiteX247" fmla="*/ 1675626 w 5219281"/>
                <a:gd name="connsiteY247" fmla="*/ 102811 h 184618"/>
                <a:gd name="connsiteX248" fmla="*/ 1664414 w 5219281"/>
                <a:gd name="connsiteY248" fmla="*/ 91593 h 184618"/>
                <a:gd name="connsiteX249" fmla="*/ 1630032 w 5219281"/>
                <a:gd name="connsiteY249" fmla="*/ 91593 h 184618"/>
                <a:gd name="connsiteX250" fmla="*/ 1618073 w 5219281"/>
                <a:gd name="connsiteY250" fmla="*/ 104307 h 184618"/>
                <a:gd name="connsiteX251" fmla="*/ 1618073 w 5219281"/>
                <a:gd name="connsiteY251" fmla="*/ 149177 h 184618"/>
                <a:gd name="connsiteX252" fmla="*/ 1636759 w 5219281"/>
                <a:gd name="connsiteY252" fmla="*/ 173855 h 184618"/>
                <a:gd name="connsiteX253" fmla="*/ 1639001 w 5219281"/>
                <a:gd name="connsiteY253" fmla="*/ 179090 h 184618"/>
                <a:gd name="connsiteX254" fmla="*/ 1558278 w 5219281"/>
                <a:gd name="connsiteY254" fmla="*/ 179090 h 184618"/>
                <a:gd name="connsiteX255" fmla="*/ 1557530 w 5219281"/>
                <a:gd name="connsiteY255" fmla="*/ 176099 h 184618"/>
                <a:gd name="connsiteX256" fmla="*/ 1565005 w 5219281"/>
                <a:gd name="connsiteY256" fmla="*/ 173108 h 184618"/>
                <a:gd name="connsiteX257" fmla="*/ 1579953 w 5219281"/>
                <a:gd name="connsiteY257" fmla="*/ 154412 h 184618"/>
                <a:gd name="connsiteX258" fmla="*/ 1579953 w 5219281"/>
                <a:gd name="connsiteY258" fmla="*/ 30271 h 184618"/>
                <a:gd name="connsiteX259" fmla="*/ 1556783 w 5219281"/>
                <a:gd name="connsiteY259" fmla="*/ 10079 h 184618"/>
                <a:gd name="connsiteX260" fmla="*/ 1641244 w 5219281"/>
                <a:gd name="connsiteY260" fmla="*/ 8583 h 184618"/>
                <a:gd name="connsiteX261" fmla="*/ 1618073 w 5219281"/>
                <a:gd name="connsiteY261" fmla="*/ 55697 h 184618"/>
                <a:gd name="connsiteX262" fmla="*/ 1644233 w 5219281"/>
                <a:gd name="connsiteY262" fmla="*/ 83367 h 184618"/>
                <a:gd name="connsiteX263" fmla="*/ 1675626 w 5219281"/>
                <a:gd name="connsiteY263" fmla="*/ 51958 h 184618"/>
                <a:gd name="connsiteX264" fmla="*/ 1675626 w 5219281"/>
                <a:gd name="connsiteY264" fmla="*/ 38497 h 184618"/>
                <a:gd name="connsiteX265" fmla="*/ 1655445 w 5219281"/>
                <a:gd name="connsiteY265" fmla="*/ 10079 h 184618"/>
                <a:gd name="connsiteX266" fmla="*/ 1693565 w 5219281"/>
                <a:gd name="connsiteY266" fmla="*/ 3816 h 184618"/>
                <a:gd name="connsiteX267" fmla="*/ 4455169 w 5219281"/>
                <a:gd name="connsiteY267" fmla="*/ 3706 h 184618"/>
                <a:gd name="connsiteX268" fmla="*/ 4536780 w 5219281"/>
                <a:gd name="connsiteY268" fmla="*/ 4453 h 184618"/>
                <a:gd name="connsiteX269" fmla="*/ 4577211 w 5219281"/>
                <a:gd name="connsiteY269" fmla="*/ 17155 h 184618"/>
                <a:gd name="connsiteX270" fmla="*/ 4590688 w 5219281"/>
                <a:gd name="connsiteY270" fmla="*/ 61239 h 184618"/>
                <a:gd name="connsiteX271" fmla="*/ 4564483 w 5219281"/>
                <a:gd name="connsiteY271" fmla="*/ 87391 h 184618"/>
                <a:gd name="connsiteX272" fmla="*/ 4539775 w 5219281"/>
                <a:gd name="connsiteY272" fmla="*/ 94116 h 184618"/>
                <a:gd name="connsiteX273" fmla="*/ 4580206 w 5219281"/>
                <a:gd name="connsiteY273" fmla="*/ 144178 h 184618"/>
                <a:gd name="connsiteX274" fmla="*/ 4591437 w 5219281"/>
                <a:gd name="connsiteY274" fmla="*/ 162111 h 184618"/>
                <a:gd name="connsiteX275" fmla="*/ 4602668 w 5219281"/>
                <a:gd name="connsiteY275" fmla="*/ 145672 h 184618"/>
                <a:gd name="connsiteX276" fmla="*/ 4606411 w 5219281"/>
                <a:gd name="connsiteY276" fmla="*/ 143431 h 184618"/>
                <a:gd name="connsiteX277" fmla="*/ 4595181 w 5219281"/>
                <a:gd name="connsiteY277" fmla="*/ 175560 h 184618"/>
                <a:gd name="connsiteX278" fmla="*/ 4541273 w 5219281"/>
                <a:gd name="connsiteY278" fmla="*/ 150903 h 184618"/>
                <a:gd name="connsiteX279" fmla="*/ 4538278 w 5219281"/>
                <a:gd name="connsiteY279" fmla="*/ 120268 h 184618"/>
                <a:gd name="connsiteX280" fmla="*/ 4509077 w 5219281"/>
                <a:gd name="connsiteY280" fmla="*/ 97105 h 184618"/>
                <a:gd name="connsiteX281" fmla="*/ 4509826 w 5219281"/>
                <a:gd name="connsiteY281" fmla="*/ 161363 h 184618"/>
                <a:gd name="connsiteX282" fmla="*/ 4531539 w 5219281"/>
                <a:gd name="connsiteY282" fmla="*/ 178549 h 184618"/>
                <a:gd name="connsiteX283" fmla="*/ 4448431 w 5219281"/>
                <a:gd name="connsiteY283" fmla="*/ 178549 h 184618"/>
                <a:gd name="connsiteX284" fmla="*/ 4445436 w 5219281"/>
                <a:gd name="connsiteY284" fmla="*/ 174813 h 184618"/>
                <a:gd name="connsiteX285" fmla="*/ 4470893 w 5219281"/>
                <a:gd name="connsiteY285" fmla="*/ 134465 h 184618"/>
                <a:gd name="connsiteX286" fmla="*/ 4470893 w 5219281"/>
                <a:gd name="connsiteY286" fmla="*/ 37329 h 184618"/>
                <a:gd name="connsiteX287" fmla="*/ 4452175 w 5219281"/>
                <a:gd name="connsiteY287" fmla="*/ 10430 h 184618"/>
                <a:gd name="connsiteX288" fmla="*/ 4449180 w 5219281"/>
                <a:gd name="connsiteY288" fmla="*/ 8189 h 184618"/>
                <a:gd name="connsiteX289" fmla="*/ 4448431 w 5219281"/>
                <a:gd name="connsiteY289" fmla="*/ 5200 h 184618"/>
                <a:gd name="connsiteX290" fmla="*/ 4455169 w 5219281"/>
                <a:gd name="connsiteY290" fmla="*/ 3706 h 184618"/>
                <a:gd name="connsiteX291" fmla="*/ 4827674 w 5219281"/>
                <a:gd name="connsiteY291" fmla="*/ 3358 h 184618"/>
                <a:gd name="connsiteX292" fmla="*/ 4872831 w 5219281"/>
                <a:gd name="connsiteY292" fmla="*/ 6362 h 184618"/>
                <a:gd name="connsiteX293" fmla="*/ 4872831 w 5219281"/>
                <a:gd name="connsiteY293" fmla="*/ 7864 h 184618"/>
                <a:gd name="connsiteX294" fmla="*/ 4849597 w 5219281"/>
                <a:gd name="connsiteY294" fmla="*/ 50671 h 184618"/>
                <a:gd name="connsiteX295" fmla="*/ 4850346 w 5219281"/>
                <a:gd name="connsiteY295" fmla="*/ 136284 h 184618"/>
                <a:gd name="connsiteX296" fmla="*/ 4876578 w 5219281"/>
                <a:gd name="connsiteY296" fmla="*/ 174584 h 184618"/>
                <a:gd name="connsiteX297" fmla="*/ 4872831 w 5219281"/>
                <a:gd name="connsiteY297" fmla="*/ 179090 h 184618"/>
                <a:gd name="connsiteX298" fmla="*/ 4788888 w 5219281"/>
                <a:gd name="connsiteY298" fmla="*/ 179090 h 184618"/>
                <a:gd name="connsiteX299" fmla="*/ 4788139 w 5219281"/>
                <a:gd name="connsiteY299" fmla="*/ 175335 h 184618"/>
                <a:gd name="connsiteX300" fmla="*/ 4795634 w 5219281"/>
                <a:gd name="connsiteY300" fmla="*/ 173082 h 184618"/>
                <a:gd name="connsiteX301" fmla="*/ 4811373 w 5219281"/>
                <a:gd name="connsiteY301" fmla="*/ 155059 h 184618"/>
                <a:gd name="connsiteX302" fmla="*/ 4811373 w 5219281"/>
                <a:gd name="connsiteY302" fmla="*/ 28892 h 184618"/>
                <a:gd name="connsiteX303" fmla="*/ 4788139 w 5219281"/>
                <a:gd name="connsiteY303" fmla="*/ 9366 h 184618"/>
                <a:gd name="connsiteX304" fmla="*/ 4827674 w 5219281"/>
                <a:gd name="connsiteY304" fmla="*/ 3358 h 184618"/>
                <a:gd name="connsiteX305" fmla="*/ 1127399 w 5219281"/>
                <a:gd name="connsiteY305" fmla="*/ 3358 h 184618"/>
                <a:gd name="connsiteX306" fmla="*/ 1171594 w 5219281"/>
                <a:gd name="connsiteY306" fmla="*/ 7113 h 184618"/>
                <a:gd name="connsiteX307" fmla="*/ 1171594 w 5219281"/>
                <a:gd name="connsiteY307" fmla="*/ 8615 h 184618"/>
                <a:gd name="connsiteX308" fmla="*/ 1149122 w 5219281"/>
                <a:gd name="connsiteY308" fmla="*/ 46916 h 184618"/>
                <a:gd name="connsiteX309" fmla="*/ 1149122 w 5219281"/>
                <a:gd name="connsiteY309" fmla="*/ 152055 h 184618"/>
                <a:gd name="connsiteX310" fmla="*/ 1171594 w 5219281"/>
                <a:gd name="connsiteY310" fmla="*/ 170078 h 184618"/>
                <a:gd name="connsiteX311" fmla="*/ 1215790 w 5219281"/>
                <a:gd name="connsiteY311" fmla="*/ 125019 h 184618"/>
                <a:gd name="connsiteX312" fmla="*/ 1220284 w 5219281"/>
                <a:gd name="connsiteY312" fmla="*/ 113754 h 184618"/>
                <a:gd name="connsiteX313" fmla="*/ 1224030 w 5219281"/>
                <a:gd name="connsiteY313" fmla="*/ 114505 h 184618"/>
                <a:gd name="connsiteX314" fmla="*/ 1224030 w 5219281"/>
                <a:gd name="connsiteY314" fmla="*/ 179090 h 184618"/>
                <a:gd name="connsiteX315" fmla="*/ 1086949 w 5219281"/>
                <a:gd name="connsiteY315" fmla="*/ 179090 h 184618"/>
                <a:gd name="connsiteX316" fmla="*/ 1110919 w 5219281"/>
                <a:gd name="connsiteY316" fmla="*/ 139288 h 184618"/>
                <a:gd name="connsiteX317" fmla="*/ 1111668 w 5219281"/>
                <a:gd name="connsiteY317" fmla="*/ 38655 h 184618"/>
                <a:gd name="connsiteX318" fmla="*/ 1087698 w 5219281"/>
                <a:gd name="connsiteY318" fmla="*/ 8615 h 184618"/>
                <a:gd name="connsiteX319" fmla="*/ 1127399 w 5219281"/>
                <a:gd name="connsiteY319" fmla="*/ 3358 h 184618"/>
                <a:gd name="connsiteX320" fmla="*/ 2404549 w 5219281"/>
                <a:gd name="connsiteY320" fmla="*/ 3353 h 184618"/>
                <a:gd name="connsiteX321" fmla="*/ 2433725 w 5219281"/>
                <a:gd name="connsiteY321" fmla="*/ 22831 h 184618"/>
                <a:gd name="connsiteX322" fmla="*/ 2492079 w 5219281"/>
                <a:gd name="connsiteY322" fmla="*/ 109736 h 184618"/>
                <a:gd name="connsiteX323" fmla="*/ 2502552 w 5219281"/>
                <a:gd name="connsiteY323" fmla="*/ 123221 h 184618"/>
                <a:gd name="connsiteX324" fmla="*/ 2506293 w 5219281"/>
                <a:gd name="connsiteY324" fmla="*/ 121723 h 184618"/>
                <a:gd name="connsiteX325" fmla="*/ 2505545 w 5219281"/>
                <a:gd name="connsiteY325" fmla="*/ 31821 h 184618"/>
                <a:gd name="connsiteX326" fmla="*/ 2491330 w 5219281"/>
                <a:gd name="connsiteY326" fmla="*/ 13841 h 184618"/>
                <a:gd name="connsiteX327" fmla="*/ 2480857 w 5219281"/>
                <a:gd name="connsiteY327" fmla="*/ 10095 h 184618"/>
                <a:gd name="connsiteX328" fmla="*/ 2480857 w 5219281"/>
                <a:gd name="connsiteY328" fmla="*/ 6349 h 184618"/>
                <a:gd name="connsiteX329" fmla="*/ 2538462 w 5219281"/>
                <a:gd name="connsiteY329" fmla="*/ 6349 h 184618"/>
                <a:gd name="connsiteX330" fmla="*/ 2538462 w 5219281"/>
                <a:gd name="connsiteY330" fmla="*/ 9346 h 184618"/>
                <a:gd name="connsiteX331" fmla="*/ 2517514 w 5219281"/>
                <a:gd name="connsiteY331" fmla="*/ 46805 h 184618"/>
                <a:gd name="connsiteX332" fmla="*/ 2517514 w 5219281"/>
                <a:gd name="connsiteY332" fmla="*/ 162178 h 184618"/>
                <a:gd name="connsiteX333" fmla="*/ 2517514 w 5219281"/>
                <a:gd name="connsiteY333" fmla="*/ 178660 h 184618"/>
                <a:gd name="connsiteX334" fmla="*/ 2488338 w 5219281"/>
                <a:gd name="connsiteY334" fmla="*/ 168921 h 184618"/>
                <a:gd name="connsiteX335" fmla="*/ 2410534 w 5219281"/>
                <a:gd name="connsiteY335" fmla="*/ 53548 h 184618"/>
                <a:gd name="connsiteX336" fmla="*/ 2403053 w 5219281"/>
                <a:gd name="connsiteY336" fmla="*/ 45307 h 184618"/>
                <a:gd name="connsiteX337" fmla="*/ 2398564 w 5219281"/>
                <a:gd name="connsiteY337" fmla="*/ 46056 h 184618"/>
                <a:gd name="connsiteX338" fmla="*/ 2398564 w 5219281"/>
                <a:gd name="connsiteY338" fmla="*/ 91756 h 184618"/>
                <a:gd name="connsiteX339" fmla="*/ 2399312 w 5219281"/>
                <a:gd name="connsiteY339" fmla="*/ 148693 h 184618"/>
                <a:gd name="connsiteX340" fmla="*/ 2422504 w 5219281"/>
                <a:gd name="connsiteY340" fmla="*/ 173416 h 184618"/>
                <a:gd name="connsiteX341" fmla="*/ 2427741 w 5219281"/>
                <a:gd name="connsiteY341" fmla="*/ 177162 h 184618"/>
                <a:gd name="connsiteX342" fmla="*/ 2366395 w 5219281"/>
                <a:gd name="connsiteY342" fmla="*/ 180908 h 184618"/>
                <a:gd name="connsiteX343" fmla="*/ 2366395 w 5219281"/>
                <a:gd name="connsiteY343" fmla="*/ 176413 h 184618"/>
                <a:gd name="connsiteX344" fmla="*/ 2373128 w 5219281"/>
                <a:gd name="connsiteY344" fmla="*/ 173416 h 184618"/>
                <a:gd name="connsiteX345" fmla="*/ 2388090 w 5219281"/>
                <a:gd name="connsiteY345" fmla="*/ 155436 h 184618"/>
                <a:gd name="connsiteX346" fmla="*/ 2388838 w 5219281"/>
                <a:gd name="connsiteY346" fmla="*/ 31072 h 184618"/>
                <a:gd name="connsiteX347" fmla="*/ 2364899 w 5219281"/>
                <a:gd name="connsiteY347" fmla="*/ 10095 h 184618"/>
                <a:gd name="connsiteX348" fmla="*/ 2364899 w 5219281"/>
                <a:gd name="connsiteY348" fmla="*/ 7099 h 184618"/>
                <a:gd name="connsiteX349" fmla="*/ 2404549 w 5219281"/>
                <a:gd name="connsiteY349" fmla="*/ 3353 h 184618"/>
                <a:gd name="connsiteX350" fmla="*/ 4894338 w 5219281"/>
                <a:gd name="connsiteY350" fmla="*/ 3316 h 184618"/>
                <a:gd name="connsiteX351" fmla="*/ 4946772 w 5219281"/>
                <a:gd name="connsiteY351" fmla="*/ 3316 h 184618"/>
                <a:gd name="connsiteX352" fmla="*/ 5036658 w 5219281"/>
                <a:gd name="connsiteY352" fmla="*/ 4063 h 184618"/>
                <a:gd name="connsiteX353" fmla="*/ 5049392 w 5219281"/>
                <a:gd name="connsiteY353" fmla="*/ 16752 h 184618"/>
                <a:gd name="connsiteX354" fmla="*/ 5049392 w 5219281"/>
                <a:gd name="connsiteY354" fmla="*/ 63032 h 184618"/>
                <a:gd name="connsiteX355" fmla="*/ 5045647 w 5219281"/>
                <a:gd name="connsiteY355" fmla="*/ 64525 h 184618"/>
                <a:gd name="connsiteX356" fmla="*/ 5038905 w 5219281"/>
                <a:gd name="connsiteY356" fmla="*/ 51835 h 184618"/>
                <a:gd name="connsiteX357" fmla="*/ 5005947 w 5219281"/>
                <a:gd name="connsiteY357" fmla="*/ 15259 h 184618"/>
                <a:gd name="connsiteX358" fmla="*/ 4990966 w 5219281"/>
                <a:gd name="connsiteY358" fmla="*/ 27202 h 184618"/>
                <a:gd name="connsiteX359" fmla="*/ 4990966 w 5219281"/>
                <a:gd name="connsiteY359" fmla="*/ 149619 h 184618"/>
                <a:gd name="connsiteX360" fmla="*/ 5011939 w 5219281"/>
                <a:gd name="connsiteY360" fmla="*/ 172759 h 184618"/>
                <a:gd name="connsiteX361" fmla="*/ 5015685 w 5219281"/>
                <a:gd name="connsiteY361" fmla="*/ 174252 h 184618"/>
                <a:gd name="connsiteX362" fmla="*/ 5016434 w 5219281"/>
                <a:gd name="connsiteY362" fmla="*/ 177984 h 184618"/>
                <a:gd name="connsiteX363" fmla="*/ 4925049 w 5219281"/>
                <a:gd name="connsiteY363" fmla="*/ 177984 h 184618"/>
                <a:gd name="connsiteX364" fmla="*/ 4925798 w 5219281"/>
                <a:gd name="connsiteY364" fmla="*/ 173506 h 184618"/>
                <a:gd name="connsiteX365" fmla="*/ 4937034 w 5219281"/>
                <a:gd name="connsiteY365" fmla="*/ 172013 h 184618"/>
                <a:gd name="connsiteX366" fmla="*/ 4952015 w 5219281"/>
                <a:gd name="connsiteY366" fmla="*/ 155591 h 184618"/>
                <a:gd name="connsiteX367" fmla="*/ 4952015 w 5219281"/>
                <a:gd name="connsiteY367" fmla="*/ 24217 h 184618"/>
                <a:gd name="connsiteX368" fmla="*/ 4939281 w 5219281"/>
                <a:gd name="connsiteY368" fmla="*/ 14513 h 184618"/>
                <a:gd name="connsiteX369" fmla="*/ 4906323 w 5219281"/>
                <a:gd name="connsiteY369" fmla="*/ 48849 h 184618"/>
                <a:gd name="connsiteX370" fmla="*/ 4898833 w 5219281"/>
                <a:gd name="connsiteY370" fmla="*/ 64525 h 184618"/>
                <a:gd name="connsiteX371" fmla="*/ 4894338 w 5219281"/>
                <a:gd name="connsiteY371" fmla="*/ 3316 h 184618"/>
                <a:gd name="connsiteX372" fmla="*/ 3134904 w 5219281"/>
                <a:gd name="connsiteY372" fmla="*/ 3316 h 184618"/>
                <a:gd name="connsiteX373" fmla="*/ 3143165 w 5219281"/>
                <a:gd name="connsiteY373" fmla="*/ 9275 h 184618"/>
                <a:gd name="connsiteX374" fmla="*/ 3116130 w 5219281"/>
                <a:gd name="connsiteY374" fmla="*/ 53218 h 184618"/>
                <a:gd name="connsiteX375" fmla="*/ 3115379 w 5219281"/>
                <a:gd name="connsiteY375" fmla="*/ 138126 h 184618"/>
                <a:gd name="connsiteX376" fmla="*/ 3138659 w 5219281"/>
                <a:gd name="connsiteY376" fmla="*/ 177601 h 184618"/>
                <a:gd name="connsiteX377" fmla="*/ 3059056 w 5219281"/>
                <a:gd name="connsiteY377" fmla="*/ 177601 h 184618"/>
                <a:gd name="connsiteX378" fmla="*/ 3080083 w 5219281"/>
                <a:gd name="connsiteY378" fmla="*/ 131423 h 184618"/>
                <a:gd name="connsiteX379" fmla="*/ 3079332 w 5219281"/>
                <a:gd name="connsiteY379" fmla="*/ 45025 h 184618"/>
                <a:gd name="connsiteX380" fmla="*/ 3077830 w 5219281"/>
                <a:gd name="connsiteY380" fmla="*/ 31619 h 184618"/>
                <a:gd name="connsiteX381" fmla="*/ 3074075 w 5219281"/>
                <a:gd name="connsiteY381" fmla="*/ 30874 h 184618"/>
                <a:gd name="connsiteX382" fmla="*/ 3052297 w 5219281"/>
                <a:gd name="connsiteY382" fmla="*/ 102375 h 184618"/>
                <a:gd name="connsiteX383" fmla="*/ 3032021 w 5219281"/>
                <a:gd name="connsiteY383" fmla="*/ 170897 h 184618"/>
                <a:gd name="connsiteX384" fmla="*/ 3019254 w 5219281"/>
                <a:gd name="connsiteY384" fmla="*/ 179090 h 184618"/>
                <a:gd name="connsiteX385" fmla="*/ 3007990 w 5219281"/>
                <a:gd name="connsiteY385" fmla="*/ 169408 h 184618"/>
                <a:gd name="connsiteX386" fmla="*/ 2971192 w 5219281"/>
                <a:gd name="connsiteY386" fmla="*/ 40556 h 184618"/>
                <a:gd name="connsiteX387" fmla="*/ 2965184 w 5219281"/>
                <a:gd name="connsiteY387" fmla="*/ 27150 h 184618"/>
                <a:gd name="connsiteX388" fmla="*/ 2962931 w 5219281"/>
                <a:gd name="connsiteY388" fmla="*/ 37577 h 184618"/>
                <a:gd name="connsiteX389" fmla="*/ 2962931 w 5219281"/>
                <a:gd name="connsiteY389" fmla="*/ 131423 h 184618"/>
                <a:gd name="connsiteX390" fmla="*/ 2990717 w 5219281"/>
                <a:gd name="connsiteY390" fmla="*/ 177601 h 184618"/>
                <a:gd name="connsiteX391" fmla="*/ 2928387 w 5219281"/>
                <a:gd name="connsiteY391" fmla="*/ 177601 h 184618"/>
                <a:gd name="connsiteX392" fmla="*/ 2925383 w 5219281"/>
                <a:gd name="connsiteY392" fmla="*/ 173132 h 184618"/>
                <a:gd name="connsiteX393" fmla="*/ 2951667 w 5219281"/>
                <a:gd name="connsiteY393" fmla="*/ 134402 h 184618"/>
                <a:gd name="connsiteX394" fmla="*/ 2951667 w 5219281"/>
                <a:gd name="connsiteY394" fmla="*/ 52473 h 184618"/>
                <a:gd name="connsiteX395" fmla="*/ 2926885 w 5219281"/>
                <a:gd name="connsiteY395" fmla="*/ 8530 h 184618"/>
                <a:gd name="connsiteX396" fmla="*/ 2930640 w 5219281"/>
                <a:gd name="connsiteY396" fmla="*/ 4806 h 184618"/>
                <a:gd name="connsiteX397" fmla="*/ 2969690 w 5219281"/>
                <a:gd name="connsiteY397" fmla="*/ 4806 h 184618"/>
                <a:gd name="connsiteX398" fmla="*/ 3004986 w 5219281"/>
                <a:gd name="connsiteY398" fmla="*/ 31619 h 184618"/>
                <a:gd name="connsiteX399" fmla="*/ 3025262 w 5219281"/>
                <a:gd name="connsiteY399" fmla="*/ 101631 h 184618"/>
                <a:gd name="connsiteX400" fmla="*/ 3032021 w 5219281"/>
                <a:gd name="connsiteY400" fmla="*/ 120251 h 184618"/>
                <a:gd name="connsiteX401" fmla="*/ 3036527 w 5219281"/>
                <a:gd name="connsiteY401" fmla="*/ 120251 h 184618"/>
                <a:gd name="connsiteX402" fmla="*/ 3055301 w 5219281"/>
                <a:gd name="connsiteY402" fmla="*/ 56942 h 184618"/>
                <a:gd name="connsiteX403" fmla="*/ 3068068 w 5219281"/>
                <a:gd name="connsiteY403" fmla="*/ 12999 h 184618"/>
                <a:gd name="connsiteX404" fmla="*/ 3076328 w 5219281"/>
                <a:gd name="connsiteY404" fmla="*/ 4061 h 184618"/>
                <a:gd name="connsiteX405" fmla="*/ 3134904 w 5219281"/>
                <a:gd name="connsiteY405" fmla="*/ 3316 h 184618"/>
                <a:gd name="connsiteX406" fmla="*/ 2757081 w 5219281"/>
                <a:gd name="connsiteY406" fmla="*/ 3316 h 184618"/>
                <a:gd name="connsiteX407" fmla="*/ 2851961 w 5219281"/>
                <a:gd name="connsiteY407" fmla="*/ 5559 h 184618"/>
                <a:gd name="connsiteX408" fmla="*/ 2894545 w 5219281"/>
                <a:gd name="connsiteY408" fmla="*/ 37704 h 184618"/>
                <a:gd name="connsiteX409" fmla="*/ 2880351 w 5219281"/>
                <a:gd name="connsiteY409" fmla="*/ 81063 h 184618"/>
                <a:gd name="connsiteX410" fmla="*/ 2842249 w 5219281"/>
                <a:gd name="connsiteY410" fmla="*/ 95267 h 184618"/>
                <a:gd name="connsiteX411" fmla="*/ 2884833 w 5219281"/>
                <a:gd name="connsiteY411" fmla="*/ 150587 h 184618"/>
                <a:gd name="connsiteX412" fmla="*/ 2894545 w 5219281"/>
                <a:gd name="connsiteY412" fmla="*/ 162549 h 184618"/>
                <a:gd name="connsiteX413" fmla="*/ 2904258 w 5219281"/>
                <a:gd name="connsiteY413" fmla="*/ 151335 h 184618"/>
                <a:gd name="connsiteX414" fmla="*/ 2908740 w 5219281"/>
                <a:gd name="connsiteY414" fmla="*/ 143112 h 184618"/>
                <a:gd name="connsiteX415" fmla="*/ 2891557 w 5219281"/>
                <a:gd name="connsiteY415" fmla="*/ 179743 h 184618"/>
                <a:gd name="connsiteX416" fmla="*/ 2848226 w 5219281"/>
                <a:gd name="connsiteY416" fmla="*/ 162549 h 184618"/>
                <a:gd name="connsiteX417" fmla="*/ 2840755 w 5219281"/>
                <a:gd name="connsiteY417" fmla="*/ 118442 h 184618"/>
                <a:gd name="connsiteX418" fmla="*/ 2828801 w 5219281"/>
                <a:gd name="connsiteY418" fmla="*/ 99753 h 184618"/>
                <a:gd name="connsiteX419" fmla="*/ 2810871 w 5219281"/>
                <a:gd name="connsiteY419" fmla="*/ 110219 h 184618"/>
                <a:gd name="connsiteX420" fmla="*/ 2811618 w 5219281"/>
                <a:gd name="connsiteY420" fmla="*/ 140121 h 184618"/>
                <a:gd name="connsiteX421" fmla="*/ 2834031 w 5219281"/>
                <a:gd name="connsiteY421" fmla="*/ 175257 h 184618"/>
                <a:gd name="connsiteX422" fmla="*/ 2749610 w 5219281"/>
                <a:gd name="connsiteY422" fmla="*/ 176005 h 184618"/>
                <a:gd name="connsiteX423" fmla="*/ 2759322 w 5219281"/>
                <a:gd name="connsiteY423" fmla="*/ 173015 h 184618"/>
                <a:gd name="connsiteX424" fmla="*/ 2775011 w 5219281"/>
                <a:gd name="connsiteY424" fmla="*/ 154325 h 184618"/>
                <a:gd name="connsiteX425" fmla="*/ 2775011 w 5219281"/>
                <a:gd name="connsiteY425" fmla="*/ 31724 h 184618"/>
                <a:gd name="connsiteX426" fmla="*/ 2750357 w 5219281"/>
                <a:gd name="connsiteY426" fmla="*/ 10044 h 184618"/>
                <a:gd name="connsiteX427" fmla="*/ 2751104 w 5219281"/>
                <a:gd name="connsiteY427" fmla="*/ 6306 h 184618"/>
                <a:gd name="connsiteX428" fmla="*/ 2757081 w 5219281"/>
                <a:gd name="connsiteY428" fmla="*/ 3316 h 184618"/>
                <a:gd name="connsiteX429" fmla="*/ 197218 w 5219281"/>
                <a:gd name="connsiteY429" fmla="*/ 3316 h 184618"/>
                <a:gd name="connsiteX430" fmla="*/ 314783 w 5219281"/>
                <a:gd name="connsiteY430" fmla="*/ 4062 h 184618"/>
                <a:gd name="connsiteX431" fmla="*/ 328176 w 5219281"/>
                <a:gd name="connsiteY431" fmla="*/ 15257 h 184618"/>
                <a:gd name="connsiteX432" fmla="*/ 325200 w 5219281"/>
                <a:gd name="connsiteY432" fmla="*/ 65261 h 184618"/>
                <a:gd name="connsiteX433" fmla="*/ 318503 w 5219281"/>
                <a:gd name="connsiteY433" fmla="*/ 54813 h 184618"/>
                <a:gd name="connsiteX434" fmla="*/ 264185 w 5219281"/>
                <a:gd name="connsiteY434" fmla="*/ 13018 h 184618"/>
                <a:gd name="connsiteX435" fmla="*/ 241863 w 5219281"/>
                <a:gd name="connsiteY435" fmla="*/ 33169 h 184618"/>
                <a:gd name="connsiteX436" fmla="*/ 241863 w 5219281"/>
                <a:gd name="connsiteY436" fmla="*/ 80188 h 184618"/>
                <a:gd name="connsiteX437" fmla="*/ 284276 w 5219281"/>
                <a:gd name="connsiteY437" fmla="*/ 53320 h 184618"/>
                <a:gd name="connsiteX438" fmla="*/ 285020 w 5219281"/>
                <a:gd name="connsiteY438" fmla="*/ 122728 h 184618"/>
                <a:gd name="connsiteX439" fmla="*/ 278323 w 5219281"/>
                <a:gd name="connsiteY439" fmla="*/ 110041 h 184618"/>
                <a:gd name="connsiteX440" fmla="*/ 263441 w 5219281"/>
                <a:gd name="connsiteY440" fmla="*/ 95861 h 184618"/>
                <a:gd name="connsiteX441" fmla="*/ 241863 w 5219281"/>
                <a:gd name="connsiteY441" fmla="*/ 108548 h 184618"/>
                <a:gd name="connsiteX442" fmla="*/ 241863 w 5219281"/>
                <a:gd name="connsiteY442" fmla="*/ 153328 h 184618"/>
                <a:gd name="connsiteX443" fmla="*/ 260465 w 5219281"/>
                <a:gd name="connsiteY443" fmla="*/ 171239 h 184618"/>
                <a:gd name="connsiteX444" fmla="*/ 321480 w 5219281"/>
                <a:gd name="connsiteY444" fmla="*/ 127206 h 184618"/>
                <a:gd name="connsiteX445" fmla="*/ 327432 w 5219281"/>
                <a:gd name="connsiteY445" fmla="*/ 115265 h 184618"/>
                <a:gd name="connsiteX446" fmla="*/ 331153 w 5219281"/>
                <a:gd name="connsiteY446" fmla="*/ 116011 h 184618"/>
                <a:gd name="connsiteX447" fmla="*/ 331153 w 5219281"/>
                <a:gd name="connsiteY447" fmla="*/ 173478 h 184618"/>
                <a:gd name="connsiteX448" fmla="*/ 323712 w 5219281"/>
                <a:gd name="connsiteY448" fmla="*/ 180195 h 184618"/>
                <a:gd name="connsiteX449" fmla="*/ 183824 w 5219281"/>
                <a:gd name="connsiteY449" fmla="*/ 179449 h 184618"/>
                <a:gd name="connsiteX450" fmla="*/ 177128 w 5219281"/>
                <a:gd name="connsiteY450" fmla="*/ 175717 h 184618"/>
                <a:gd name="connsiteX451" fmla="*/ 189033 w 5219281"/>
                <a:gd name="connsiteY451" fmla="*/ 171986 h 184618"/>
                <a:gd name="connsiteX452" fmla="*/ 202427 w 5219281"/>
                <a:gd name="connsiteY452" fmla="*/ 155567 h 184618"/>
                <a:gd name="connsiteX453" fmla="*/ 203171 w 5219281"/>
                <a:gd name="connsiteY453" fmla="*/ 30184 h 184618"/>
                <a:gd name="connsiteX454" fmla="*/ 187545 w 5219281"/>
                <a:gd name="connsiteY454" fmla="*/ 11526 h 184618"/>
                <a:gd name="connsiteX455" fmla="*/ 180104 w 5219281"/>
                <a:gd name="connsiteY455" fmla="*/ 5555 h 184618"/>
                <a:gd name="connsiteX456" fmla="*/ 197218 w 5219281"/>
                <a:gd name="connsiteY456" fmla="*/ 3316 h 184618"/>
                <a:gd name="connsiteX457" fmla="*/ 4043261 w 5219281"/>
                <a:gd name="connsiteY457" fmla="*/ 3264 h 184618"/>
                <a:gd name="connsiteX458" fmla="*/ 4090572 w 5219281"/>
                <a:gd name="connsiteY458" fmla="*/ 8615 h 184618"/>
                <a:gd name="connsiteX459" fmla="*/ 4063591 w 5219281"/>
                <a:gd name="connsiteY459" fmla="*/ 53675 h 184618"/>
                <a:gd name="connsiteX460" fmla="*/ 4063591 w 5219281"/>
                <a:gd name="connsiteY460" fmla="*/ 133280 h 184618"/>
                <a:gd name="connsiteX461" fmla="*/ 4090572 w 5219281"/>
                <a:gd name="connsiteY461" fmla="*/ 174584 h 184618"/>
                <a:gd name="connsiteX462" fmla="*/ 4086825 w 5219281"/>
                <a:gd name="connsiteY462" fmla="*/ 179090 h 184618"/>
                <a:gd name="connsiteX463" fmla="*/ 4002133 w 5219281"/>
                <a:gd name="connsiteY463" fmla="*/ 179090 h 184618"/>
                <a:gd name="connsiteX464" fmla="*/ 4002133 w 5219281"/>
                <a:gd name="connsiteY464" fmla="*/ 175335 h 184618"/>
                <a:gd name="connsiteX465" fmla="*/ 4025367 w 5219281"/>
                <a:gd name="connsiteY465" fmla="*/ 140039 h 184618"/>
                <a:gd name="connsiteX466" fmla="*/ 4025367 w 5219281"/>
                <a:gd name="connsiteY466" fmla="*/ 43912 h 184618"/>
                <a:gd name="connsiteX467" fmla="*/ 4002133 w 5219281"/>
                <a:gd name="connsiteY467" fmla="*/ 8615 h 184618"/>
                <a:gd name="connsiteX468" fmla="*/ 4043261 w 5219281"/>
                <a:gd name="connsiteY468" fmla="*/ 3264 h 184618"/>
                <a:gd name="connsiteX469" fmla="*/ 3851659 w 5219281"/>
                <a:gd name="connsiteY469" fmla="*/ 3078 h 184618"/>
                <a:gd name="connsiteX470" fmla="*/ 3884254 w 5219281"/>
                <a:gd name="connsiteY470" fmla="*/ 32311 h 184618"/>
                <a:gd name="connsiteX471" fmla="*/ 3937341 w 5219281"/>
                <a:gd name="connsiteY471" fmla="*/ 113363 h 184618"/>
                <a:gd name="connsiteX472" fmla="*/ 3949304 w 5219281"/>
                <a:gd name="connsiteY472" fmla="*/ 126121 h 184618"/>
                <a:gd name="connsiteX473" fmla="*/ 3949304 w 5219281"/>
                <a:gd name="connsiteY473" fmla="*/ 94601 h 184618"/>
                <a:gd name="connsiteX474" fmla="*/ 3950052 w 5219281"/>
                <a:gd name="connsiteY474" fmla="*/ 40566 h 184618"/>
                <a:gd name="connsiteX475" fmla="*/ 3929116 w 5219281"/>
                <a:gd name="connsiteY475" fmla="*/ 12048 h 184618"/>
                <a:gd name="connsiteX476" fmla="*/ 3925378 w 5219281"/>
                <a:gd name="connsiteY476" fmla="*/ 9797 h 184618"/>
                <a:gd name="connsiteX477" fmla="*/ 3923882 w 5219281"/>
                <a:gd name="connsiteY477" fmla="*/ 5294 h 184618"/>
                <a:gd name="connsiteX478" fmla="*/ 3984446 w 5219281"/>
                <a:gd name="connsiteY478" fmla="*/ 5294 h 184618"/>
                <a:gd name="connsiteX479" fmla="*/ 3960520 w 5219281"/>
                <a:gd name="connsiteY479" fmla="*/ 51824 h 184618"/>
                <a:gd name="connsiteX480" fmla="*/ 3959772 w 5219281"/>
                <a:gd name="connsiteY480" fmla="*/ 159893 h 184618"/>
                <a:gd name="connsiteX481" fmla="*/ 3959772 w 5219281"/>
                <a:gd name="connsiteY481" fmla="*/ 179405 h 184618"/>
                <a:gd name="connsiteX482" fmla="*/ 3932107 w 5219281"/>
                <a:gd name="connsiteY482" fmla="*/ 170400 h 184618"/>
                <a:gd name="connsiteX483" fmla="*/ 3855841 w 5219281"/>
                <a:gd name="connsiteY483" fmla="*/ 56327 h 184618"/>
                <a:gd name="connsiteX484" fmla="*/ 3847617 w 5219281"/>
                <a:gd name="connsiteY484" fmla="*/ 45069 h 184618"/>
                <a:gd name="connsiteX485" fmla="*/ 3843130 w 5219281"/>
                <a:gd name="connsiteY485" fmla="*/ 46570 h 184618"/>
                <a:gd name="connsiteX486" fmla="*/ 3843878 w 5219281"/>
                <a:gd name="connsiteY486" fmla="*/ 158392 h 184618"/>
                <a:gd name="connsiteX487" fmla="*/ 3858084 w 5219281"/>
                <a:gd name="connsiteY487" fmla="*/ 172651 h 184618"/>
                <a:gd name="connsiteX488" fmla="*/ 3870048 w 5219281"/>
                <a:gd name="connsiteY488" fmla="*/ 174902 h 184618"/>
                <a:gd name="connsiteX489" fmla="*/ 3869300 w 5219281"/>
                <a:gd name="connsiteY489" fmla="*/ 178655 h 184618"/>
                <a:gd name="connsiteX490" fmla="*/ 3809484 w 5219281"/>
                <a:gd name="connsiteY490" fmla="*/ 178655 h 184618"/>
                <a:gd name="connsiteX491" fmla="*/ 3808736 w 5219281"/>
                <a:gd name="connsiteY491" fmla="*/ 175653 h 184618"/>
                <a:gd name="connsiteX492" fmla="*/ 3816961 w 5219281"/>
                <a:gd name="connsiteY492" fmla="*/ 173401 h 184618"/>
                <a:gd name="connsiteX493" fmla="*/ 3831915 w 5219281"/>
                <a:gd name="connsiteY493" fmla="*/ 155390 h 184618"/>
                <a:gd name="connsiteX494" fmla="*/ 3832663 w 5219281"/>
                <a:gd name="connsiteY494" fmla="*/ 30060 h 184618"/>
                <a:gd name="connsiteX495" fmla="*/ 3804250 w 5219281"/>
                <a:gd name="connsiteY495" fmla="*/ 7545 h 184618"/>
                <a:gd name="connsiteX496" fmla="*/ 3815466 w 5219281"/>
                <a:gd name="connsiteY496" fmla="*/ 3793 h 184618"/>
                <a:gd name="connsiteX497" fmla="*/ 3834906 w 5219281"/>
                <a:gd name="connsiteY497" fmla="*/ 3793 h 184618"/>
                <a:gd name="connsiteX498" fmla="*/ 3851659 w 5219281"/>
                <a:gd name="connsiteY498" fmla="*/ 3078 h 184618"/>
                <a:gd name="connsiteX499" fmla="*/ 1898402 w 5219281"/>
                <a:gd name="connsiteY499" fmla="*/ 2689 h 184618"/>
                <a:gd name="connsiteX500" fmla="*/ 1945281 w 5219281"/>
                <a:gd name="connsiteY500" fmla="*/ 41640 h 184618"/>
                <a:gd name="connsiteX501" fmla="*/ 1991831 w 5219281"/>
                <a:gd name="connsiteY501" fmla="*/ 111450 h 184618"/>
                <a:gd name="connsiteX502" fmla="*/ 2003094 w 5219281"/>
                <a:gd name="connsiteY502" fmla="*/ 125712 h 184618"/>
                <a:gd name="connsiteX503" fmla="*/ 2005346 w 5219281"/>
                <a:gd name="connsiteY503" fmla="*/ 111450 h 184618"/>
                <a:gd name="connsiteX504" fmla="*/ 2005346 w 5219281"/>
                <a:gd name="connsiteY504" fmla="*/ 40889 h 184618"/>
                <a:gd name="connsiteX505" fmla="*/ 1984323 w 5219281"/>
                <a:gd name="connsiteY505" fmla="*/ 11614 h 184618"/>
                <a:gd name="connsiteX506" fmla="*/ 1980569 w 5219281"/>
                <a:gd name="connsiteY506" fmla="*/ 9362 h 184618"/>
                <a:gd name="connsiteX507" fmla="*/ 1979068 w 5219281"/>
                <a:gd name="connsiteY507" fmla="*/ 4858 h 184618"/>
                <a:gd name="connsiteX508" fmla="*/ 2036130 w 5219281"/>
                <a:gd name="connsiteY508" fmla="*/ 4858 h 184618"/>
                <a:gd name="connsiteX509" fmla="*/ 2039884 w 5219281"/>
                <a:gd name="connsiteY509" fmla="*/ 7861 h 184618"/>
                <a:gd name="connsiteX510" fmla="*/ 2015858 w 5219281"/>
                <a:gd name="connsiteY510" fmla="*/ 58905 h 184618"/>
                <a:gd name="connsiteX511" fmla="*/ 2015858 w 5219281"/>
                <a:gd name="connsiteY511" fmla="*/ 178258 h 184618"/>
                <a:gd name="connsiteX512" fmla="*/ 1985074 w 5219281"/>
                <a:gd name="connsiteY512" fmla="*/ 167749 h 184618"/>
                <a:gd name="connsiteX513" fmla="*/ 1909242 w 5219281"/>
                <a:gd name="connsiteY513" fmla="*/ 54401 h 184618"/>
                <a:gd name="connsiteX514" fmla="*/ 1900983 w 5219281"/>
                <a:gd name="connsiteY514" fmla="*/ 45393 h 184618"/>
                <a:gd name="connsiteX515" fmla="*/ 1897229 w 5219281"/>
                <a:gd name="connsiteY515" fmla="*/ 46895 h 184618"/>
                <a:gd name="connsiteX516" fmla="*/ 1897229 w 5219281"/>
                <a:gd name="connsiteY516" fmla="*/ 104694 h 184618"/>
                <a:gd name="connsiteX517" fmla="*/ 1897229 w 5219281"/>
                <a:gd name="connsiteY517" fmla="*/ 149733 h 184618"/>
                <a:gd name="connsiteX518" fmla="*/ 1918251 w 5219281"/>
                <a:gd name="connsiteY518" fmla="*/ 173003 h 184618"/>
                <a:gd name="connsiteX519" fmla="*/ 1925760 w 5219281"/>
                <a:gd name="connsiteY519" fmla="*/ 178258 h 184618"/>
                <a:gd name="connsiteX520" fmla="*/ 1863442 w 5219281"/>
                <a:gd name="connsiteY520" fmla="*/ 178258 h 184618"/>
                <a:gd name="connsiteX521" fmla="*/ 1864193 w 5219281"/>
                <a:gd name="connsiteY521" fmla="*/ 174504 h 184618"/>
                <a:gd name="connsiteX522" fmla="*/ 1885966 w 5219281"/>
                <a:gd name="connsiteY522" fmla="*/ 144479 h 184618"/>
                <a:gd name="connsiteX523" fmla="*/ 1885966 w 5219281"/>
                <a:gd name="connsiteY523" fmla="*/ 46895 h 184618"/>
                <a:gd name="connsiteX524" fmla="*/ 1859688 w 5219281"/>
                <a:gd name="connsiteY524" fmla="*/ 6360 h 184618"/>
                <a:gd name="connsiteX525" fmla="*/ 1870199 w 5219281"/>
                <a:gd name="connsiteY525" fmla="*/ 3357 h 184618"/>
                <a:gd name="connsiteX526" fmla="*/ 1898402 w 5219281"/>
                <a:gd name="connsiteY526" fmla="*/ 2689 h 184618"/>
                <a:gd name="connsiteX527" fmla="*/ 75422 w 5219281"/>
                <a:gd name="connsiteY527" fmla="*/ 2603 h 184618"/>
                <a:gd name="connsiteX528" fmla="*/ 115950 w 5219281"/>
                <a:gd name="connsiteY528" fmla="*/ 9343 h 184618"/>
                <a:gd name="connsiteX529" fmla="*/ 141468 w 5219281"/>
                <a:gd name="connsiteY529" fmla="*/ 6347 h 184618"/>
                <a:gd name="connsiteX530" fmla="*/ 148223 w 5219281"/>
                <a:gd name="connsiteY530" fmla="*/ 4850 h 184618"/>
                <a:gd name="connsiteX531" fmla="*/ 148223 w 5219281"/>
                <a:gd name="connsiteY531" fmla="*/ 68505 h 184618"/>
                <a:gd name="connsiteX532" fmla="*/ 139216 w 5219281"/>
                <a:gd name="connsiteY532" fmla="*/ 58769 h 184618"/>
                <a:gd name="connsiteX533" fmla="*/ 126458 w 5219281"/>
                <a:gd name="connsiteY533" fmla="*/ 34056 h 184618"/>
                <a:gd name="connsiteX534" fmla="*/ 77674 w 5219281"/>
                <a:gd name="connsiteY534" fmla="*/ 10841 h 184618"/>
                <a:gd name="connsiteX535" fmla="*/ 45402 w 5219281"/>
                <a:gd name="connsiteY535" fmla="*/ 49783 h 184618"/>
                <a:gd name="connsiteX536" fmla="*/ 44651 w 5219281"/>
                <a:gd name="connsiteY536" fmla="*/ 129913 h 184618"/>
                <a:gd name="connsiteX537" fmla="*/ 93435 w 5219281"/>
                <a:gd name="connsiteY537" fmla="*/ 174097 h 184618"/>
                <a:gd name="connsiteX538" fmla="*/ 145220 w 5219281"/>
                <a:gd name="connsiteY538" fmla="*/ 129164 h 184618"/>
                <a:gd name="connsiteX539" fmla="*/ 148973 w 5219281"/>
                <a:gd name="connsiteY539" fmla="*/ 113438 h 184618"/>
                <a:gd name="connsiteX540" fmla="*/ 152726 w 5219281"/>
                <a:gd name="connsiteY540" fmla="*/ 114187 h 184618"/>
                <a:gd name="connsiteX541" fmla="*/ 98688 w 5219281"/>
                <a:gd name="connsiteY541" fmla="*/ 180837 h 184618"/>
                <a:gd name="connsiteX542" fmla="*/ 1121 w 5219281"/>
                <a:gd name="connsiteY542" fmla="*/ 110442 h 184618"/>
                <a:gd name="connsiteX543" fmla="*/ 75422 w 5219281"/>
                <a:gd name="connsiteY543" fmla="*/ 2603 h 184618"/>
                <a:gd name="connsiteX544" fmla="*/ 4684016 w 5219281"/>
                <a:gd name="connsiteY544" fmla="*/ 2211 h 184618"/>
                <a:gd name="connsiteX545" fmla="*/ 4719242 w 5219281"/>
                <a:gd name="connsiteY545" fmla="*/ 9718 h 184618"/>
                <a:gd name="connsiteX546" fmla="*/ 4749221 w 5219281"/>
                <a:gd name="connsiteY546" fmla="*/ 2211 h 184618"/>
                <a:gd name="connsiteX547" fmla="*/ 4749221 w 5219281"/>
                <a:gd name="connsiteY547" fmla="*/ 61512 h 184618"/>
                <a:gd name="connsiteX548" fmla="*/ 4746223 w 5219281"/>
                <a:gd name="connsiteY548" fmla="*/ 63013 h 184618"/>
                <a:gd name="connsiteX549" fmla="*/ 4738728 w 5219281"/>
                <a:gd name="connsiteY549" fmla="*/ 51754 h 184618"/>
                <a:gd name="connsiteX550" fmla="*/ 4703503 w 5219281"/>
                <a:gd name="connsiteY550" fmla="*/ 11219 h 184618"/>
                <a:gd name="connsiteX551" fmla="*/ 4666778 w 5219281"/>
                <a:gd name="connsiteY551" fmla="*/ 23980 h 184618"/>
                <a:gd name="connsiteX552" fmla="*/ 4679519 w 5219281"/>
                <a:gd name="connsiteY552" fmla="*/ 59260 h 184618"/>
                <a:gd name="connsiteX553" fmla="*/ 4698256 w 5219281"/>
                <a:gd name="connsiteY553" fmla="*/ 68268 h 184618"/>
                <a:gd name="connsiteX554" fmla="*/ 4734232 w 5219281"/>
                <a:gd name="connsiteY554" fmla="*/ 86284 h 184618"/>
                <a:gd name="connsiteX555" fmla="*/ 4757466 w 5219281"/>
                <a:gd name="connsiteY555" fmla="*/ 138078 h 184618"/>
                <a:gd name="connsiteX556" fmla="*/ 4718492 w 5219281"/>
                <a:gd name="connsiteY556" fmla="*/ 177862 h 184618"/>
                <a:gd name="connsiteX557" fmla="*/ 4667527 w 5219281"/>
                <a:gd name="connsiteY557" fmla="*/ 175610 h 184618"/>
                <a:gd name="connsiteX558" fmla="*/ 4634550 w 5219281"/>
                <a:gd name="connsiteY558" fmla="*/ 184618 h 184618"/>
                <a:gd name="connsiteX559" fmla="*/ 4634550 w 5219281"/>
                <a:gd name="connsiteY559" fmla="*/ 114808 h 184618"/>
                <a:gd name="connsiteX560" fmla="*/ 4638297 w 5219281"/>
                <a:gd name="connsiteY560" fmla="*/ 113307 h 184618"/>
                <a:gd name="connsiteX561" fmla="*/ 4645792 w 5219281"/>
                <a:gd name="connsiteY561" fmla="*/ 130572 h 184618"/>
                <a:gd name="connsiteX562" fmla="*/ 4679519 w 5219281"/>
                <a:gd name="connsiteY562" fmla="*/ 171857 h 184618"/>
                <a:gd name="connsiteX563" fmla="*/ 4726737 w 5219281"/>
                <a:gd name="connsiteY563" fmla="*/ 152340 h 184618"/>
                <a:gd name="connsiteX564" fmla="*/ 4719242 w 5219281"/>
                <a:gd name="connsiteY564" fmla="*/ 129070 h 184618"/>
                <a:gd name="connsiteX565" fmla="*/ 4690012 w 5219281"/>
                <a:gd name="connsiteY565" fmla="*/ 111806 h 184618"/>
                <a:gd name="connsiteX566" fmla="*/ 4660782 w 5219281"/>
                <a:gd name="connsiteY566" fmla="*/ 96793 h 184618"/>
                <a:gd name="connsiteX567" fmla="*/ 4636798 w 5219281"/>
                <a:gd name="connsiteY567" fmla="*/ 40494 h 184618"/>
                <a:gd name="connsiteX568" fmla="*/ 4684016 w 5219281"/>
                <a:gd name="connsiteY568" fmla="*/ 2211 h 184618"/>
                <a:gd name="connsiteX569" fmla="*/ 1457447 w 5219281"/>
                <a:gd name="connsiteY569" fmla="*/ 2039 h 184618"/>
                <a:gd name="connsiteX570" fmla="*/ 1485870 w 5219281"/>
                <a:gd name="connsiteY570" fmla="*/ 5367 h 184618"/>
                <a:gd name="connsiteX571" fmla="*/ 1499278 w 5219281"/>
                <a:gd name="connsiteY571" fmla="*/ 10617 h 184618"/>
                <a:gd name="connsiteX572" fmla="*/ 1512687 w 5219281"/>
                <a:gd name="connsiteY572" fmla="*/ 12117 h 184618"/>
                <a:gd name="connsiteX573" fmla="*/ 1526095 w 5219281"/>
                <a:gd name="connsiteY573" fmla="*/ 2367 h 184618"/>
                <a:gd name="connsiteX574" fmla="*/ 1526095 w 5219281"/>
                <a:gd name="connsiteY574" fmla="*/ 64618 h 184618"/>
                <a:gd name="connsiteX575" fmla="*/ 1523115 w 5219281"/>
                <a:gd name="connsiteY575" fmla="*/ 66118 h 184618"/>
                <a:gd name="connsiteX576" fmla="*/ 1517901 w 5219281"/>
                <a:gd name="connsiteY576" fmla="*/ 58617 h 184618"/>
                <a:gd name="connsiteX577" fmla="*/ 1505238 w 5219281"/>
                <a:gd name="connsiteY577" fmla="*/ 34617 h 184618"/>
                <a:gd name="connsiteX578" fmla="*/ 1456819 w 5219281"/>
                <a:gd name="connsiteY578" fmla="*/ 10617 h 184618"/>
                <a:gd name="connsiteX579" fmla="*/ 1423298 w 5219281"/>
                <a:gd name="connsiteY579" fmla="*/ 52617 h 184618"/>
                <a:gd name="connsiteX580" fmla="*/ 1423298 w 5219281"/>
                <a:gd name="connsiteY580" fmla="*/ 129868 h 184618"/>
                <a:gd name="connsiteX581" fmla="*/ 1472462 w 5219281"/>
                <a:gd name="connsiteY581" fmla="*/ 174118 h 184618"/>
                <a:gd name="connsiteX582" fmla="*/ 1522370 w 5219281"/>
                <a:gd name="connsiteY582" fmla="*/ 129118 h 184618"/>
                <a:gd name="connsiteX583" fmla="*/ 1527585 w 5219281"/>
                <a:gd name="connsiteY583" fmla="*/ 110368 h 184618"/>
                <a:gd name="connsiteX584" fmla="*/ 1513432 w 5219281"/>
                <a:gd name="connsiteY584" fmla="*/ 165118 h 184618"/>
                <a:gd name="connsiteX585" fmla="*/ 1446390 w 5219281"/>
                <a:gd name="connsiteY585" fmla="*/ 179368 h 184618"/>
                <a:gd name="connsiteX586" fmla="*/ 1389777 w 5219281"/>
                <a:gd name="connsiteY586" fmla="*/ 48867 h 184618"/>
                <a:gd name="connsiteX587" fmla="*/ 1457447 w 5219281"/>
                <a:gd name="connsiteY587" fmla="*/ 2039 h 184618"/>
                <a:gd name="connsiteX588" fmla="*/ 2644397 w 5219281"/>
                <a:gd name="connsiteY588" fmla="*/ 1853 h 184618"/>
                <a:gd name="connsiteX589" fmla="*/ 2727862 w 5219281"/>
                <a:gd name="connsiteY589" fmla="*/ 90829 h 184618"/>
                <a:gd name="connsiteX590" fmla="*/ 2645887 w 5219281"/>
                <a:gd name="connsiteY590" fmla="*/ 181301 h 184618"/>
                <a:gd name="connsiteX591" fmla="*/ 2561677 w 5219281"/>
                <a:gd name="connsiteY591" fmla="*/ 92325 h 184618"/>
                <a:gd name="connsiteX592" fmla="*/ 2644397 w 5219281"/>
                <a:gd name="connsiteY592" fmla="*/ 1853 h 184618"/>
                <a:gd name="connsiteX593" fmla="*/ 2137720 w 5219281"/>
                <a:gd name="connsiteY593" fmla="*/ 1105 h 184618"/>
                <a:gd name="connsiteX594" fmla="*/ 2150438 w 5219281"/>
                <a:gd name="connsiteY594" fmla="*/ 20510 h 184618"/>
                <a:gd name="connsiteX595" fmla="*/ 2201310 w 5219281"/>
                <a:gd name="connsiteY595" fmla="*/ 142161 h 184618"/>
                <a:gd name="connsiteX596" fmla="*/ 2224502 w 5219281"/>
                <a:gd name="connsiteY596" fmla="*/ 177984 h 184618"/>
                <a:gd name="connsiteX597" fmla="*/ 2145950 w 5219281"/>
                <a:gd name="connsiteY597" fmla="*/ 177984 h 184618"/>
                <a:gd name="connsiteX598" fmla="*/ 2144453 w 5219281"/>
                <a:gd name="connsiteY598" fmla="*/ 174999 h 184618"/>
                <a:gd name="connsiteX599" fmla="*/ 2148194 w 5219281"/>
                <a:gd name="connsiteY599" fmla="*/ 172760 h 184618"/>
                <a:gd name="connsiteX600" fmla="*/ 2163904 w 5219281"/>
                <a:gd name="connsiteY600" fmla="*/ 147385 h 184618"/>
                <a:gd name="connsiteX601" fmla="*/ 2130239 w 5219281"/>
                <a:gd name="connsiteY601" fmla="*/ 121264 h 184618"/>
                <a:gd name="connsiteX602" fmla="*/ 2121262 w 5219281"/>
                <a:gd name="connsiteY602" fmla="*/ 121264 h 184618"/>
                <a:gd name="connsiteX603" fmla="*/ 2086100 w 5219281"/>
                <a:gd name="connsiteY603" fmla="*/ 152609 h 184618"/>
                <a:gd name="connsiteX604" fmla="*/ 2102559 w 5219281"/>
                <a:gd name="connsiteY604" fmla="*/ 172760 h 184618"/>
                <a:gd name="connsiteX605" fmla="*/ 2111536 w 5219281"/>
                <a:gd name="connsiteY605" fmla="*/ 177984 h 184618"/>
                <a:gd name="connsiteX606" fmla="*/ 2050939 w 5219281"/>
                <a:gd name="connsiteY606" fmla="*/ 177984 h 184618"/>
                <a:gd name="connsiteX607" fmla="*/ 2125002 w 5219281"/>
                <a:gd name="connsiteY607" fmla="*/ 21256 h 184618"/>
                <a:gd name="connsiteX608" fmla="*/ 2137720 w 5219281"/>
                <a:gd name="connsiteY608" fmla="*/ 1105 h 184618"/>
                <a:gd name="connsiteX609" fmla="*/ 986546 w 5219281"/>
                <a:gd name="connsiteY609" fmla="*/ 1105 h 184618"/>
                <a:gd name="connsiteX610" fmla="*/ 994802 w 5219281"/>
                <a:gd name="connsiteY610" fmla="*/ 11575 h 184618"/>
                <a:gd name="connsiteX611" fmla="*/ 1046585 w 5219281"/>
                <a:gd name="connsiteY611" fmla="*/ 136464 h 184618"/>
                <a:gd name="connsiteX612" fmla="*/ 1078105 w 5219281"/>
                <a:gd name="connsiteY612" fmla="*/ 179090 h 184618"/>
                <a:gd name="connsiteX613" fmla="*/ 988798 w 5219281"/>
                <a:gd name="connsiteY613" fmla="*/ 179090 h 184618"/>
                <a:gd name="connsiteX614" fmla="*/ 996302 w 5219281"/>
                <a:gd name="connsiteY614" fmla="*/ 173108 h 184618"/>
                <a:gd name="connsiteX615" fmla="*/ 1012063 w 5219281"/>
                <a:gd name="connsiteY615" fmla="*/ 147681 h 184618"/>
                <a:gd name="connsiteX616" fmla="*/ 975289 w 5219281"/>
                <a:gd name="connsiteY616" fmla="*/ 121507 h 184618"/>
                <a:gd name="connsiteX617" fmla="*/ 969285 w 5219281"/>
                <a:gd name="connsiteY617" fmla="*/ 121507 h 184618"/>
                <a:gd name="connsiteX618" fmla="*/ 934013 w 5219281"/>
                <a:gd name="connsiteY618" fmla="*/ 150672 h 184618"/>
                <a:gd name="connsiteX619" fmla="*/ 951274 w 5219281"/>
                <a:gd name="connsiteY619" fmla="*/ 173108 h 184618"/>
                <a:gd name="connsiteX620" fmla="*/ 959529 w 5219281"/>
                <a:gd name="connsiteY620" fmla="*/ 175351 h 184618"/>
                <a:gd name="connsiteX621" fmla="*/ 959529 w 5219281"/>
                <a:gd name="connsiteY621" fmla="*/ 179090 h 184618"/>
                <a:gd name="connsiteX622" fmla="*/ 893487 w 5219281"/>
                <a:gd name="connsiteY622" fmla="*/ 179090 h 184618"/>
                <a:gd name="connsiteX623" fmla="*/ 955777 w 5219281"/>
                <a:gd name="connsiteY623" fmla="*/ 64671 h 184618"/>
                <a:gd name="connsiteX624" fmla="*/ 977540 w 5219281"/>
                <a:gd name="connsiteY624" fmla="*/ 10827 h 184618"/>
                <a:gd name="connsiteX625" fmla="*/ 986546 w 5219281"/>
                <a:gd name="connsiteY625" fmla="*/ 1105 h 184618"/>
                <a:gd name="connsiteX626" fmla="*/ 3241750 w 5219281"/>
                <a:gd name="connsiteY626" fmla="*/ 0 h 184618"/>
                <a:gd name="connsiteX627" fmla="*/ 3250724 w 5219281"/>
                <a:gd name="connsiteY627" fmla="*/ 11989 h 184618"/>
                <a:gd name="connsiteX628" fmla="*/ 3307560 w 5219281"/>
                <a:gd name="connsiteY628" fmla="*/ 150616 h 184618"/>
                <a:gd name="connsiteX629" fmla="*/ 3329995 w 5219281"/>
                <a:gd name="connsiteY629" fmla="*/ 179090 h 184618"/>
                <a:gd name="connsiteX630" fmla="*/ 3246237 w 5219281"/>
                <a:gd name="connsiteY630" fmla="*/ 179090 h 184618"/>
                <a:gd name="connsiteX631" fmla="*/ 3249976 w 5219281"/>
                <a:gd name="connsiteY631" fmla="*/ 173845 h 184618"/>
                <a:gd name="connsiteX632" fmla="*/ 3265681 w 5219281"/>
                <a:gd name="connsiteY632" fmla="*/ 144621 h 184618"/>
                <a:gd name="connsiteX633" fmla="*/ 3232776 w 5219281"/>
                <a:gd name="connsiteY633" fmla="*/ 121392 h 184618"/>
                <a:gd name="connsiteX634" fmla="*/ 3225298 w 5219281"/>
                <a:gd name="connsiteY634" fmla="*/ 121392 h 184618"/>
                <a:gd name="connsiteX635" fmla="*/ 3189402 w 5219281"/>
                <a:gd name="connsiteY635" fmla="*/ 153613 h 184618"/>
                <a:gd name="connsiteX636" fmla="*/ 3204358 w 5219281"/>
                <a:gd name="connsiteY636" fmla="*/ 173096 h 184618"/>
                <a:gd name="connsiteX637" fmla="*/ 3215576 w 5219281"/>
                <a:gd name="connsiteY637" fmla="*/ 174594 h 184618"/>
                <a:gd name="connsiteX638" fmla="*/ 3214828 w 5219281"/>
                <a:gd name="connsiteY638" fmla="*/ 178341 h 184618"/>
                <a:gd name="connsiteX639" fmla="*/ 3152758 w 5219281"/>
                <a:gd name="connsiteY639" fmla="*/ 178341 h 184618"/>
                <a:gd name="connsiteX640" fmla="*/ 3152010 w 5219281"/>
                <a:gd name="connsiteY640" fmla="*/ 175344 h 184618"/>
                <a:gd name="connsiteX641" fmla="*/ 3193141 w 5219281"/>
                <a:gd name="connsiteY641" fmla="*/ 109403 h 184618"/>
                <a:gd name="connsiteX642" fmla="*/ 3232776 w 5219281"/>
                <a:gd name="connsiteY642" fmla="*/ 11240 h 184618"/>
                <a:gd name="connsiteX643" fmla="*/ 3241750 w 5219281"/>
                <a:gd name="connsiteY643" fmla="*/ 0 h 184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</a:cxnLst>
              <a:rect l="l" t="t" r="r" b="b"/>
              <a:pathLst>
                <a:path w="5219281" h="184618">
                  <a:moveTo>
                    <a:pt x="973788" y="55697"/>
                  </a:moveTo>
                  <a:cubicBezTo>
                    <a:pt x="972287" y="56445"/>
                    <a:pt x="970786" y="56445"/>
                    <a:pt x="969285" y="56445"/>
                  </a:cubicBezTo>
                  <a:cubicBezTo>
                    <a:pt x="963281" y="73645"/>
                    <a:pt x="956527" y="90098"/>
                    <a:pt x="949773" y="108794"/>
                  </a:cubicBezTo>
                  <a:cubicBezTo>
                    <a:pt x="966283" y="108794"/>
                    <a:pt x="979792" y="108794"/>
                    <a:pt x="995552" y="108794"/>
                  </a:cubicBezTo>
                  <a:cubicBezTo>
                    <a:pt x="988047" y="89350"/>
                    <a:pt x="980542" y="72897"/>
                    <a:pt x="973788" y="55697"/>
                  </a:cubicBezTo>
                  <a:close/>
                  <a:moveTo>
                    <a:pt x="2122010" y="55587"/>
                  </a:moveTo>
                  <a:cubicBezTo>
                    <a:pt x="2115277" y="72752"/>
                    <a:pt x="2109292" y="89918"/>
                    <a:pt x="2101811" y="108576"/>
                  </a:cubicBezTo>
                  <a:cubicBezTo>
                    <a:pt x="2118269" y="108576"/>
                    <a:pt x="2130987" y="108576"/>
                    <a:pt x="2148194" y="108576"/>
                  </a:cubicBezTo>
                  <a:cubicBezTo>
                    <a:pt x="2139965" y="89172"/>
                    <a:pt x="2133232" y="72752"/>
                    <a:pt x="2125750" y="55587"/>
                  </a:cubicBezTo>
                  <a:cubicBezTo>
                    <a:pt x="2125002" y="55587"/>
                    <a:pt x="2123506" y="55587"/>
                    <a:pt x="2122010" y="55587"/>
                  </a:cubicBezTo>
                  <a:close/>
                  <a:moveTo>
                    <a:pt x="3229785" y="54701"/>
                  </a:moveTo>
                  <a:cubicBezTo>
                    <a:pt x="3228289" y="55451"/>
                    <a:pt x="3226793" y="55451"/>
                    <a:pt x="3225298" y="55451"/>
                  </a:cubicBezTo>
                  <a:cubicBezTo>
                    <a:pt x="3218567" y="72685"/>
                    <a:pt x="3211837" y="89920"/>
                    <a:pt x="3204358" y="108653"/>
                  </a:cubicBezTo>
                  <a:cubicBezTo>
                    <a:pt x="3221559" y="108653"/>
                    <a:pt x="3235020" y="108653"/>
                    <a:pt x="3250724" y="108653"/>
                  </a:cubicBezTo>
                  <a:cubicBezTo>
                    <a:pt x="3243246" y="89920"/>
                    <a:pt x="3236515" y="72685"/>
                    <a:pt x="3229785" y="54701"/>
                  </a:cubicBezTo>
                  <a:close/>
                  <a:moveTo>
                    <a:pt x="4516565" y="15661"/>
                  </a:moveTo>
                  <a:cubicBezTo>
                    <a:pt x="4511324" y="17902"/>
                    <a:pt x="4509077" y="27616"/>
                    <a:pt x="4507580" y="34340"/>
                  </a:cubicBezTo>
                  <a:cubicBezTo>
                    <a:pt x="4506083" y="39571"/>
                    <a:pt x="4507580" y="46296"/>
                    <a:pt x="4507580" y="52273"/>
                  </a:cubicBezTo>
                  <a:cubicBezTo>
                    <a:pt x="4507580" y="59745"/>
                    <a:pt x="4507580" y="67217"/>
                    <a:pt x="4506831" y="74689"/>
                  </a:cubicBezTo>
                  <a:cubicBezTo>
                    <a:pt x="4506831" y="83655"/>
                    <a:pt x="4509826" y="86644"/>
                    <a:pt x="4519560" y="86644"/>
                  </a:cubicBezTo>
                  <a:cubicBezTo>
                    <a:pt x="4536780" y="85897"/>
                    <a:pt x="4548760" y="77678"/>
                    <a:pt x="4552503" y="62734"/>
                  </a:cubicBezTo>
                  <a:cubicBezTo>
                    <a:pt x="4556996" y="48537"/>
                    <a:pt x="4549508" y="23133"/>
                    <a:pt x="4538278" y="17902"/>
                  </a:cubicBezTo>
                  <a:cubicBezTo>
                    <a:pt x="4531539" y="14913"/>
                    <a:pt x="4522554" y="13419"/>
                    <a:pt x="4516565" y="15661"/>
                  </a:cubicBezTo>
                  <a:close/>
                  <a:moveTo>
                    <a:pt x="792238" y="15250"/>
                  </a:moveTo>
                  <a:cubicBezTo>
                    <a:pt x="786892" y="18234"/>
                    <a:pt x="783328" y="24201"/>
                    <a:pt x="782953" y="32405"/>
                  </a:cubicBezTo>
                  <a:cubicBezTo>
                    <a:pt x="782953" y="39118"/>
                    <a:pt x="782953" y="45831"/>
                    <a:pt x="782953" y="51798"/>
                  </a:cubicBezTo>
                  <a:cubicBezTo>
                    <a:pt x="782953" y="60003"/>
                    <a:pt x="783703" y="68207"/>
                    <a:pt x="782953" y="75666"/>
                  </a:cubicBezTo>
                  <a:cubicBezTo>
                    <a:pt x="782953" y="83871"/>
                    <a:pt x="785954" y="86854"/>
                    <a:pt x="794208" y="86854"/>
                  </a:cubicBezTo>
                  <a:cubicBezTo>
                    <a:pt x="811466" y="86108"/>
                    <a:pt x="824221" y="77904"/>
                    <a:pt x="827973" y="62986"/>
                  </a:cubicBezTo>
                  <a:cubicBezTo>
                    <a:pt x="832475" y="45085"/>
                    <a:pt x="824221" y="22709"/>
                    <a:pt x="812216" y="15996"/>
                  </a:cubicBezTo>
                  <a:cubicBezTo>
                    <a:pt x="804713" y="12267"/>
                    <a:pt x="797584" y="12267"/>
                    <a:pt x="792238" y="15250"/>
                  </a:cubicBezTo>
                  <a:close/>
                  <a:moveTo>
                    <a:pt x="2823572" y="14249"/>
                  </a:moveTo>
                  <a:cubicBezTo>
                    <a:pt x="2817222" y="15651"/>
                    <a:pt x="2812366" y="20137"/>
                    <a:pt x="2811618" y="27238"/>
                  </a:cubicBezTo>
                  <a:cubicBezTo>
                    <a:pt x="2810871" y="46675"/>
                    <a:pt x="2811618" y="66112"/>
                    <a:pt x="2811618" y="84801"/>
                  </a:cubicBezTo>
                  <a:cubicBezTo>
                    <a:pt x="2832537" y="89287"/>
                    <a:pt x="2846732" y="83306"/>
                    <a:pt x="2853455" y="69102"/>
                  </a:cubicBezTo>
                  <a:cubicBezTo>
                    <a:pt x="2860179" y="54151"/>
                    <a:pt x="2855697" y="28733"/>
                    <a:pt x="2844490" y="19763"/>
                  </a:cubicBezTo>
                  <a:cubicBezTo>
                    <a:pt x="2837767" y="14530"/>
                    <a:pt x="2829922" y="12848"/>
                    <a:pt x="2823572" y="14249"/>
                  </a:cubicBezTo>
                  <a:close/>
                  <a:moveTo>
                    <a:pt x="2643651" y="10825"/>
                  </a:moveTo>
                  <a:cubicBezTo>
                    <a:pt x="2628002" y="11573"/>
                    <a:pt x="2616823" y="20545"/>
                    <a:pt x="2613097" y="34752"/>
                  </a:cubicBezTo>
                  <a:cubicBezTo>
                    <a:pt x="2607881" y="51949"/>
                    <a:pt x="2605645" y="70641"/>
                    <a:pt x="2601174" y="93072"/>
                  </a:cubicBezTo>
                  <a:cubicBezTo>
                    <a:pt x="2605645" y="111765"/>
                    <a:pt x="2609371" y="134196"/>
                    <a:pt x="2616078" y="155879"/>
                  </a:cubicBezTo>
                  <a:cubicBezTo>
                    <a:pt x="2619804" y="168590"/>
                    <a:pt x="2633218" y="174572"/>
                    <a:pt x="2647377" y="173824"/>
                  </a:cubicBezTo>
                  <a:cubicBezTo>
                    <a:pt x="2660791" y="173824"/>
                    <a:pt x="2670479" y="166347"/>
                    <a:pt x="2674205" y="154384"/>
                  </a:cubicBezTo>
                  <a:cubicBezTo>
                    <a:pt x="2679422" y="137935"/>
                    <a:pt x="2683893" y="119990"/>
                    <a:pt x="2685384" y="102793"/>
                  </a:cubicBezTo>
                  <a:cubicBezTo>
                    <a:pt x="2686874" y="78866"/>
                    <a:pt x="2686874" y="54940"/>
                    <a:pt x="2676441" y="32509"/>
                  </a:cubicBezTo>
                  <a:cubicBezTo>
                    <a:pt x="2669734" y="19050"/>
                    <a:pt x="2659301" y="10078"/>
                    <a:pt x="2643651" y="10825"/>
                  </a:cubicBezTo>
                  <a:close/>
                  <a:moveTo>
                    <a:pt x="5062301" y="5527"/>
                  </a:moveTo>
                  <a:cubicBezTo>
                    <a:pt x="5087838" y="5527"/>
                    <a:pt x="5114127" y="5527"/>
                    <a:pt x="5139664" y="5527"/>
                  </a:cubicBezTo>
                  <a:cubicBezTo>
                    <a:pt x="5139664" y="7020"/>
                    <a:pt x="5139664" y="7767"/>
                    <a:pt x="5139664" y="9260"/>
                  </a:cubicBezTo>
                  <a:cubicBezTo>
                    <a:pt x="5135909" y="10753"/>
                    <a:pt x="5131402" y="10753"/>
                    <a:pt x="5128398" y="13739"/>
                  </a:cubicBezTo>
                  <a:cubicBezTo>
                    <a:pt x="5125393" y="15979"/>
                    <a:pt x="5120887" y="21205"/>
                    <a:pt x="5121638" y="22698"/>
                  </a:cubicBezTo>
                  <a:cubicBezTo>
                    <a:pt x="5130651" y="44349"/>
                    <a:pt x="5141167" y="64506"/>
                    <a:pt x="5150180" y="85410"/>
                  </a:cubicBezTo>
                  <a:cubicBezTo>
                    <a:pt x="5152433" y="85410"/>
                    <a:pt x="5154686" y="85410"/>
                    <a:pt x="5156189" y="85410"/>
                  </a:cubicBezTo>
                  <a:cubicBezTo>
                    <a:pt x="5164451" y="65999"/>
                    <a:pt x="5173464" y="47335"/>
                    <a:pt x="5180224" y="27178"/>
                  </a:cubicBezTo>
                  <a:cubicBezTo>
                    <a:pt x="5181726" y="24191"/>
                    <a:pt x="5174966" y="17472"/>
                    <a:pt x="5170459" y="12993"/>
                  </a:cubicBezTo>
                  <a:cubicBezTo>
                    <a:pt x="5168206" y="10753"/>
                    <a:pt x="5164451" y="10007"/>
                    <a:pt x="5161446" y="5527"/>
                  </a:cubicBezTo>
                  <a:cubicBezTo>
                    <a:pt x="5180975" y="5527"/>
                    <a:pt x="5199752" y="5527"/>
                    <a:pt x="5219281" y="5527"/>
                  </a:cubicBezTo>
                  <a:cubicBezTo>
                    <a:pt x="5219281" y="7767"/>
                    <a:pt x="5219281" y="10007"/>
                    <a:pt x="5218530" y="10007"/>
                  </a:cubicBezTo>
                  <a:cubicBezTo>
                    <a:pt x="5201255" y="15232"/>
                    <a:pt x="5192992" y="27924"/>
                    <a:pt x="5186984" y="44349"/>
                  </a:cubicBezTo>
                  <a:cubicBezTo>
                    <a:pt x="5180224" y="62266"/>
                    <a:pt x="5167455" y="78691"/>
                    <a:pt x="5162948" y="96608"/>
                  </a:cubicBezTo>
                  <a:cubicBezTo>
                    <a:pt x="5158442" y="117512"/>
                    <a:pt x="5159193" y="139909"/>
                    <a:pt x="5159193" y="161560"/>
                  </a:cubicBezTo>
                  <a:cubicBezTo>
                    <a:pt x="5159193" y="165293"/>
                    <a:pt x="5168206" y="169025"/>
                    <a:pt x="5173464" y="172012"/>
                  </a:cubicBezTo>
                  <a:cubicBezTo>
                    <a:pt x="5175717" y="174251"/>
                    <a:pt x="5180224" y="173505"/>
                    <a:pt x="5183979" y="174251"/>
                  </a:cubicBezTo>
                  <a:cubicBezTo>
                    <a:pt x="5183979" y="175745"/>
                    <a:pt x="5183979" y="176491"/>
                    <a:pt x="5183979" y="177984"/>
                  </a:cubicBezTo>
                  <a:cubicBezTo>
                    <a:pt x="5153935" y="177984"/>
                    <a:pt x="5123891" y="177984"/>
                    <a:pt x="5091594" y="177984"/>
                  </a:cubicBezTo>
                  <a:cubicBezTo>
                    <a:pt x="5095349" y="174998"/>
                    <a:pt x="5097603" y="172758"/>
                    <a:pt x="5099105" y="172758"/>
                  </a:cubicBezTo>
                  <a:cubicBezTo>
                    <a:pt x="5115629" y="173505"/>
                    <a:pt x="5119385" y="164546"/>
                    <a:pt x="5120887" y="150361"/>
                  </a:cubicBezTo>
                  <a:cubicBezTo>
                    <a:pt x="5126896" y="112286"/>
                    <a:pt x="5109620" y="80930"/>
                    <a:pt x="5093847" y="48828"/>
                  </a:cubicBezTo>
                  <a:cubicBezTo>
                    <a:pt x="5085585" y="33150"/>
                    <a:pt x="5078825" y="16726"/>
                    <a:pt x="5062301" y="5527"/>
                  </a:cubicBezTo>
                  <a:close/>
                  <a:moveTo>
                    <a:pt x="4103839" y="5527"/>
                  </a:moveTo>
                  <a:cubicBezTo>
                    <a:pt x="4129313" y="5527"/>
                    <a:pt x="4154786" y="5527"/>
                    <a:pt x="4181009" y="5527"/>
                  </a:cubicBezTo>
                  <a:cubicBezTo>
                    <a:pt x="4180260" y="7762"/>
                    <a:pt x="4180260" y="9252"/>
                    <a:pt x="4179510" y="9252"/>
                  </a:cubicBezTo>
                  <a:cubicBezTo>
                    <a:pt x="4157783" y="18191"/>
                    <a:pt x="4157034" y="18191"/>
                    <a:pt x="4163777" y="42028"/>
                  </a:cubicBezTo>
                  <a:cubicBezTo>
                    <a:pt x="4169771" y="67354"/>
                    <a:pt x="4178012" y="91936"/>
                    <a:pt x="4185504" y="117263"/>
                  </a:cubicBezTo>
                  <a:cubicBezTo>
                    <a:pt x="4187003" y="121733"/>
                    <a:pt x="4190000" y="125457"/>
                    <a:pt x="4191498" y="129926"/>
                  </a:cubicBezTo>
                  <a:cubicBezTo>
                    <a:pt x="4192997" y="129926"/>
                    <a:pt x="4194495" y="129926"/>
                    <a:pt x="4195993" y="129926"/>
                  </a:cubicBezTo>
                  <a:cubicBezTo>
                    <a:pt x="4206483" y="97151"/>
                    <a:pt x="4217721" y="63630"/>
                    <a:pt x="4228210" y="30109"/>
                  </a:cubicBezTo>
                  <a:cubicBezTo>
                    <a:pt x="4232705" y="15211"/>
                    <a:pt x="4217721" y="13721"/>
                    <a:pt x="4209479" y="6272"/>
                  </a:cubicBezTo>
                  <a:cubicBezTo>
                    <a:pt x="4226712" y="6272"/>
                    <a:pt x="4243944" y="6272"/>
                    <a:pt x="4261925" y="6272"/>
                  </a:cubicBezTo>
                  <a:cubicBezTo>
                    <a:pt x="4260427" y="8507"/>
                    <a:pt x="4259677" y="11486"/>
                    <a:pt x="4258928" y="11486"/>
                  </a:cubicBezTo>
                  <a:cubicBezTo>
                    <a:pt x="4245442" y="15211"/>
                    <a:pt x="4240947" y="25640"/>
                    <a:pt x="4236451" y="37558"/>
                  </a:cubicBezTo>
                  <a:cubicBezTo>
                    <a:pt x="4221467" y="80763"/>
                    <a:pt x="4206483" y="124712"/>
                    <a:pt x="4190749" y="167917"/>
                  </a:cubicBezTo>
                  <a:cubicBezTo>
                    <a:pt x="4189250" y="172386"/>
                    <a:pt x="4183257" y="179090"/>
                    <a:pt x="4178761" y="179090"/>
                  </a:cubicBezTo>
                  <a:cubicBezTo>
                    <a:pt x="4175015" y="179090"/>
                    <a:pt x="4168272" y="173131"/>
                    <a:pt x="4166774" y="168662"/>
                  </a:cubicBezTo>
                  <a:cubicBezTo>
                    <a:pt x="4153288" y="127692"/>
                    <a:pt x="4141300" y="86722"/>
                    <a:pt x="4128563" y="46497"/>
                  </a:cubicBezTo>
                  <a:cubicBezTo>
                    <a:pt x="4124068" y="31599"/>
                    <a:pt x="4122570" y="13721"/>
                    <a:pt x="4103839" y="5527"/>
                  </a:cubicBezTo>
                  <a:close/>
                  <a:moveTo>
                    <a:pt x="3621844" y="5527"/>
                  </a:moveTo>
                  <a:cubicBezTo>
                    <a:pt x="3651830" y="5527"/>
                    <a:pt x="3679567" y="5527"/>
                    <a:pt x="3707304" y="5527"/>
                  </a:cubicBezTo>
                  <a:cubicBezTo>
                    <a:pt x="3706554" y="7771"/>
                    <a:pt x="3706554" y="9267"/>
                    <a:pt x="3705804" y="9267"/>
                  </a:cubicBezTo>
                  <a:cubicBezTo>
                    <a:pt x="3683315" y="17495"/>
                    <a:pt x="3683315" y="17495"/>
                    <a:pt x="3682565" y="41430"/>
                  </a:cubicBezTo>
                  <a:cubicBezTo>
                    <a:pt x="3682565" y="73593"/>
                    <a:pt x="3682565" y="105008"/>
                    <a:pt x="3683315" y="137171"/>
                  </a:cubicBezTo>
                  <a:cubicBezTo>
                    <a:pt x="3683315" y="159610"/>
                    <a:pt x="3693060" y="170830"/>
                    <a:pt x="3714050" y="173074"/>
                  </a:cubicBezTo>
                  <a:cubicBezTo>
                    <a:pt x="3737290" y="176065"/>
                    <a:pt x="3754531" y="166342"/>
                    <a:pt x="3758280" y="145398"/>
                  </a:cubicBezTo>
                  <a:cubicBezTo>
                    <a:pt x="3762028" y="128943"/>
                    <a:pt x="3761278" y="111740"/>
                    <a:pt x="3762028" y="95284"/>
                  </a:cubicBezTo>
                  <a:cubicBezTo>
                    <a:pt x="3762778" y="78829"/>
                    <a:pt x="3762028" y="63121"/>
                    <a:pt x="3762778" y="47414"/>
                  </a:cubicBezTo>
                  <a:cubicBezTo>
                    <a:pt x="3763527" y="26470"/>
                    <a:pt x="3759779" y="19739"/>
                    <a:pt x="3739539" y="12259"/>
                  </a:cubicBezTo>
                  <a:cubicBezTo>
                    <a:pt x="3738039" y="11511"/>
                    <a:pt x="3736540" y="9267"/>
                    <a:pt x="3732042" y="5527"/>
                  </a:cubicBezTo>
                  <a:cubicBezTo>
                    <a:pt x="3754531" y="5527"/>
                    <a:pt x="3774022" y="5527"/>
                    <a:pt x="3792764" y="5527"/>
                  </a:cubicBezTo>
                  <a:cubicBezTo>
                    <a:pt x="3793513" y="7023"/>
                    <a:pt x="3795013" y="7771"/>
                    <a:pt x="3796512" y="9267"/>
                  </a:cubicBezTo>
                  <a:cubicBezTo>
                    <a:pt x="3765776" y="15999"/>
                    <a:pt x="3771773" y="38438"/>
                    <a:pt x="3771024" y="58633"/>
                  </a:cubicBezTo>
                  <a:cubicBezTo>
                    <a:pt x="3771024" y="84065"/>
                    <a:pt x="3771773" y="109496"/>
                    <a:pt x="3770274" y="134927"/>
                  </a:cubicBezTo>
                  <a:cubicBezTo>
                    <a:pt x="3768025" y="161854"/>
                    <a:pt x="3751533" y="178309"/>
                    <a:pt x="3723796" y="180553"/>
                  </a:cubicBezTo>
                  <a:cubicBezTo>
                    <a:pt x="3712551" y="181301"/>
                    <a:pt x="3700557" y="181301"/>
                    <a:pt x="3689312" y="179805"/>
                  </a:cubicBezTo>
                  <a:cubicBezTo>
                    <a:pt x="3662325" y="176065"/>
                    <a:pt x="3647332" y="158862"/>
                    <a:pt x="3646582" y="131187"/>
                  </a:cubicBezTo>
                  <a:cubicBezTo>
                    <a:pt x="3645832" y="104260"/>
                    <a:pt x="3646582" y="77333"/>
                    <a:pt x="3646582" y="50406"/>
                  </a:cubicBezTo>
                  <a:cubicBezTo>
                    <a:pt x="3646582" y="21235"/>
                    <a:pt x="3646582" y="21235"/>
                    <a:pt x="3621844" y="5527"/>
                  </a:cubicBezTo>
                  <a:close/>
                  <a:moveTo>
                    <a:pt x="3342154" y="5527"/>
                  </a:moveTo>
                  <a:cubicBezTo>
                    <a:pt x="3371443" y="5527"/>
                    <a:pt x="3399982" y="5527"/>
                    <a:pt x="3427770" y="5527"/>
                  </a:cubicBezTo>
                  <a:cubicBezTo>
                    <a:pt x="3404488" y="16749"/>
                    <a:pt x="3404488" y="16749"/>
                    <a:pt x="3403737" y="42933"/>
                  </a:cubicBezTo>
                  <a:cubicBezTo>
                    <a:pt x="3403737" y="78094"/>
                    <a:pt x="3403737" y="113256"/>
                    <a:pt x="3403737" y="149166"/>
                  </a:cubicBezTo>
                  <a:cubicBezTo>
                    <a:pt x="3403737" y="168617"/>
                    <a:pt x="3410496" y="173853"/>
                    <a:pt x="3430023" y="170113"/>
                  </a:cubicBezTo>
                  <a:cubicBezTo>
                    <a:pt x="3451051" y="164876"/>
                    <a:pt x="3460814" y="149914"/>
                    <a:pt x="3468324" y="131211"/>
                  </a:cubicBezTo>
                  <a:cubicBezTo>
                    <a:pt x="3470578" y="125226"/>
                    <a:pt x="3473582" y="119241"/>
                    <a:pt x="3476586" y="113256"/>
                  </a:cubicBezTo>
                  <a:cubicBezTo>
                    <a:pt x="3477337" y="113256"/>
                    <a:pt x="3478839" y="114004"/>
                    <a:pt x="3480341" y="114752"/>
                  </a:cubicBezTo>
                  <a:cubicBezTo>
                    <a:pt x="3480341" y="135699"/>
                    <a:pt x="3480341" y="156647"/>
                    <a:pt x="3480341" y="179090"/>
                  </a:cubicBezTo>
                  <a:cubicBezTo>
                    <a:pt x="3434529" y="179090"/>
                    <a:pt x="3388717" y="179090"/>
                    <a:pt x="3343656" y="179090"/>
                  </a:cubicBezTo>
                  <a:cubicBezTo>
                    <a:pt x="3343656" y="177594"/>
                    <a:pt x="3343656" y="175350"/>
                    <a:pt x="3343656" y="175350"/>
                  </a:cubicBezTo>
                  <a:cubicBezTo>
                    <a:pt x="3364684" y="172357"/>
                    <a:pt x="3366186" y="158143"/>
                    <a:pt x="3366186" y="140936"/>
                  </a:cubicBezTo>
                  <a:cubicBezTo>
                    <a:pt x="3365435" y="107271"/>
                    <a:pt x="3365435" y="74354"/>
                    <a:pt x="3366186" y="40689"/>
                  </a:cubicBezTo>
                  <a:cubicBezTo>
                    <a:pt x="3366186" y="24978"/>
                    <a:pt x="3364684" y="12260"/>
                    <a:pt x="3345909" y="10764"/>
                  </a:cubicBezTo>
                  <a:cubicBezTo>
                    <a:pt x="3344407" y="10016"/>
                    <a:pt x="3343656" y="8520"/>
                    <a:pt x="3342154" y="5527"/>
                  </a:cubicBezTo>
                  <a:close/>
                  <a:moveTo>
                    <a:pt x="1757653" y="5527"/>
                  </a:moveTo>
                  <a:cubicBezTo>
                    <a:pt x="1785271" y="5527"/>
                    <a:pt x="1812889" y="5527"/>
                    <a:pt x="1841254" y="5527"/>
                  </a:cubicBezTo>
                  <a:cubicBezTo>
                    <a:pt x="1841254" y="7020"/>
                    <a:pt x="1841254" y="7766"/>
                    <a:pt x="1841254" y="9259"/>
                  </a:cubicBezTo>
                  <a:cubicBezTo>
                    <a:pt x="1838269" y="10005"/>
                    <a:pt x="1836029" y="11498"/>
                    <a:pt x="1833043" y="12244"/>
                  </a:cubicBezTo>
                  <a:cubicBezTo>
                    <a:pt x="1822593" y="14483"/>
                    <a:pt x="1818115" y="19707"/>
                    <a:pt x="1818115" y="30156"/>
                  </a:cubicBezTo>
                  <a:cubicBezTo>
                    <a:pt x="1818115" y="70457"/>
                    <a:pt x="1818115" y="111505"/>
                    <a:pt x="1817368" y="151807"/>
                  </a:cubicBezTo>
                  <a:cubicBezTo>
                    <a:pt x="1817368" y="167480"/>
                    <a:pt x="1827072" y="173450"/>
                    <a:pt x="1842001" y="174197"/>
                  </a:cubicBezTo>
                  <a:cubicBezTo>
                    <a:pt x="1833043" y="181660"/>
                    <a:pt x="1766610" y="182406"/>
                    <a:pt x="1757653" y="175689"/>
                  </a:cubicBezTo>
                  <a:cubicBezTo>
                    <a:pt x="1780046" y="165241"/>
                    <a:pt x="1780046" y="165241"/>
                    <a:pt x="1780046" y="137627"/>
                  </a:cubicBezTo>
                  <a:cubicBezTo>
                    <a:pt x="1780046" y="106281"/>
                    <a:pt x="1780046" y="74935"/>
                    <a:pt x="1780046" y="43590"/>
                  </a:cubicBezTo>
                  <a:cubicBezTo>
                    <a:pt x="1780046" y="26424"/>
                    <a:pt x="1780046" y="10751"/>
                    <a:pt x="1754667" y="10751"/>
                  </a:cubicBezTo>
                  <a:cubicBezTo>
                    <a:pt x="1755413" y="9259"/>
                    <a:pt x="1756906" y="7020"/>
                    <a:pt x="1757653" y="5527"/>
                  </a:cubicBezTo>
                  <a:close/>
                  <a:moveTo>
                    <a:pt x="4267864" y="4422"/>
                  </a:moveTo>
                  <a:cubicBezTo>
                    <a:pt x="4316342" y="4422"/>
                    <a:pt x="4364820" y="4422"/>
                    <a:pt x="4415535" y="4422"/>
                  </a:cubicBezTo>
                  <a:cubicBezTo>
                    <a:pt x="4415535" y="23869"/>
                    <a:pt x="4415535" y="44065"/>
                    <a:pt x="4415535" y="63512"/>
                  </a:cubicBezTo>
                  <a:cubicBezTo>
                    <a:pt x="4414044" y="64260"/>
                    <a:pt x="4413298" y="64260"/>
                    <a:pt x="4411806" y="65008"/>
                  </a:cubicBezTo>
                  <a:cubicBezTo>
                    <a:pt x="4409569" y="60520"/>
                    <a:pt x="4406585" y="56032"/>
                    <a:pt x="4405094" y="51545"/>
                  </a:cubicBezTo>
                  <a:cubicBezTo>
                    <a:pt x="4394652" y="26861"/>
                    <a:pt x="4376007" y="12650"/>
                    <a:pt x="4348412" y="12650"/>
                  </a:cubicBezTo>
                  <a:cubicBezTo>
                    <a:pt x="4337225" y="12650"/>
                    <a:pt x="4329767" y="17138"/>
                    <a:pt x="4329767" y="30601"/>
                  </a:cubicBezTo>
                  <a:cubicBezTo>
                    <a:pt x="4330512" y="47057"/>
                    <a:pt x="4330512" y="64260"/>
                    <a:pt x="4330512" y="85951"/>
                  </a:cubicBezTo>
                  <a:cubicBezTo>
                    <a:pt x="4341700" y="81464"/>
                    <a:pt x="4351395" y="79968"/>
                    <a:pt x="4358853" y="74732"/>
                  </a:cubicBezTo>
                  <a:cubicBezTo>
                    <a:pt x="4364820" y="69496"/>
                    <a:pt x="4368549" y="59772"/>
                    <a:pt x="4376007" y="53040"/>
                  </a:cubicBezTo>
                  <a:cubicBezTo>
                    <a:pt x="4376007" y="75480"/>
                    <a:pt x="4376007" y="98667"/>
                    <a:pt x="4376007" y="121106"/>
                  </a:cubicBezTo>
                  <a:cubicBezTo>
                    <a:pt x="4375261" y="121854"/>
                    <a:pt x="4373770" y="121854"/>
                    <a:pt x="4373024" y="122602"/>
                  </a:cubicBezTo>
                  <a:cubicBezTo>
                    <a:pt x="4371532" y="119610"/>
                    <a:pt x="4369295" y="116618"/>
                    <a:pt x="4367803" y="113627"/>
                  </a:cubicBezTo>
                  <a:cubicBezTo>
                    <a:pt x="4364074" y="108391"/>
                    <a:pt x="4361091" y="100911"/>
                    <a:pt x="4355870" y="97919"/>
                  </a:cubicBezTo>
                  <a:cubicBezTo>
                    <a:pt x="4349158" y="94179"/>
                    <a:pt x="4340954" y="94179"/>
                    <a:pt x="4333496" y="92683"/>
                  </a:cubicBezTo>
                  <a:cubicBezTo>
                    <a:pt x="4332004" y="98667"/>
                    <a:pt x="4330512" y="104651"/>
                    <a:pt x="4330512" y="110635"/>
                  </a:cubicBezTo>
                  <a:cubicBezTo>
                    <a:pt x="4329767" y="124846"/>
                    <a:pt x="4330512" y="139806"/>
                    <a:pt x="4329767" y="154017"/>
                  </a:cubicBezTo>
                  <a:cubicBezTo>
                    <a:pt x="4329767" y="166733"/>
                    <a:pt x="4337225" y="171221"/>
                    <a:pt x="4347666" y="171221"/>
                  </a:cubicBezTo>
                  <a:cubicBezTo>
                    <a:pt x="4376007" y="171969"/>
                    <a:pt x="4399873" y="154765"/>
                    <a:pt x="4409569" y="127090"/>
                  </a:cubicBezTo>
                  <a:cubicBezTo>
                    <a:pt x="4411060" y="122602"/>
                    <a:pt x="4413298" y="118862"/>
                    <a:pt x="4414789" y="115122"/>
                  </a:cubicBezTo>
                  <a:cubicBezTo>
                    <a:pt x="4417027" y="115122"/>
                    <a:pt x="4418518" y="115122"/>
                    <a:pt x="4420010" y="115870"/>
                  </a:cubicBezTo>
                  <a:cubicBezTo>
                    <a:pt x="4420010" y="124098"/>
                    <a:pt x="4420010" y="133074"/>
                    <a:pt x="4420010" y="142050"/>
                  </a:cubicBezTo>
                  <a:cubicBezTo>
                    <a:pt x="4419264" y="180196"/>
                    <a:pt x="4419264" y="180196"/>
                    <a:pt x="4381228" y="180196"/>
                  </a:cubicBezTo>
                  <a:cubicBezTo>
                    <a:pt x="4348412" y="180196"/>
                    <a:pt x="4314850" y="180196"/>
                    <a:pt x="4282035" y="180196"/>
                  </a:cubicBezTo>
                  <a:cubicBezTo>
                    <a:pt x="4276814" y="180196"/>
                    <a:pt x="4272339" y="179448"/>
                    <a:pt x="4267118" y="179448"/>
                  </a:cubicBezTo>
                  <a:cubicBezTo>
                    <a:pt x="4268610" y="176456"/>
                    <a:pt x="4268610" y="174212"/>
                    <a:pt x="4269356" y="174212"/>
                  </a:cubicBezTo>
                  <a:cubicBezTo>
                    <a:pt x="4290984" y="172716"/>
                    <a:pt x="4291730" y="157757"/>
                    <a:pt x="4291730" y="140554"/>
                  </a:cubicBezTo>
                  <a:cubicBezTo>
                    <a:pt x="4290984" y="109887"/>
                    <a:pt x="4291730" y="78472"/>
                    <a:pt x="4291730" y="47805"/>
                  </a:cubicBezTo>
                  <a:cubicBezTo>
                    <a:pt x="4291730" y="29853"/>
                    <a:pt x="4294713" y="9658"/>
                    <a:pt x="4264135" y="10406"/>
                  </a:cubicBezTo>
                  <a:cubicBezTo>
                    <a:pt x="4265627" y="8162"/>
                    <a:pt x="4266372" y="6666"/>
                    <a:pt x="4267864" y="4422"/>
                  </a:cubicBezTo>
                  <a:close/>
                  <a:moveTo>
                    <a:pt x="559049" y="4422"/>
                  </a:moveTo>
                  <a:cubicBezTo>
                    <a:pt x="607884" y="4422"/>
                    <a:pt x="655968" y="4422"/>
                    <a:pt x="705554" y="4422"/>
                  </a:cubicBezTo>
                  <a:cubicBezTo>
                    <a:pt x="705554" y="24576"/>
                    <a:pt x="705554" y="43984"/>
                    <a:pt x="705554" y="64138"/>
                  </a:cubicBezTo>
                  <a:cubicBezTo>
                    <a:pt x="704051" y="64138"/>
                    <a:pt x="702549" y="64884"/>
                    <a:pt x="701797" y="64884"/>
                  </a:cubicBezTo>
                  <a:cubicBezTo>
                    <a:pt x="698792" y="59659"/>
                    <a:pt x="695787" y="54434"/>
                    <a:pt x="694284" y="49209"/>
                  </a:cubicBezTo>
                  <a:cubicBezTo>
                    <a:pt x="687522" y="32787"/>
                    <a:pt x="678507" y="20097"/>
                    <a:pt x="661227" y="14872"/>
                  </a:cubicBezTo>
                  <a:cubicBezTo>
                    <a:pt x="652962" y="12633"/>
                    <a:pt x="647703" y="14126"/>
                    <a:pt x="647703" y="24576"/>
                  </a:cubicBezTo>
                  <a:cubicBezTo>
                    <a:pt x="647703" y="67870"/>
                    <a:pt x="647703" y="111910"/>
                    <a:pt x="647703" y="155950"/>
                  </a:cubicBezTo>
                  <a:cubicBezTo>
                    <a:pt x="647703" y="165654"/>
                    <a:pt x="653714" y="170879"/>
                    <a:pt x="662729" y="173119"/>
                  </a:cubicBezTo>
                  <a:cubicBezTo>
                    <a:pt x="666486" y="173865"/>
                    <a:pt x="670242" y="173865"/>
                    <a:pt x="673999" y="174612"/>
                  </a:cubicBezTo>
                  <a:cubicBezTo>
                    <a:pt x="673999" y="176104"/>
                    <a:pt x="673999" y="177597"/>
                    <a:pt x="673999" y="179090"/>
                  </a:cubicBezTo>
                  <a:cubicBezTo>
                    <a:pt x="643195" y="179090"/>
                    <a:pt x="613143" y="179090"/>
                    <a:pt x="582340" y="179090"/>
                  </a:cubicBezTo>
                  <a:cubicBezTo>
                    <a:pt x="583091" y="176104"/>
                    <a:pt x="583091" y="174612"/>
                    <a:pt x="583842" y="174612"/>
                  </a:cubicBezTo>
                  <a:cubicBezTo>
                    <a:pt x="609387" y="167894"/>
                    <a:pt x="609387" y="167894"/>
                    <a:pt x="609387" y="140275"/>
                  </a:cubicBezTo>
                  <a:cubicBezTo>
                    <a:pt x="609387" y="103699"/>
                    <a:pt x="609387" y="66377"/>
                    <a:pt x="609387" y="29055"/>
                  </a:cubicBezTo>
                  <a:cubicBezTo>
                    <a:pt x="609387" y="14126"/>
                    <a:pt x="601874" y="8154"/>
                    <a:pt x="590604" y="17112"/>
                  </a:cubicBezTo>
                  <a:cubicBezTo>
                    <a:pt x="579334" y="25323"/>
                    <a:pt x="571821" y="38012"/>
                    <a:pt x="563557" y="49209"/>
                  </a:cubicBezTo>
                  <a:cubicBezTo>
                    <a:pt x="559800" y="54434"/>
                    <a:pt x="558298" y="59659"/>
                    <a:pt x="555293" y="64884"/>
                  </a:cubicBezTo>
                  <a:cubicBezTo>
                    <a:pt x="553790" y="64884"/>
                    <a:pt x="552287" y="64138"/>
                    <a:pt x="550785" y="64138"/>
                  </a:cubicBezTo>
                  <a:cubicBezTo>
                    <a:pt x="550785" y="45477"/>
                    <a:pt x="550785" y="26815"/>
                    <a:pt x="550785" y="8901"/>
                  </a:cubicBezTo>
                  <a:cubicBezTo>
                    <a:pt x="550785" y="7408"/>
                    <a:pt x="556044" y="4422"/>
                    <a:pt x="559049" y="4422"/>
                  </a:cubicBezTo>
                  <a:close/>
                  <a:moveTo>
                    <a:pt x="367044" y="4126"/>
                  </a:moveTo>
                  <a:cubicBezTo>
                    <a:pt x="371530" y="3379"/>
                    <a:pt x="376016" y="4874"/>
                    <a:pt x="380502" y="4126"/>
                  </a:cubicBezTo>
                  <a:cubicBezTo>
                    <a:pt x="409663" y="-1106"/>
                    <a:pt x="426112" y="13096"/>
                    <a:pt x="439571" y="37761"/>
                  </a:cubicBezTo>
                  <a:cubicBezTo>
                    <a:pt x="454525" y="63922"/>
                    <a:pt x="472470" y="87840"/>
                    <a:pt x="488919" y="112505"/>
                  </a:cubicBezTo>
                  <a:cubicBezTo>
                    <a:pt x="491910" y="116243"/>
                    <a:pt x="495648" y="119232"/>
                    <a:pt x="502378" y="122222"/>
                  </a:cubicBezTo>
                  <a:cubicBezTo>
                    <a:pt x="502378" y="114748"/>
                    <a:pt x="502378" y="107273"/>
                    <a:pt x="502378" y="99799"/>
                  </a:cubicBezTo>
                  <a:cubicBezTo>
                    <a:pt x="502378" y="83355"/>
                    <a:pt x="501630" y="66911"/>
                    <a:pt x="502378" y="50468"/>
                  </a:cubicBezTo>
                  <a:cubicBezTo>
                    <a:pt x="503126" y="30287"/>
                    <a:pt x="502378" y="13096"/>
                    <a:pt x="473965" y="10853"/>
                  </a:cubicBezTo>
                  <a:cubicBezTo>
                    <a:pt x="474713" y="9358"/>
                    <a:pt x="476208" y="7863"/>
                    <a:pt x="476956" y="6369"/>
                  </a:cubicBezTo>
                  <a:cubicBezTo>
                    <a:pt x="496396" y="6369"/>
                    <a:pt x="515836" y="6369"/>
                    <a:pt x="537520" y="6369"/>
                  </a:cubicBezTo>
                  <a:cubicBezTo>
                    <a:pt x="534529" y="9358"/>
                    <a:pt x="533034" y="11601"/>
                    <a:pt x="531538" y="11601"/>
                  </a:cubicBezTo>
                  <a:cubicBezTo>
                    <a:pt x="515836" y="15338"/>
                    <a:pt x="512098" y="26549"/>
                    <a:pt x="512098" y="40751"/>
                  </a:cubicBezTo>
                  <a:cubicBezTo>
                    <a:pt x="512098" y="82608"/>
                    <a:pt x="512098" y="124464"/>
                    <a:pt x="512098" y="166321"/>
                  </a:cubicBezTo>
                  <a:cubicBezTo>
                    <a:pt x="512098" y="170058"/>
                    <a:pt x="512098" y="173796"/>
                    <a:pt x="512098" y="178280"/>
                  </a:cubicBezTo>
                  <a:cubicBezTo>
                    <a:pt x="499387" y="183512"/>
                    <a:pt x="491162" y="179775"/>
                    <a:pt x="483685" y="168563"/>
                  </a:cubicBezTo>
                  <a:cubicBezTo>
                    <a:pt x="459011" y="129696"/>
                    <a:pt x="432842" y="92324"/>
                    <a:pt x="407420" y="54205"/>
                  </a:cubicBezTo>
                  <a:cubicBezTo>
                    <a:pt x="405177" y="51215"/>
                    <a:pt x="402186" y="48225"/>
                    <a:pt x="399943" y="45983"/>
                  </a:cubicBezTo>
                  <a:cubicBezTo>
                    <a:pt x="398447" y="45983"/>
                    <a:pt x="396952" y="45983"/>
                    <a:pt x="395457" y="46730"/>
                  </a:cubicBezTo>
                  <a:cubicBezTo>
                    <a:pt x="395457" y="63174"/>
                    <a:pt x="395457" y="78870"/>
                    <a:pt x="395457" y="95314"/>
                  </a:cubicBezTo>
                  <a:cubicBezTo>
                    <a:pt x="395457" y="113253"/>
                    <a:pt x="395457" y="131191"/>
                    <a:pt x="395457" y="149130"/>
                  </a:cubicBezTo>
                  <a:cubicBezTo>
                    <a:pt x="395457" y="168563"/>
                    <a:pt x="397700" y="170058"/>
                    <a:pt x="417140" y="173048"/>
                  </a:cubicBezTo>
                  <a:cubicBezTo>
                    <a:pt x="419383" y="173048"/>
                    <a:pt x="420878" y="174543"/>
                    <a:pt x="421626" y="178280"/>
                  </a:cubicBezTo>
                  <a:cubicBezTo>
                    <a:pt x="402186" y="178280"/>
                    <a:pt x="381998" y="178280"/>
                    <a:pt x="361810" y="178280"/>
                  </a:cubicBezTo>
                  <a:cubicBezTo>
                    <a:pt x="361062" y="176785"/>
                    <a:pt x="359567" y="175290"/>
                    <a:pt x="358071" y="173796"/>
                  </a:cubicBezTo>
                  <a:cubicBezTo>
                    <a:pt x="387980" y="174543"/>
                    <a:pt x="384241" y="155857"/>
                    <a:pt x="384241" y="138666"/>
                  </a:cubicBezTo>
                  <a:cubicBezTo>
                    <a:pt x="384241" y="104283"/>
                    <a:pt x="384241" y="69901"/>
                    <a:pt x="384989" y="35519"/>
                  </a:cubicBezTo>
                  <a:cubicBezTo>
                    <a:pt x="385736" y="19075"/>
                    <a:pt x="375269" y="12348"/>
                    <a:pt x="357324" y="9358"/>
                  </a:cubicBezTo>
                  <a:cubicBezTo>
                    <a:pt x="362558" y="6369"/>
                    <a:pt x="364801" y="4874"/>
                    <a:pt x="367044" y="4126"/>
                  </a:cubicBezTo>
                  <a:close/>
                  <a:moveTo>
                    <a:pt x="727428" y="4062"/>
                  </a:moveTo>
                  <a:cubicBezTo>
                    <a:pt x="759692" y="4062"/>
                    <a:pt x="792707" y="3316"/>
                    <a:pt x="824972" y="5554"/>
                  </a:cubicBezTo>
                  <a:cubicBezTo>
                    <a:pt x="855735" y="7791"/>
                    <a:pt x="872243" y="32405"/>
                    <a:pt x="866240" y="60749"/>
                  </a:cubicBezTo>
                  <a:cubicBezTo>
                    <a:pt x="862488" y="78650"/>
                    <a:pt x="849733" y="85363"/>
                    <a:pt x="833225" y="89092"/>
                  </a:cubicBezTo>
                  <a:cubicBezTo>
                    <a:pt x="827973" y="89838"/>
                    <a:pt x="822721" y="92075"/>
                    <a:pt x="816718" y="95059"/>
                  </a:cubicBezTo>
                  <a:cubicBezTo>
                    <a:pt x="842229" y="103264"/>
                    <a:pt x="849733" y="123402"/>
                    <a:pt x="855735" y="145778"/>
                  </a:cubicBezTo>
                  <a:cubicBezTo>
                    <a:pt x="856486" y="148016"/>
                    <a:pt x="856486" y="150254"/>
                    <a:pt x="857986" y="152491"/>
                  </a:cubicBezTo>
                  <a:cubicBezTo>
                    <a:pt x="860988" y="156221"/>
                    <a:pt x="863989" y="159950"/>
                    <a:pt x="866990" y="162934"/>
                  </a:cubicBezTo>
                  <a:cubicBezTo>
                    <a:pt x="869992" y="159204"/>
                    <a:pt x="873743" y="156221"/>
                    <a:pt x="875994" y="152491"/>
                  </a:cubicBezTo>
                  <a:cubicBezTo>
                    <a:pt x="877495" y="149508"/>
                    <a:pt x="878996" y="146524"/>
                    <a:pt x="880496" y="142795"/>
                  </a:cubicBezTo>
                  <a:cubicBezTo>
                    <a:pt x="885749" y="156221"/>
                    <a:pt x="879746" y="171138"/>
                    <a:pt x="868491" y="177105"/>
                  </a:cubicBezTo>
                  <a:cubicBezTo>
                    <a:pt x="845981" y="189039"/>
                    <a:pt x="819719" y="176359"/>
                    <a:pt x="816718" y="151745"/>
                  </a:cubicBezTo>
                  <a:cubicBezTo>
                    <a:pt x="815217" y="141303"/>
                    <a:pt x="815217" y="131607"/>
                    <a:pt x="812966" y="121910"/>
                  </a:cubicBezTo>
                  <a:cubicBezTo>
                    <a:pt x="812216" y="115198"/>
                    <a:pt x="809965" y="107739"/>
                    <a:pt x="806213" y="103264"/>
                  </a:cubicBezTo>
                  <a:cubicBezTo>
                    <a:pt x="802462" y="98788"/>
                    <a:pt x="794958" y="97297"/>
                    <a:pt x="788956" y="97297"/>
                  </a:cubicBezTo>
                  <a:cubicBezTo>
                    <a:pt x="786705" y="97297"/>
                    <a:pt x="783703" y="105501"/>
                    <a:pt x="783703" y="109976"/>
                  </a:cubicBezTo>
                  <a:cubicBezTo>
                    <a:pt x="782203" y="118181"/>
                    <a:pt x="782953" y="127132"/>
                    <a:pt x="782953" y="135336"/>
                  </a:cubicBezTo>
                  <a:cubicBezTo>
                    <a:pt x="782953" y="152491"/>
                    <a:pt x="778451" y="172630"/>
                    <a:pt x="809215" y="174122"/>
                  </a:cubicBezTo>
                  <a:cubicBezTo>
                    <a:pt x="807714" y="175613"/>
                    <a:pt x="806213" y="177105"/>
                    <a:pt x="804713" y="178597"/>
                  </a:cubicBezTo>
                  <a:cubicBezTo>
                    <a:pt x="777701" y="178597"/>
                    <a:pt x="750688" y="178597"/>
                    <a:pt x="723676" y="178597"/>
                  </a:cubicBezTo>
                  <a:cubicBezTo>
                    <a:pt x="723676" y="177851"/>
                    <a:pt x="722926" y="176359"/>
                    <a:pt x="722926" y="175613"/>
                  </a:cubicBezTo>
                  <a:cubicBezTo>
                    <a:pt x="725177" y="174868"/>
                    <a:pt x="727428" y="172630"/>
                    <a:pt x="729679" y="172630"/>
                  </a:cubicBezTo>
                  <a:cubicBezTo>
                    <a:pt x="741684" y="171884"/>
                    <a:pt x="746186" y="163679"/>
                    <a:pt x="746937" y="153237"/>
                  </a:cubicBezTo>
                  <a:cubicBezTo>
                    <a:pt x="746937" y="112960"/>
                    <a:pt x="746937" y="71937"/>
                    <a:pt x="746937" y="31659"/>
                  </a:cubicBezTo>
                  <a:cubicBezTo>
                    <a:pt x="746937" y="16742"/>
                    <a:pt x="736432" y="10775"/>
                    <a:pt x="719925" y="10029"/>
                  </a:cubicBezTo>
                  <a:cubicBezTo>
                    <a:pt x="724427" y="6300"/>
                    <a:pt x="725927" y="4062"/>
                    <a:pt x="727428" y="4062"/>
                  </a:cubicBezTo>
                  <a:close/>
                  <a:moveTo>
                    <a:pt x="1693565" y="3816"/>
                  </a:moveTo>
                  <a:cubicBezTo>
                    <a:pt x="1711503" y="3162"/>
                    <a:pt x="1730189" y="4097"/>
                    <a:pt x="1736169" y="7088"/>
                  </a:cubicBezTo>
                  <a:cubicBezTo>
                    <a:pt x="1729442" y="12323"/>
                    <a:pt x="1719725" y="16062"/>
                    <a:pt x="1716735" y="23540"/>
                  </a:cubicBezTo>
                  <a:cubicBezTo>
                    <a:pt x="1712998" y="31019"/>
                    <a:pt x="1714493" y="41488"/>
                    <a:pt x="1714493" y="51210"/>
                  </a:cubicBezTo>
                  <a:cubicBezTo>
                    <a:pt x="1713745" y="81872"/>
                    <a:pt x="1713745" y="113281"/>
                    <a:pt x="1712998" y="143942"/>
                  </a:cubicBezTo>
                  <a:cubicBezTo>
                    <a:pt x="1712998" y="164134"/>
                    <a:pt x="1713745" y="164881"/>
                    <a:pt x="1741401" y="178342"/>
                  </a:cubicBezTo>
                  <a:cubicBezTo>
                    <a:pt x="1710008" y="178342"/>
                    <a:pt x="1683100" y="178342"/>
                    <a:pt x="1651708" y="178342"/>
                  </a:cubicBezTo>
                  <a:cubicBezTo>
                    <a:pt x="1656940" y="175351"/>
                    <a:pt x="1659182" y="173108"/>
                    <a:pt x="1661425" y="173108"/>
                  </a:cubicBezTo>
                  <a:cubicBezTo>
                    <a:pt x="1672636" y="170864"/>
                    <a:pt x="1675626" y="164134"/>
                    <a:pt x="1675626" y="153664"/>
                  </a:cubicBezTo>
                  <a:cubicBezTo>
                    <a:pt x="1675626" y="136464"/>
                    <a:pt x="1675626" y="120011"/>
                    <a:pt x="1675626" y="102811"/>
                  </a:cubicBezTo>
                  <a:cubicBezTo>
                    <a:pt x="1676373" y="94585"/>
                    <a:pt x="1672636" y="91593"/>
                    <a:pt x="1664414" y="91593"/>
                  </a:cubicBezTo>
                  <a:cubicBezTo>
                    <a:pt x="1653203" y="92341"/>
                    <a:pt x="1641244" y="91593"/>
                    <a:pt x="1630032" y="91593"/>
                  </a:cubicBezTo>
                  <a:cubicBezTo>
                    <a:pt x="1621063" y="90846"/>
                    <a:pt x="1617325" y="95333"/>
                    <a:pt x="1618073" y="104307"/>
                  </a:cubicBezTo>
                  <a:cubicBezTo>
                    <a:pt x="1618073" y="119263"/>
                    <a:pt x="1618073" y="134220"/>
                    <a:pt x="1618073" y="149177"/>
                  </a:cubicBezTo>
                  <a:cubicBezTo>
                    <a:pt x="1618073" y="161890"/>
                    <a:pt x="1621063" y="172360"/>
                    <a:pt x="1636759" y="173855"/>
                  </a:cubicBezTo>
                  <a:cubicBezTo>
                    <a:pt x="1637506" y="173855"/>
                    <a:pt x="1638254" y="176099"/>
                    <a:pt x="1639001" y="179090"/>
                  </a:cubicBezTo>
                  <a:cubicBezTo>
                    <a:pt x="1611346" y="179090"/>
                    <a:pt x="1584438" y="179090"/>
                    <a:pt x="1558278" y="179090"/>
                  </a:cubicBezTo>
                  <a:cubicBezTo>
                    <a:pt x="1557530" y="177595"/>
                    <a:pt x="1557530" y="176847"/>
                    <a:pt x="1557530" y="176099"/>
                  </a:cubicBezTo>
                  <a:cubicBezTo>
                    <a:pt x="1559773" y="174603"/>
                    <a:pt x="1562015" y="173108"/>
                    <a:pt x="1565005" y="173108"/>
                  </a:cubicBezTo>
                  <a:cubicBezTo>
                    <a:pt x="1575469" y="171612"/>
                    <a:pt x="1579953" y="164881"/>
                    <a:pt x="1579953" y="154412"/>
                  </a:cubicBezTo>
                  <a:cubicBezTo>
                    <a:pt x="1579953" y="113281"/>
                    <a:pt x="1579953" y="71402"/>
                    <a:pt x="1579953" y="30271"/>
                  </a:cubicBezTo>
                  <a:cubicBezTo>
                    <a:pt x="1579953" y="14566"/>
                    <a:pt x="1568742" y="12323"/>
                    <a:pt x="1556783" y="10079"/>
                  </a:cubicBezTo>
                  <a:cubicBezTo>
                    <a:pt x="1565752" y="2601"/>
                    <a:pt x="1624800" y="1853"/>
                    <a:pt x="1641244" y="8583"/>
                  </a:cubicBezTo>
                  <a:cubicBezTo>
                    <a:pt x="1609851" y="13818"/>
                    <a:pt x="1618073" y="37001"/>
                    <a:pt x="1618073" y="55697"/>
                  </a:cubicBezTo>
                  <a:cubicBezTo>
                    <a:pt x="1618073" y="87106"/>
                    <a:pt x="1613588" y="83367"/>
                    <a:pt x="1644233" y="83367"/>
                  </a:cubicBezTo>
                  <a:cubicBezTo>
                    <a:pt x="1675626" y="83367"/>
                    <a:pt x="1675626" y="83367"/>
                    <a:pt x="1675626" y="51958"/>
                  </a:cubicBezTo>
                  <a:cubicBezTo>
                    <a:pt x="1675626" y="47471"/>
                    <a:pt x="1675626" y="42984"/>
                    <a:pt x="1675626" y="38497"/>
                  </a:cubicBezTo>
                  <a:cubicBezTo>
                    <a:pt x="1677121" y="22792"/>
                    <a:pt x="1673384" y="11575"/>
                    <a:pt x="1655445" y="10079"/>
                  </a:cubicBezTo>
                  <a:cubicBezTo>
                    <a:pt x="1658435" y="6714"/>
                    <a:pt x="1675626" y="4470"/>
                    <a:pt x="1693565" y="3816"/>
                  </a:cubicBezTo>
                  <a:close/>
                  <a:moveTo>
                    <a:pt x="4455169" y="3706"/>
                  </a:moveTo>
                  <a:cubicBezTo>
                    <a:pt x="4482123" y="3706"/>
                    <a:pt x="4509826" y="2211"/>
                    <a:pt x="4536780" y="4453"/>
                  </a:cubicBezTo>
                  <a:cubicBezTo>
                    <a:pt x="4551006" y="5200"/>
                    <a:pt x="4565980" y="9683"/>
                    <a:pt x="4577211" y="17155"/>
                  </a:cubicBezTo>
                  <a:cubicBezTo>
                    <a:pt x="4592934" y="26869"/>
                    <a:pt x="4594432" y="44054"/>
                    <a:pt x="4590688" y="61239"/>
                  </a:cubicBezTo>
                  <a:cubicBezTo>
                    <a:pt x="4587693" y="76183"/>
                    <a:pt x="4577211" y="82908"/>
                    <a:pt x="4564483" y="87391"/>
                  </a:cubicBezTo>
                  <a:cubicBezTo>
                    <a:pt x="4556996" y="89633"/>
                    <a:pt x="4548760" y="91127"/>
                    <a:pt x="4539775" y="94116"/>
                  </a:cubicBezTo>
                  <a:cubicBezTo>
                    <a:pt x="4565232" y="102335"/>
                    <a:pt x="4574216" y="121762"/>
                    <a:pt x="4580206" y="144178"/>
                  </a:cubicBezTo>
                  <a:cubicBezTo>
                    <a:pt x="4581704" y="150903"/>
                    <a:pt x="4586945" y="156133"/>
                    <a:pt x="4591437" y="162111"/>
                  </a:cubicBezTo>
                  <a:cubicBezTo>
                    <a:pt x="4595181" y="156133"/>
                    <a:pt x="4598924" y="150903"/>
                    <a:pt x="4602668" y="145672"/>
                  </a:cubicBezTo>
                  <a:cubicBezTo>
                    <a:pt x="4603416" y="144925"/>
                    <a:pt x="4604165" y="144925"/>
                    <a:pt x="4606411" y="143431"/>
                  </a:cubicBezTo>
                  <a:cubicBezTo>
                    <a:pt x="4610155" y="157628"/>
                    <a:pt x="4605663" y="168835"/>
                    <a:pt x="4595181" y="175560"/>
                  </a:cubicBezTo>
                  <a:cubicBezTo>
                    <a:pt x="4572719" y="191251"/>
                    <a:pt x="4545765" y="177802"/>
                    <a:pt x="4541273" y="150903"/>
                  </a:cubicBezTo>
                  <a:cubicBezTo>
                    <a:pt x="4539775" y="141189"/>
                    <a:pt x="4539775" y="130729"/>
                    <a:pt x="4538278" y="120268"/>
                  </a:cubicBezTo>
                  <a:cubicBezTo>
                    <a:pt x="4535283" y="101588"/>
                    <a:pt x="4529293" y="97105"/>
                    <a:pt x="4509077" y="97105"/>
                  </a:cubicBezTo>
                  <a:cubicBezTo>
                    <a:pt x="4509077" y="118026"/>
                    <a:pt x="4507580" y="139695"/>
                    <a:pt x="4509826" y="161363"/>
                  </a:cubicBezTo>
                  <a:cubicBezTo>
                    <a:pt x="4510575" y="167341"/>
                    <a:pt x="4523303" y="171824"/>
                    <a:pt x="4531539" y="178549"/>
                  </a:cubicBezTo>
                  <a:cubicBezTo>
                    <a:pt x="4503088" y="178549"/>
                    <a:pt x="4476134" y="178549"/>
                    <a:pt x="4448431" y="178549"/>
                  </a:cubicBezTo>
                  <a:cubicBezTo>
                    <a:pt x="4447682" y="177055"/>
                    <a:pt x="4446185" y="175560"/>
                    <a:pt x="4445436" y="174813"/>
                  </a:cubicBezTo>
                  <a:cubicBezTo>
                    <a:pt x="4476134" y="173319"/>
                    <a:pt x="4470893" y="152397"/>
                    <a:pt x="4470893" y="134465"/>
                  </a:cubicBezTo>
                  <a:cubicBezTo>
                    <a:pt x="4470893" y="102335"/>
                    <a:pt x="4470893" y="70206"/>
                    <a:pt x="4470893" y="37329"/>
                  </a:cubicBezTo>
                  <a:cubicBezTo>
                    <a:pt x="4470893" y="23133"/>
                    <a:pt x="4467898" y="12672"/>
                    <a:pt x="4452175" y="10430"/>
                  </a:cubicBezTo>
                  <a:cubicBezTo>
                    <a:pt x="4450677" y="10430"/>
                    <a:pt x="4449928" y="8936"/>
                    <a:pt x="4449180" y="8189"/>
                  </a:cubicBezTo>
                  <a:cubicBezTo>
                    <a:pt x="4448431" y="7441"/>
                    <a:pt x="4448431" y="6694"/>
                    <a:pt x="4448431" y="5200"/>
                  </a:cubicBezTo>
                  <a:cubicBezTo>
                    <a:pt x="4450677" y="4453"/>
                    <a:pt x="4452923" y="3706"/>
                    <a:pt x="4455169" y="3706"/>
                  </a:cubicBezTo>
                  <a:close/>
                  <a:moveTo>
                    <a:pt x="4827674" y="3358"/>
                  </a:moveTo>
                  <a:cubicBezTo>
                    <a:pt x="4846411" y="2795"/>
                    <a:pt x="4866086" y="3734"/>
                    <a:pt x="4872831" y="6362"/>
                  </a:cubicBezTo>
                  <a:cubicBezTo>
                    <a:pt x="4872831" y="7113"/>
                    <a:pt x="4872831" y="7864"/>
                    <a:pt x="4872831" y="7864"/>
                  </a:cubicBezTo>
                  <a:cubicBezTo>
                    <a:pt x="4848098" y="13121"/>
                    <a:pt x="4848847" y="31896"/>
                    <a:pt x="4849597" y="50671"/>
                  </a:cubicBezTo>
                  <a:cubicBezTo>
                    <a:pt x="4850346" y="79208"/>
                    <a:pt x="4849597" y="107746"/>
                    <a:pt x="4850346" y="136284"/>
                  </a:cubicBezTo>
                  <a:cubicBezTo>
                    <a:pt x="4850346" y="153557"/>
                    <a:pt x="4845100" y="174584"/>
                    <a:pt x="4876578" y="174584"/>
                  </a:cubicBezTo>
                  <a:cubicBezTo>
                    <a:pt x="4875079" y="176086"/>
                    <a:pt x="4873580" y="177588"/>
                    <a:pt x="4872831" y="179090"/>
                  </a:cubicBezTo>
                  <a:cubicBezTo>
                    <a:pt x="4844350" y="179090"/>
                    <a:pt x="4816619" y="179090"/>
                    <a:pt x="4788888" y="179090"/>
                  </a:cubicBezTo>
                  <a:cubicBezTo>
                    <a:pt x="4788139" y="177588"/>
                    <a:pt x="4788139" y="176837"/>
                    <a:pt x="4788139" y="175335"/>
                  </a:cubicBezTo>
                  <a:cubicBezTo>
                    <a:pt x="4790387" y="174584"/>
                    <a:pt x="4792636" y="173082"/>
                    <a:pt x="4795634" y="173082"/>
                  </a:cubicBezTo>
                  <a:cubicBezTo>
                    <a:pt x="4806127" y="171580"/>
                    <a:pt x="4811373" y="165572"/>
                    <a:pt x="4811373" y="155059"/>
                  </a:cubicBezTo>
                  <a:cubicBezTo>
                    <a:pt x="4812122" y="113003"/>
                    <a:pt x="4811373" y="70947"/>
                    <a:pt x="4811373" y="28892"/>
                  </a:cubicBezTo>
                  <a:cubicBezTo>
                    <a:pt x="4811373" y="13121"/>
                    <a:pt x="4799381" y="11619"/>
                    <a:pt x="4788139" y="9366"/>
                  </a:cubicBezTo>
                  <a:cubicBezTo>
                    <a:pt x="4791137" y="5987"/>
                    <a:pt x="4808937" y="3921"/>
                    <a:pt x="4827674" y="3358"/>
                  </a:cubicBezTo>
                  <a:close/>
                  <a:moveTo>
                    <a:pt x="1127399" y="3358"/>
                  </a:moveTo>
                  <a:cubicBezTo>
                    <a:pt x="1146313" y="2983"/>
                    <a:pt x="1165976" y="4109"/>
                    <a:pt x="1171594" y="7113"/>
                  </a:cubicBezTo>
                  <a:cubicBezTo>
                    <a:pt x="1171594" y="7113"/>
                    <a:pt x="1171594" y="8615"/>
                    <a:pt x="1171594" y="8615"/>
                  </a:cubicBezTo>
                  <a:cubicBezTo>
                    <a:pt x="1148373" y="12370"/>
                    <a:pt x="1148373" y="28141"/>
                    <a:pt x="1149122" y="46916"/>
                  </a:cubicBezTo>
                  <a:cubicBezTo>
                    <a:pt x="1149871" y="82212"/>
                    <a:pt x="1149122" y="116758"/>
                    <a:pt x="1149122" y="152055"/>
                  </a:cubicBezTo>
                  <a:cubicBezTo>
                    <a:pt x="1149122" y="168576"/>
                    <a:pt x="1154366" y="173082"/>
                    <a:pt x="1171594" y="170078"/>
                  </a:cubicBezTo>
                  <a:cubicBezTo>
                    <a:pt x="1197812" y="166323"/>
                    <a:pt x="1206801" y="146047"/>
                    <a:pt x="1215790" y="125019"/>
                  </a:cubicBezTo>
                  <a:cubicBezTo>
                    <a:pt x="1218037" y="121264"/>
                    <a:pt x="1218786" y="117509"/>
                    <a:pt x="1220284" y="113754"/>
                  </a:cubicBezTo>
                  <a:cubicBezTo>
                    <a:pt x="1221783" y="113754"/>
                    <a:pt x="1223281" y="114505"/>
                    <a:pt x="1224030" y="114505"/>
                  </a:cubicBezTo>
                  <a:cubicBezTo>
                    <a:pt x="1224030" y="135533"/>
                    <a:pt x="1224030" y="157311"/>
                    <a:pt x="1224030" y="179090"/>
                  </a:cubicBezTo>
                  <a:cubicBezTo>
                    <a:pt x="1178336" y="179090"/>
                    <a:pt x="1132642" y="179090"/>
                    <a:pt x="1086949" y="179090"/>
                  </a:cubicBezTo>
                  <a:cubicBezTo>
                    <a:pt x="1111668" y="166323"/>
                    <a:pt x="1110919" y="166323"/>
                    <a:pt x="1110919" y="139288"/>
                  </a:cubicBezTo>
                  <a:cubicBezTo>
                    <a:pt x="1110170" y="106244"/>
                    <a:pt x="1110919" y="72449"/>
                    <a:pt x="1111668" y="38655"/>
                  </a:cubicBezTo>
                  <a:cubicBezTo>
                    <a:pt x="1111668" y="20631"/>
                    <a:pt x="1108672" y="16125"/>
                    <a:pt x="1087698" y="8615"/>
                  </a:cubicBezTo>
                  <a:cubicBezTo>
                    <a:pt x="1090320" y="5611"/>
                    <a:pt x="1108485" y="3734"/>
                    <a:pt x="1127399" y="3358"/>
                  </a:cubicBezTo>
                  <a:close/>
                  <a:moveTo>
                    <a:pt x="2404549" y="3353"/>
                  </a:moveTo>
                  <a:cubicBezTo>
                    <a:pt x="2420259" y="1105"/>
                    <a:pt x="2426992" y="11594"/>
                    <a:pt x="2433725" y="22831"/>
                  </a:cubicBezTo>
                  <a:cubicBezTo>
                    <a:pt x="2453176" y="52049"/>
                    <a:pt x="2472628" y="81267"/>
                    <a:pt x="2492079" y="109736"/>
                  </a:cubicBezTo>
                  <a:cubicBezTo>
                    <a:pt x="2495071" y="114980"/>
                    <a:pt x="2498812" y="118726"/>
                    <a:pt x="2502552" y="123221"/>
                  </a:cubicBezTo>
                  <a:cubicBezTo>
                    <a:pt x="2504048" y="122472"/>
                    <a:pt x="2505545" y="121723"/>
                    <a:pt x="2506293" y="121723"/>
                  </a:cubicBezTo>
                  <a:cubicBezTo>
                    <a:pt x="2506293" y="91756"/>
                    <a:pt x="2507041" y="61789"/>
                    <a:pt x="2505545" y="31821"/>
                  </a:cubicBezTo>
                  <a:cubicBezTo>
                    <a:pt x="2505545" y="25828"/>
                    <a:pt x="2496567" y="19085"/>
                    <a:pt x="2491330" y="13841"/>
                  </a:cubicBezTo>
                  <a:cubicBezTo>
                    <a:pt x="2489086" y="11594"/>
                    <a:pt x="2484597" y="11594"/>
                    <a:pt x="2480857" y="10095"/>
                  </a:cubicBezTo>
                  <a:cubicBezTo>
                    <a:pt x="2480857" y="8597"/>
                    <a:pt x="2480857" y="7099"/>
                    <a:pt x="2480857" y="6349"/>
                  </a:cubicBezTo>
                  <a:cubicBezTo>
                    <a:pt x="2500308" y="6349"/>
                    <a:pt x="2519011" y="6349"/>
                    <a:pt x="2538462" y="6349"/>
                  </a:cubicBezTo>
                  <a:cubicBezTo>
                    <a:pt x="2538462" y="7848"/>
                    <a:pt x="2538462" y="9346"/>
                    <a:pt x="2538462" y="9346"/>
                  </a:cubicBezTo>
                  <a:cubicBezTo>
                    <a:pt x="2519759" y="15340"/>
                    <a:pt x="2516766" y="29574"/>
                    <a:pt x="2517514" y="46805"/>
                  </a:cubicBezTo>
                  <a:cubicBezTo>
                    <a:pt x="2518263" y="85762"/>
                    <a:pt x="2517514" y="123970"/>
                    <a:pt x="2517514" y="162178"/>
                  </a:cubicBezTo>
                  <a:cubicBezTo>
                    <a:pt x="2517514" y="167423"/>
                    <a:pt x="2517514" y="173416"/>
                    <a:pt x="2517514" y="178660"/>
                  </a:cubicBezTo>
                  <a:cubicBezTo>
                    <a:pt x="2504048" y="182406"/>
                    <a:pt x="2495819" y="181657"/>
                    <a:pt x="2488338" y="168921"/>
                  </a:cubicBezTo>
                  <a:cubicBezTo>
                    <a:pt x="2463650" y="129964"/>
                    <a:pt x="2436718" y="91756"/>
                    <a:pt x="2410534" y="53548"/>
                  </a:cubicBezTo>
                  <a:cubicBezTo>
                    <a:pt x="2409038" y="50551"/>
                    <a:pt x="2406045" y="48303"/>
                    <a:pt x="2403053" y="45307"/>
                  </a:cubicBezTo>
                  <a:cubicBezTo>
                    <a:pt x="2401556" y="46056"/>
                    <a:pt x="2400060" y="46056"/>
                    <a:pt x="2398564" y="46056"/>
                  </a:cubicBezTo>
                  <a:cubicBezTo>
                    <a:pt x="2398564" y="61789"/>
                    <a:pt x="2398564" y="76772"/>
                    <a:pt x="2398564" y="91756"/>
                  </a:cubicBezTo>
                  <a:cubicBezTo>
                    <a:pt x="2398564" y="110485"/>
                    <a:pt x="2399312" y="129215"/>
                    <a:pt x="2399312" y="148693"/>
                  </a:cubicBezTo>
                  <a:cubicBezTo>
                    <a:pt x="2400060" y="168921"/>
                    <a:pt x="2401556" y="171169"/>
                    <a:pt x="2422504" y="173416"/>
                  </a:cubicBezTo>
                  <a:cubicBezTo>
                    <a:pt x="2424000" y="173416"/>
                    <a:pt x="2426244" y="174165"/>
                    <a:pt x="2427741" y="177162"/>
                  </a:cubicBezTo>
                  <a:cubicBezTo>
                    <a:pt x="2407541" y="182406"/>
                    <a:pt x="2387342" y="180159"/>
                    <a:pt x="2366395" y="180908"/>
                  </a:cubicBezTo>
                  <a:cubicBezTo>
                    <a:pt x="2366395" y="179410"/>
                    <a:pt x="2366395" y="177911"/>
                    <a:pt x="2366395" y="176413"/>
                  </a:cubicBezTo>
                  <a:cubicBezTo>
                    <a:pt x="2368639" y="175664"/>
                    <a:pt x="2370136" y="173416"/>
                    <a:pt x="2373128" y="173416"/>
                  </a:cubicBezTo>
                  <a:cubicBezTo>
                    <a:pt x="2383602" y="171918"/>
                    <a:pt x="2388090" y="165924"/>
                    <a:pt x="2388090" y="155436"/>
                  </a:cubicBezTo>
                  <a:cubicBezTo>
                    <a:pt x="2388090" y="114231"/>
                    <a:pt x="2388090" y="72277"/>
                    <a:pt x="2388838" y="31072"/>
                  </a:cubicBezTo>
                  <a:cubicBezTo>
                    <a:pt x="2388838" y="13841"/>
                    <a:pt x="2376120" y="13092"/>
                    <a:pt x="2364899" y="10095"/>
                  </a:cubicBezTo>
                  <a:cubicBezTo>
                    <a:pt x="2364899" y="8597"/>
                    <a:pt x="2364899" y="7099"/>
                    <a:pt x="2364899" y="7099"/>
                  </a:cubicBezTo>
                  <a:cubicBezTo>
                    <a:pt x="2378365" y="5600"/>
                    <a:pt x="2391083" y="5600"/>
                    <a:pt x="2404549" y="3353"/>
                  </a:cubicBezTo>
                  <a:close/>
                  <a:moveTo>
                    <a:pt x="4894338" y="3316"/>
                  </a:moveTo>
                  <a:cubicBezTo>
                    <a:pt x="4912316" y="3316"/>
                    <a:pt x="4929544" y="3316"/>
                    <a:pt x="4946772" y="3316"/>
                  </a:cubicBezTo>
                  <a:cubicBezTo>
                    <a:pt x="4976734" y="3316"/>
                    <a:pt x="5006696" y="4063"/>
                    <a:pt x="5036658" y="4063"/>
                  </a:cubicBezTo>
                  <a:cubicBezTo>
                    <a:pt x="5045647" y="4063"/>
                    <a:pt x="5050141" y="6302"/>
                    <a:pt x="5049392" y="16752"/>
                  </a:cubicBezTo>
                  <a:cubicBezTo>
                    <a:pt x="5048643" y="31681"/>
                    <a:pt x="5049392" y="47356"/>
                    <a:pt x="5049392" y="63032"/>
                  </a:cubicBezTo>
                  <a:cubicBezTo>
                    <a:pt x="5047894" y="63778"/>
                    <a:pt x="5046396" y="63778"/>
                    <a:pt x="5045647" y="64525"/>
                  </a:cubicBezTo>
                  <a:cubicBezTo>
                    <a:pt x="5043400" y="60792"/>
                    <a:pt x="5040403" y="56314"/>
                    <a:pt x="5038905" y="51835"/>
                  </a:cubicBezTo>
                  <a:cubicBezTo>
                    <a:pt x="5031415" y="36906"/>
                    <a:pt x="5024673" y="21231"/>
                    <a:pt x="5005947" y="15259"/>
                  </a:cubicBezTo>
                  <a:cubicBezTo>
                    <a:pt x="4996209" y="12273"/>
                    <a:pt x="4990966" y="14513"/>
                    <a:pt x="4990966" y="27202"/>
                  </a:cubicBezTo>
                  <a:cubicBezTo>
                    <a:pt x="4991715" y="67510"/>
                    <a:pt x="4991715" y="108565"/>
                    <a:pt x="4990966" y="149619"/>
                  </a:cubicBezTo>
                  <a:cubicBezTo>
                    <a:pt x="4990966" y="164548"/>
                    <a:pt x="4994711" y="173506"/>
                    <a:pt x="5011939" y="172759"/>
                  </a:cubicBezTo>
                  <a:cubicBezTo>
                    <a:pt x="5013437" y="172759"/>
                    <a:pt x="5014187" y="173506"/>
                    <a:pt x="5015685" y="174252"/>
                  </a:cubicBezTo>
                  <a:cubicBezTo>
                    <a:pt x="5015685" y="174998"/>
                    <a:pt x="5015685" y="175745"/>
                    <a:pt x="5016434" y="177984"/>
                  </a:cubicBezTo>
                  <a:cubicBezTo>
                    <a:pt x="4985723" y="177984"/>
                    <a:pt x="4955761" y="177984"/>
                    <a:pt x="4925049" y="177984"/>
                  </a:cubicBezTo>
                  <a:cubicBezTo>
                    <a:pt x="4925798" y="176491"/>
                    <a:pt x="4925798" y="174998"/>
                    <a:pt x="4925798" y="173506"/>
                  </a:cubicBezTo>
                  <a:cubicBezTo>
                    <a:pt x="4929544" y="173506"/>
                    <a:pt x="4933289" y="172759"/>
                    <a:pt x="4937034" y="172013"/>
                  </a:cubicBezTo>
                  <a:cubicBezTo>
                    <a:pt x="4946772" y="171266"/>
                    <a:pt x="4952015" y="166041"/>
                    <a:pt x="4952015" y="155591"/>
                  </a:cubicBezTo>
                  <a:cubicBezTo>
                    <a:pt x="4952015" y="111551"/>
                    <a:pt x="4952015" y="68257"/>
                    <a:pt x="4952015" y="24217"/>
                  </a:cubicBezTo>
                  <a:cubicBezTo>
                    <a:pt x="4952764" y="13766"/>
                    <a:pt x="4947521" y="12273"/>
                    <a:pt x="4939281" y="14513"/>
                  </a:cubicBezTo>
                  <a:cubicBezTo>
                    <a:pt x="4921304" y="19738"/>
                    <a:pt x="4913065" y="33174"/>
                    <a:pt x="4906323" y="48849"/>
                  </a:cubicBezTo>
                  <a:cubicBezTo>
                    <a:pt x="4904076" y="54074"/>
                    <a:pt x="4902578" y="59299"/>
                    <a:pt x="4898833" y="64525"/>
                  </a:cubicBezTo>
                  <a:cubicBezTo>
                    <a:pt x="4889844" y="45117"/>
                    <a:pt x="4896585" y="24963"/>
                    <a:pt x="4894338" y="3316"/>
                  </a:cubicBezTo>
                  <a:close/>
                  <a:moveTo>
                    <a:pt x="3134904" y="3316"/>
                  </a:moveTo>
                  <a:cubicBezTo>
                    <a:pt x="3136406" y="3316"/>
                    <a:pt x="3137908" y="5551"/>
                    <a:pt x="3143165" y="9275"/>
                  </a:cubicBezTo>
                  <a:cubicBezTo>
                    <a:pt x="3108620" y="11509"/>
                    <a:pt x="3116130" y="34598"/>
                    <a:pt x="3116130" y="53218"/>
                  </a:cubicBezTo>
                  <a:cubicBezTo>
                    <a:pt x="3115379" y="81521"/>
                    <a:pt x="3115379" y="109823"/>
                    <a:pt x="3115379" y="138126"/>
                  </a:cubicBezTo>
                  <a:cubicBezTo>
                    <a:pt x="3115379" y="165684"/>
                    <a:pt x="3115379" y="165684"/>
                    <a:pt x="3138659" y="177601"/>
                  </a:cubicBezTo>
                  <a:cubicBezTo>
                    <a:pt x="3111624" y="177601"/>
                    <a:pt x="3085340" y="177601"/>
                    <a:pt x="3059056" y="177601"/>
                  </a:cubicBezTo>
                  <a:cubicBezTo>
                    <a:pt x="3085340" y="170153"/>
                    <a:pt x="3080083" y="150043"/>
                    <a:pt x="3080083" y="131423"/>
                  </a:cubicBezTo>
                  <a:cubicBezTo>
                    <a:pt x="3079332" y="103120"/>
                    <a:pt x="3079332" y="74073"/>
                    <a:pt x="3079332" y="45025"/>
                  </a:cubicBezTo>
                  <a:cubicBezTo>
                    <a:pt x="3079332" y="40556"/>
                    <a:pt x="3078581" y="36088"/>
                    <a:pt x="3077830" y="31619"/>
                  </a:cubicBezTo>
                  <a:cubicBezTo>
                    <a:pt x="3076328" y="31619"/>
                    <a:pt x="3074826" y="30874"/>
                    <a:pt x="3074075" y="30874"/>
                  </a:cubicBezTo>
                  <a:cubicBezTo>
                    <a:pt x="3066566" y="54708"/>
                    <a:pt x="3059056" y="78541"/>
                    <a:pt x="3052297" y="102375"/>
                  </a:cubicBezTo>
                  <a:cubicBezTo>
                    <a:pt x="3045538" y="125464"/>
                    <a:pt x="3039531" y="147808"/>
                    <a:pt x="3032021" y="170897"/>
                  </a:cubicBezTo>
                  <a:cubicBezTo>
                    <a:pt x="3030519" y="174621"/>
                    <a:pt x="3023760" y="179090"/>
                    <a:pt x="3019254" y="179090"/>
                  </a:cubicBezTo>
                  <a:cubicBezTo>
                    <a:pt x="3015499" y="179090"/>
                    <a:pt x="3009492" y="173877"/>
                    <a:pt x="3007990" y="169408"/>
                  </a:cubicBezTo>
                  <a:cubicBezTo>
                    <a:pt x="2995223" y="126954"/>
                    <a:pt x="2983208" y="83755"/>
                    <a:pt x="2971192" y="40556"/>
                  </a:cubicBezTo>
                  <a:cubicBezTo>
                    <a:pt x="2970441" y="37577"/>
                    <a:pt x="2968188" y="33853"/>
                    <a:pt x="2965184" y="27150"/>
                  </a:cubicBezTo>
                  <a:cubicBezTo>
                    <a:pt x="2963682" y="33108"/>
                    <a:pt x="2962931" y="35343"/>
                    <a:pt x="2962931" y="37577"/>
                  </a:cubicBezTo>
                  <a:cubicBezTo>
                    <a:pt x="2962931" y="68859"/>
                    <a:pt x="2962931" y="100141"/>
                    <a:pt x="2962931" y="131423"/>
                  </a:cubicBezTo>
                  <a:cubicBezTo>
                    <a:pt x="2962931" y="161960"/>
                    <a:pt x="2963682" y="161960"/>
                    <a:pt x="2990717" y="177601"/>
                  </a:cubicBezTo>
                  <a:cubicBezTo>
                    <a:pt x="2967437" y="177601"/>
                    <a:pt x="2947912" y="177601"/>
                    <a:pt x="2928387" y="177601"/>
                  </a:cubicBezTo>
                  <a:cubicBezTo>
                    <a:pt x="2926885" y="176111"/>
                    <a:pt x="2926134" y="174621"/>
                    <a:pt x="2925383" y="173132"/>
                  </a:cubicBezTo>
                  <a:cubicBezTo>
                    <a:pt x="2952418" y="170897"/>
                    <a:pt x="2951667" y="153022"/>
                    <a:pt x="2951667" y="134402"/>
                  </a:cubicBezTo>
                  <a:cubicBezTo>
                    <a:pt x="2950916" y="107589"/>
                    <a:pt x="2951667" y="80031"/>
                    <a:pt x="2951667" y="52473"/>
                  </a:cubicBezTo>
                  <a:cubicBezTo>
                    <a:pt x="2950916" y="34598"/>
                    <a:pt x="2958426" y="12254"/>
                    <a:pt x="2926885" y="8530"/>
                  </a:cubicBezTo>
                  <a:cubicBezTo>
                    <a:pt x="2928387" y="7040"/>
                    <a:pt x="2929138" y="5551"/>
                    <a:pt x="2930640" y="4806"/>
                  </a:cubicBezTo>
                  <a:cubicBezTo>
                    <a:pt x="2943406" y="4806"/>
                    <a:pt x="2956173" y="4806"/>
                    <a:pt x="2969690" y="4806"/>
                  </a:cubicBezTo>
                  <a:cubicBezTo>
                    <a:pt x="2996725" y="4806"/>
                    <a:pt x="2997476" y="4806"/>
                    <a:pt x="3004986" y="31619"/>
                  </a:cubicBezTo>
                  <a:cubicBezTo>
                    <a:pt x="3012496" y="54708"/>
                    <a:pt x="3018503" y="77797"/>
                    <a:pt x="3025262" y="101631"/>
                  </a:cubicBezTo>
                  <a:cubicBezTo>
                    <a:pt x="3026764" y="107589"/>
                    <a:pt x="3029768" y="113547"/>
                    <a:pt x="3032021" y="120251"/>
                  </a:cubicBezTo>
                  <a:cubicBezTo>
                    <a:pt x="3033523" y="120251"/>
                    <a:pt x="3035025" y="120251"/>
                    <a:pt x="3036527" y="120251"/>
                  </a:cubicBezTo>
                  <a:cubicBezTo>
                    <a:pt x="3042534" y="98651"/>
                    <a:pt x="3049293" y="77797"/>
                    <a:pt x="3055301" y="56942"/>
                  </a:cubicBezTo>
                  <a:cubicBezTo>
                    <a:pt x="3059807" y="42046"/>
                    <a:pt x="3063562" y="27150"/>
                    <a:pt x="3068068" y="12999"/>
                  </a:cubicBezTo>
                  <a:cubicBezTo>
                    <a:pt x="3069569" y="9275"/>
                    <a:pt x="3073324" y="4061"/>
                    <a:pt x="3076328" y="4061"/>
                  </a:cubicBezTo>
                  <a:cubicBezTo>
                    <a:pt x="3095853" y="3316"/>
                    <a:pt x="3115379" y="3316"/>
                    <a:pt x="3134904" y="3316"/>
                  </a:cubicBezTo>
                  <a:close/>
                  <a:moveTo>
                    <a:pt x="2757081" y="3316"/>
                  </a:moveTo>
                  <a:cubicBezTo>
                    <a:pt x="2788459" y="4064"/>
                    <a:pt x="2820583" y="4064"/>
                    <a:pt x="2851961" y="5559"/>
                  </a:cubicBezTo>
                  <a:cubicBezTo>
                    <a:pt x="2873627" y="6306"/>
                    <a:pt x="2889316" y="20510"/>
                    <a:pt x="2894545" y="37704"/>
                  </a:cubicBezTo>
                  <a:cubicBezTo>
                    <a:pt x="2899028" y="55646"/>
                    <a:pt x="2894545" y="72840"/>
                    <a:pt x="2880351" y="81063"/>
                  </a:cubicBezTo>
                  <a:cubicBezTo>
                    <a:pt x="2869144" y="87792"/>
                    <a:pt x="2856444" y="90034"/>
                    <a:pt x="2842249" y="95267"/>
                  </a:cubicBezTo>
                  <a:cubicBezTo>
                    <a:pt x="2870639" y="103491"/>
                    <a:pt x="2879604" y="125918"/>
                    <a:pt x="2884833" y="150587"/>
                  </a:cubicBezTo>
                  <a:cubicBezTo>
                    <a:pt x="2885580" y="155073"/>
                    <a:pt x="2891557" y="158811"/>
                    <a:pt x="2894545" y="162549"/>
                  </a:cubicBezTo>
                  <a:cubicBezTo>
                    <a:pt x="2897534" y="158811"/>
                    <a:pt x="2901269" y="155073"/>
                    <a:pt x="2904258" y="151335"/>
                  </a:cubicBezTo>
                  <a:cubicBezTo>
                    <a:pt x="2905752" y="149092"/>
                    <a:pt x="2906499" y="146102"/>
                    <a:pt x="2908740" y="143112"/>
                  </a:cubicBezTo>
                  <a:cubicBezTo>
                    <a:pt x="2913223" y="160306"/>
                    <a:pt x="2906499" y="174510"/>
                    <a:pt x="2891557" y="179743"/>
                  </a:cubicBezTo>
                  <a:cubicBezTo>
                    <a:pt x="2872880" y="185723"/>
                    <a:pt x="2852708" y="178248"/>
                    <a:pt x="2848226" y="162549"/>
                  </a:cubicBezTo>
                  <a:cubicBezTo>
                    <a:pt x="2844490" y="148345"/>
                    <a:pt x="2843743" y="132646"/>
                    <a:pt x="2840755" y="118442"/>
                  </a:cubicBezTo>
                  <a:cubicBezTo>
                    <a:pt x="2838514" y="111714"/>
                    <a:pt x="2834031" y="103491"/>
                    <a:pt x="2828801" y="99753"/>
                  </a:cubicBezTo>
                  <a:cubicBezTo>
                    <a:pt x="2816101" y="91529"/>
                    <a:pt x="2810871" y="96015"/>
                    <a:pt x="2810871" y="110219"/>
                  </a:cubicBezTo>
                  <a:cubicBezTo>
                    <a:pt x="2811618" y="119937"/>
                    <a:pt x="2811618" y="130403"/>
                    <a:pt x="2811618" y="140121"/>
                  </a:cubicBezTo>
                  <a:cubicBezTo>
                    <a:pt x="2810871" y="167034"/>
                    <a:pt x="2810871" y="167034"/>
                    <a:pt x="2834031" y="175257"/>
                  </a:cubicBezTo>
                  <a:cubicBezTo>
                    <a:pt x="2827307" y="181985"/>
                    <a:pt x="2763057" y="182733"/>
                    <a:pt x="2749610" y="176005"/>
                  </a:cubicBezTo>
                  <a:cubicBezTo>
                    <a:pt x="2754092" y="174510"/>
                    <a:pt x="2756334" y="173015"/>
                    <a:pt x="2759322" y="173015"/>
                  </a:cubicBezTo>
                  <a:cubicBezTo>
                    <a:pt x="2769781" y="170772"/>
                    <a:pt x="2775011" y="164791"/>
                    <a:pt x="2775011" y="154325"/>
                  </a:cubicBezTo>
                  <a:cubicBezTo>
                    <a:pt x="2775011" y="113209"/>
                    <a:pt x="2775011" y="72093"/>
                    <a:pt x="2775011" y="31724"/>
                  </a:cubicBezTo>
                  <a:cubicBezTo>
                    <a:pt x="2775011" y="16025"/>
                    <a:pt x="2764552" y="11539"/>
                    <a:pt x="2750357" y="10044"/>
                  </a:cubicBezTo>
                  <a:cubicBezTo>
                    <a:pt x="2751104" y="9297"/>
                    <a:pt x="2751104" y="7802"/>
                    <a:pt x="2751104" y="6306"/>
                  </a:cubicBezTo>
                  <a:cubicBezTo>
                    <a:pt x="2753345" y="5559"/>
                    <a:pt x="2754839" y="3316"/>
                    <a:pt x="2757081" y="3316"/>
                  </a:cubicBezTo>
                  <a:close/>
                  <a:moveTo>
                    <a:pt x="197218" y="3316"/>
                  </a:moveTo>
                  <a:cubicBezTo>
                    <a:pt x="236654" y="3316"/>
                    <a:pt x="276091" y="4062"/>
                    <a:pt x="314783" y="4062"/>
                  </a:cubicBezTo>
                  <a:cubicBezTo>
                    <a:pt x="323712" y="4062"/>
                    <a:pt x="328176" y="5555"/>
                    <a:pt x="328176" y="15257"/>
                  </a:cubicBezTo>
                  <a:cubicBezTo>
                    <a:pt x="327432" y="31676"/>
                    <a:pt x="328176" y="47349"/>
                    <a:pt x="325200" y="65261"/>
                  </a:cubicBezTo>
                  <a:cubicBezTo>
                    <a:pt x="322968" y="61529"/>
                    <a:pt x="319991" y="58544"/>
                    <a:pt x="318503" y="54813"/>
                  </a:cubicBezTo>
                  <a:cubicBezTo>
                    <a:pt x="308086" y="30184"/>
                    <a:pt x="291716" y="14511"/>
                    <a:pt x="264185" y="13018"/>
                  </a:cubicBezTo>
                  <a:cubicBezTo>
                    <a:pt x="248560" y="12272"/>
                    <a:pt x="242607" y="17496"/>
                    <a:pt x="241863" y="33169"/>
                  </a:cubicBezTo>
                  <a:cubicBezTo>
                    <a:pt x="241863" y="48842"/>
                    <a:pt x="241863" y="64515"/>
                    <a:pt x="241863" y="80188"/>
                  </a:cubicBezTo>
                  <a:cubicBezTo>
                    <a:pt x="262697" y="86158"/>
                    <a:pt x="266418" y="83173"/>
                    <a:pt x="284276" y="53320"/>
                  </a:cubicBezTo>
                  <a:cubicBezTo>
                    <a:pt x="291716" y="60783"/>
                    <a:pt x="292460" y="108548"/>
                    <a:pt x="285020" y="122728"/>
                  </a:cubicBezTo>
                  <a:cubicBezTo>
                    <a:pt x="282043" y="117504"/>
                    <a:pt x="280555" y="113026"/>
                    <a:pt x="278323" y="110041"/>
                  </a:cubicBezTo>
                  <a:cubicBezTo>
                    <a:pt x="273858" y="104816"/>
                    <a:pt x="269394" y="98846"/>
                    <a:pt x="263441" y="95861"/>
                  </a:cubicBezTo>
                  <a:cubicBezTo>
                    <a:pt x="247816" y="86905"/>
                    <a:pt x="241863" y="90636"/>
                    <a:pt x="241863" y="108548"/>
                  </a:cubicBezTo>
                  <a:cubicBezTo>
                    <a:pt x="241863" y="123475"/>
                    <a:pt x="242607" y="138401"/>
                    <a:pt x="241863" y="153328"/>
                  </a:cubicBezTo>
                  <a:cubicBezTo>
                    <a:pt x="241119" y="166761"/>
                    <a:pt x="248560" y="170493"/>
                    <a:pt x="260465" y="171239"/>
                  </a:cubicBezTo>
                  <a:cubicBezTo>
                    <a:pt x="288740" y="171239"/>
                    <a:pt x="309574" y="156313"/>
                    <a:pt x="321480" y="127206"/>
                  </a:cubicBezTo>
                  <a:cubicBezTo>
                    <a:pt x="322968" y="123475"/>
                    <a:pt x="325200" y="118997"/>
                    <a:pt x="327432" y="115265"/>
                  </a:cubicBezTo>
                  <a:cubicBezTo>
                    <a:pt x="328920" y="115265"/>
                    <a:pt x="330409" y="116011"/>
                    <a:pt x="331153" y="116011"/>
                  </a:cubicBezTo>
                  <a:cubicBezTo>
                    <a:pt x="331153" y="135416"/>
                    <a:pt x="331897" y="154074"/>
                    <a:pt x="331153" y="173478"/>
                  </a:cubicBezTo>
                  <a:cubicBezTo>
                    <a:pt x="331153" y="175717"/>
                    <a:pt x="325944" y="180195"/>
                    <a:pt x="323712" y="180195"/>
                  </a:cubicBezTo>
                  <a:cubicBezTo>
                    <a:pt x="276835" y="180195"/>
                    <a:pt x="229958" y="179449"/>
                    <a:pt x="183824" y="179449"/>
                  </a:cubicBezTo>
                  <a:cubicBezTo>
                    <a:pt x="182336" y="179449"/>
                    <a:pt x="181592" y="177956"/>
                    <a:pt x="177128" y="175717"/>
                  </a:cubicBezTo>
                  <a:cubicBezTo>
                    <a:pt x="183824" y="174225"/>
                    <a:pt x="187545" y="174225"/>
                    <a:pt x="189033" y="171986"/>
                  </a:cubicBezTo>
                  <a:cubicBezTo>
                    <a:pt x="194242" y="167508"/>
                    <a:pt x="202427" y="161537"/>
                    <a:pt x="202427" y="155567"/>
                  </a:cubicBezTo>
                  <a:cubicBezTo>
                    <a:pt x="203171" y="113772"/>
                    <a:pt x="203171" y="71978"/>
                    <a:pt x="203171" y="30184"/>
                  </a:cubicBezTo>
                  <a:cubicBezTo>
                    <a:pt x="203171" y="19735"/>
                    <a:pt x="197962" y="13765"/>
                    <a:pt x="187545" y="11526"/>
                  </a:cubicBezTo>
                  <a:cubicBezTo>
                    <a:pt x="185313" y="11526"/>
                    <a:pt x="182336" y="10033"/>
                    <a:pt x="180104" y="5555"/>
                  </a:cubicBezTo>
                  <a:cubicBezTo>
                    <a:pt x="186057" y="4809"/>
                    <a:pt x="192009" y="3316"/>
                    <a:pt x="197218" y="3316"/>
                  </a:cubicBezTo>
                  <a:close/>
                  <a:moveTo>
                    <a:pt x="4043261" y="3264"/>
                  </a:moveTo>
                  <a:cubicBezTo>
                    <a:pt x="4062841" y="3170"/>
                    <a:pt x="4083452" y="4860"/>
                    <a:pt x="4090572" y="8615"/>
                  </a:cubicBezTo>
                  <a:cubicBezTo>
                    <a:pt x="4056845" y="10868"/>
                    <a:pt x="4063591" y="34149"/>
                    <a:pt x="4063591" y="53675"/>
                  </a:cubicBezTo>
                  <a:cubicBezTo>
                    <a:pt x="4062841" y="79959"/>
                    <a:pt x="4062841" y="106995"/>
                    <a:pt x="4063591" y="133280"/>
                  </a:cubicBezTo>
                  <a:cubicBezTo>
                    <a:pt x="4063591" y="152055"/>
                    <a:pt x="4057595" y="173833"/>
                    <a:pt x="4090572" y="174584"/>
                  </a:cubicBezTo>
                  <a:cubicBezTo>
                    <a:pt x="4089073" y="176086"/>
                    <a:pt x="4088324" y="177588"/>
                    <a:pt x="4086825" y="179090"/>
                  </a:cubicBezTo>
                  <a:cubicBezTo>
                    <a:pt x="4059094" y="179090"/>
                    <a:pt x="4030613" y="179090"/>
                    <a:pt x="4002133" y="179090"/>
                  </a:cubicBezTo>
                  <a:cubicBezTo>
                    <a:pt x="4002133" y="176837"/>
                    <a:pt x="4002133" y="175335"/>
                    <a:pt x="4002133" y="175335"/>
                  </a:cubicBezTo>
                  <a:cubicBezTo>
                    <a:pt x="4025367" y="166323"/>
                    <a:pt x="4025367" y="166323"/>
                    <a:pt x="4025367" y="140039"/>
                  </a:cubicBezTo>
                  <a:cubicBezTo>
                    <a:pt x="4025367" y="107746"/>
                    <a:pt x="4025367" y="75453"/>
                    <a:pt x="4025367" y="43912"/>
                  </a:cubicBezTo>
                  <a:cubicBezTo>
                    <a:pt x="4025367" y="16876"/>
                    <a:pt x="4025367" y="16876"/>
                    <a:pt x="4002133" y="8615"/>
                  </a:cubicBezTo>
                  <a:cubicBezTo>
                    <a:pt x="4005131" y="5236"/>
                    <a:pt x="4023681" y="3358"/>
                    <a:pt x="4043261" y="3264"/>
                  </a:cubicBezTo>
                  <a:close/>
                  <a:moveTo>
                    <a:pt x="3851659" y="3078"/>
                  </a:moveTo>
                  <a:cubicBezTo>
                    <a:pt x="3866309" y="5857"/>
                    <a:pt x="3875282" y="18240"/>
                    <a:pt x="3884254" y="32311"/>
                  </a:cubicBezTo>
                  <a:cubicBezTo>
                    <a:pt x="3900703" y="60079"/>
                    <a:pt x="3919396" y="87096"/>
                    <a:pt x="3937341" y="113363"/>
                  </a:cubicBezTo>
                  <a:cubicBezTo>
                    <a:pt x="3940332" y="117116"/>
                    <a:pt x="3943322" y="120117"/>
                    <a:pt x="3949304" y="126121"/>
                  </a:cubicBezTo>
                  <a:cubicBezTo>
                    <a:pt x="3949304" y="113363"/>
                    <a:pt x="3949304" y="103607"/>
                    <a:pt x="3949304" y="94601"/>
                  </a:cubicBezTo>
                  <a:cubicBezTo>
                    <a:pt x="3950052" y="76589"/>
                    <a:pt x="3950052" y="58578"/>
                    <a:pt x="3950052" y="40566"/>
                  </a:cubicBezTo>
                  <a:cubicBezTo>
                    <a:pt x="3950799" y="25557"/>
                    <a:pt x="3946313" y="14300"/>
                    <a:pt x="3929116" y="12048"/>
                  </a:cubicBezTo>
                  <a:cubicBezTo>
                    <a:pt x="3927621" y="12048"/>
                    <a:pt x="3926873" y="10547"/>
                    <a:pt x="3925378" y="9797"/>
                  </a:cubicBezTo>
                  <a:cubicBezTo>
                    <a:pt x="3924630" y="9797"/>
                    <a:pt x="3924630" y="8296"/>
                    <a:pt x="3923882" y="5294"/>
                  </a:cubicBezTo>
                  <a:cubicBezTo>
                    <a:pt x="3944070" y="5294"/>
                    <a:pt x="3962763" y="5294"/>
                    <a:pt x="3984446" y="5294"/>
                  </a:cubicBezTo>
                  <a:cubicBezTo>
                    <a:pt x="3961267" y="23305"/>
                    <a:pt x="3961267" y="23305"/>
                    <a:pt x="3960520" y="51824"/>
                  </a:cubicBezTo>
                  <a:cubicBezTo>
                    <a:pt x="3959772" y="87847"/>
                    <a:pt x="3959772" y="123870"/>
                    <a:pt x="3959772" y="159893"/>
                  </a:cubicBezTo>
                  <a:cubicBezTo>
                    <a:pt x="3959772" y="165897"/>
                    <a:pt x="3959772" y="172651"/>
                    <a:pt x="3959772" y="179405"/>
                  </a:cubicBezTo>
                  <a:cubicBezTo>
                    <a:pt x="3947809" y="182407"/>
                    <a:pt x="3939584" y="181657"/>
                    <a:pt x="3932107" y="170400"/>
                  </a:cubicBezTo>
                  <a:cubicBezTo>
                    <a:pt x="3907433" y="132125"/>
                    <a:pt x="3881263" y="93851"/>
                    <a:pt x="3855841" y="56327"/>
                  </a:cubicBezTo>
                  <a:cubicBezTo>
                    <a:pt x="3852851" y="52574"/>
                    <a:pt x="3849860" y="48822"/>
                    <a:pt x="3847617" y="45069"/>
                  </a:cubicBezTo>
                  <a:cubicBezTo>
                    <a:pt x="3846121" y="45820"/>
                    <a:pt x="3844626" y="45820"/>
                    <a:pt x="3843130" y="46570"/>
                  </a:cubicBezTo>
                  <a:cubicBezTo>
                    <a:pt x="3843130" y="84094"/>
                    <a:pt x="3842383" y="121618"/>
                    <a:pt x="3843878" y="158392"/>
                  </a:cubicBezTo>
                  <a:cubicBezTo>
                    <a:pt x="3843878" y="163645"/>
                    <a:pt x="3852851" y="168899"/>
                    <a:pt x="3858084" y="172651"/>
                  </a:cubicBezTo>
                  <a:cubicBezTo>
                    <a:pt x="3861075" y="174902"/>
                    <a:pt x="3866309" y="174152"/>
                    <a:pt x="3870048" y="174902"/>
                  </a:cubicBezTo>
                  <a:cubicBezTo>
                    <a:pt x="3870048" y="176403"/>
                    <a:pt x="3870048" y="177904"/>
                    <a:pt x="3869300" y="178655"/>
                  </a:cubicBezTo>
                  <a:cubicBezTo>
                    <a:pt x="3849860" y="178655"/>
                    <a:pt x="3829672" y="178655"/>
                    <a:pt x="3809484" y="178655"/>
                  </a:cubicBezTo>
                  <a:cubicBezTo>
                    <a:pt x="3808736" y="177904"/>
                    <a:pt x="3808736" y="177154"/>
                    <a:pt x="3808736" y="175653"/>
                  </a:cubicBezTo>
                  <a:cubicBezTo>
                    <a:pt x="3811727" y="174902"/>
                    <a:pt x="3814718" y="174152"/>
                    <a:pt x="3816961" y="173401"/>
                  </a:cubicBezTo>
                  <a:cubicBezTo>
                    <a:pt x="3826681" y="171150"/>
                    <a:pt x="3831915" y="165897"/>
                    <a:pt x="3831915" y="155390"/>
                  </a:cubicBezTo>
                  <a:cubicBezTo>
                    <a:pt x="3831915" y="113363"/>
                    <a:pt x="3831915" y="71336"/>
                    <a:pt x="3832663" y="30060"/>
                  </a:cubicBezTo>
                  <a:cubicBezTo>
                    <a:pt x="3832663" y="12799"/>
                    <a:pt x="3818456" y="12799"/>
                    <a:pt x="3804250" y="7545"/>
                  </a:cubicBezTo>
                  <a:cubicBezTo>
                    <a:pt x="3810232" y="5294"/>
                    <a:pt x="3812475" y="3793"/>
                    <a:pt x="3815466" y="3793"/>
                  </a:cubicBezTo>
                  <a:cubicBezTo>
                    <a:pt x="3821447" y="3793"/>
                    <a:pt x="3828924" y="5294"/>
                    <a:pt x="3834906" y="3793"/>
                  </a:cubicBezTo>
                  <a:cubicBezTo>
                    <a:pt x="3841262" y="2292"/>
                    <a:pt x="3846776" y="2151"/>
                    <a:pt x="3851659" y="3078"/>
                  </a:cubicBezTo>
                  <a:close/>
                  <a:moveTo>
                    <a:pt x="1898402" y="2689"/>
                  </a:moveTo>
                  <a:cubicBezTo>
                    <a:pt x="1919941" y="3639"/>
                    <a:pt x="1925009" y="11239"/>
                    <a:pt x="1945281" y="41640"/>
                  </a:cubicBezTo>
                  <a:cubicBezTo>
                    <a:pt x="1960297" y="64910"/>
                    <a:pt x="1976064" y="88180"/>
                    <a:pt x="1991831" y="111450"/>
                  </a:cubicBezTo>
                  <a:cubicBezTo>
                    <a:pt x="1994084" y="115203"/>
                    <a:pt x="1997838" y="118957"/>
                    <a:pt x="2003094" y="125712"/>
                  </a:cubicBezTo>
                  <a:cubicBezTo>
                    <a:pt x="2003845" y="118206"/>
                    <a:pt x="2005346" y="115203"/>
                    <a:pt x="2005346" y="111450"/>
                  </a:cubicBezTo>
                  <a:cubicBezTo>
                    <a:pt x="2005346" y="88180"/>
                    <a:pt x="2004595" y="64159"/>
                    <a:pt x="2005346" y="40889"/>
                  </a:cubicBezTo>
                  <a:cubicBezTo>
                    <a:pt x="2006097" y="25126"/>
                    <a:pt x="2000841" y="14617"/>
                    <a:pt x="1984323" y="11614"/>
                  </a:cubicBezTo>
                  <a:cubicBezTo>
                    <a:pt x="1982822" y="11614"/>
                    <a:pt x="1981320" y="10113"/>
                    <a:pt x="1980569" y="9362"/>
                  </a:cubicBezTo>
                  <a:cubicBezTo>
                    <a:pt x="1979818" y="8612"/>
                    <a:pt x="1979818" y="7861"/>
                    <a:pt x="1979068" y="4858"/>
                  </a:cubicBezTo>
                  <a:cubicBezTo>
                    <a:pt x="1998589" y="4858"/>
                    <a:pt x="2017359" y="4858"/>
                    <a:pt x="2036130" y="4858"/>
                  </a:cubicBezTo>
                  <a:cubicBezTo>
                    <a:pt x="2037631" y="5609"/>
                    <a:pt x="2039133" y="7110"/>
                    <a:pt x="2039884" y="7861"/>
                  </a:cubicBezTo>
                  <a:cubicBezTo>
                    <a:pt x="2007599" y="15367"/>
                    <a:pt x="2015858" y="39388"/>
                    <a:pt x="2015858" y="58905"/>
                  </a:cubicBezTo>
                  <a:cubicBezTo>
                    <a:pt x="2015858" y="98689"/>
                    <a:pt x="2015858" y="138473"/>
                    <a:pt x="2015858" y="178258"/>
                  </a:cubicBezTo>
                  <a:cubicBezTo>
                    <a:pt x="2001592" y="183512"/>
                    <a:pt x="1993333" y="179759"/>
                    <a:pt x="1985074" y="167749"/>
                  </a:cubicBezTo>
                  <a:cubicBezTo>
                    <a:pt x="1961048" y="129466"/>
                    <a:pt x="1934769" y="92684"/>
                    <a:pt x="1909242" y="54401"/>
                  </a:cubicBezTo>
                  <a:cubicBezTo>
                    <a:pt x="1906989" y="51398"/>
                    <a:pt x="1903986" y="48396"/>
                    <a:pt x="1900983" y="45393"/>
                  </a:cubicBezTo>
                  <a:cubicBezTo>
                    <a:pt x="1900232" y="46144"/>
                    <a:pt x="1898730" y="46144"/>
                    <a:pt x="1897229" y="46895"/>
                  </a:cubicBezTo>
                  <a:cubicBezTo>
                    <a:pt x="1897229" y="65661"/>
                    <a:pt x="1897229" y="85178"/>
                    <a:pt x="1897229" y="104694"/>
                  </a:cubicBezTo>
                  <a:cubicBezTo>
                    <a:pt x="1897229" y="119707"/>
                    <a:pt x="1897229" y="134720"/>
                    <a:pt x="1897229" y="149733"/>
                  </a:cubicBezTo>
                  <a:cubicBezTo>
                    <a:pt x="1897229" y="167749"/>
                    <a:pt x="1900232" y="170751"/>
                    <a:pt x="1918251" y="173003"/>
                  </a:cubicBezTo>
                  <a:cubicBezTo>
                    <a:pt x="1921255" y="173003"/>
                    <a:pt x="1923507" y="174504"/>
                    <a:pt x="1925760" y="178258"/>
                  </a:cubicBezTo>
                  <a:cubicBezTo>
                    <a:pt x="1904737" y="178258"/>
                    <a:pt x="1884465" y="178258"/>
                    <a:pt x="1863442" y="178258"/>
                  </a:cubicBezTo>
                  <a:cubicBezTo>
                    <a:pt x="1864193" y="176006"/>
                    <a:pt x="1864193" y="174504"/>
                    <a:pt x="1864193" y="174504"/>
                  </a:cubicBezTo>
                  <a:cubicBezTo>
                    <a:pt x="1885966" y="167749"/>
                    <a:pt x="1885966" y="167749"/>
                    <a:pt x="1885966" y="144479"/>
                  </a:cubicBezTo>
                  <a:cubicBezTo>
                    <a:pt x="1885966" y="112201"/>
                    <a:pt x="1885966" y="79923"/>
                    <a:pt x="1885966" y="46895"/>
                  </a:cubicBezTo>
                  <a:cubicBezTo>
                    <a:pt x="1885966" y="18370"/>
                    <a:pt x="1885966" y="18370"/>
                    <a:pt x="1859688" y="6360"/>
                  </a:cubicBezTo>
                  <a:cubicBezTo>
                    <a:pt x="1864193" y="4858"/>
                    <a:pt x="1867196" y="3357"/>
                    <a:pt x="1870199" y="3357"/>
                  </a:cubicBezTo>
                  <a:cubicBezTo>
                    <a:pt x="1882212" y="2794"/>
                    <a:pt x="1891222" y="2372"/>
                    <a:pt x="1898402" y="2689"/>
                  </a:cubicBezTo>
                  <a:close/>
                  <a:moveTo>
                    <a:pt x="75422" y="2603"/>
                  </a:moveTo>
                  <a:cubicBezTo>
                    <a:pt x="88932" y="1105"/>
                    <a:pt x="103191" y="5598"/>
                    <a:pt x="115950" y="9343"/>
                  </a:cubicBezTo>
                  <a:cubicBezTo>
                    <a:pt x="125707" y="13087"/>
                    <a:pt x="134713" y="18329"/>
                    <a:pt x="141468" y="6347"/>
                  </a:cubicBezTo>
                  <a:cubicBezTo>
                    <a:pt x="142218" y="5598"/>
                    <a:pt x="145220" y="5598"/>
                    <a:pt x="148223" y="4850"/>
                  </a:cubicBezTo>
                  <a:cubicBezTo>
                    <a:pt x="148223" y="25818"/>
                    <a:pt x="148223" y="45289"/>
                    <a:pt x="148223" y="68505"/>
                  </a:cubicBezTo>
                  <a:cubicBezTo>
                    <a:pt x="144470" y="64011"/>
                    <a:pt x="141468" y="61765"/>
                    <a:pt x="139216" y="58769"/>
                  </a:cubicBezTo>
                  <a:cubicBezTo>
                    <a:pt x="134713" y="50531"/>
                    <a:pt x="130961" y="41545"/>
                    <a:pt x="126458" y="34056"/>
                  </a:cubicBezTo>
                  <a:cubicBezTo>
                    <a:pt x="113699" y="15334"/>
                    <a:pt x="95686" y="6347"/>
                    <a:pt x="77674" y="10841"/>
                  </a:cubicBezTo>
                  <a:cubicBezTo>
                    <a:pt x="58160" y="16083"/>
                    <a:pt x="46903" y="31809"/>
                    <a:pt x="45402" y="49783"/>
                  </a:cubicBezTo>
                  <a:cubicBezTo>
                    <a:pt x="43150" y="76742"/>
                    <a:pt x="42399" y="103702"/>
                    <a:pt x="44651" y="129913"/>
                  </a:cubicBezTo>
                  <a:cubicBezTo>
                    <a:pt x="47653" y="159120"/>
                    <a:pt x="66416" y="174097"/>
                    <a:pt x="93435" y="174097"/>
                  </a:cubicBezTo>
                  <a:cubicBezTo>
                    <a:pt x="119703" y="174846"/>
                    <a:pt x="139967" y="156124"/>
                    <a:pt x="145220" y="129164"/>
                  </a:cubicBezTo>
                  <a:cubicBezTo>
                    <a:pt x="145971" y="123922"/>
                    <a:pt x="147472" y="118680"/>
                    <a:pt x="148973" y="113438"/>
                  </a:cubicBezTo>
                  <a:cubicBezTo>
                    <a:pt x="149724" y="113438"/>
                    <a:pt x="151225" y="114187"/>
                    <a:pt x="152726" y="114187"/>
                  </a:cubicBezTo>
                  <a:cubicBezTo>
                    <a:pt x="157229" y="148635"/>
                    <a:pt x="134713" y="177093"/>
                    <a:pt x="98688" y="180837"/>
                  </a:cubicBezTo>
                  <a:cubicBezTo>
                    <a:pt x="46903" y="186828"/>
                    <a:pt x="6375" y="156873"/>
                    <a:pt x="1121" y="110442"/>
                  </a:cubicBezTo>
                  <a:cubicBezTo>
                    <a:pt x="-6384" y="54276"/>
                    <a:pt x="24387" y="9343"/>
                    <a:pt x="75422" y="2603"/>
                  </a:cubicBezTo>
                  <a:close/>
                  <a:moveTo>
                    <a:pt x="4684016" y="2211"/>
                  </a:moveTo>
                  <a:cubicBezTo>
                    <a:pt x="4696008" y="2211"/>
                    <a:pt x="4708749" y="4463"/>
                    <a:pt x="4719242" y="9718"/>
                  </a:cubicBezTo>
                  <a:cubicBezTo>
                    <a:pt x="4731234" y="16473"/>
                    <a:pt x="4737979" y="8967"/>
                    <a:pt x="4749221" y="2211"/>
                  </a:cubicBezTo>
                  <a:cubicBezTo>
                    <a:pt x="4749221" y="23980"/>
                    <a:pt x="4749221" y="42746"/>
                    <a:pt x="4749221" y="61512"/>
                  </a:cubicBezTo>
                  <a:cubicBezTo>
                    <a:pt x="4747722" y="62263"/>
                    <a:pt x="4746973" y="63013"/>
                    <a:pt x="4746223" y="63013"/>
                  </a:cubicBezTo>
                  <a:cubicBezTo>
                    <a:pt x="4743975" y="59260"/>
                    <a:pt x="4740977" y="55507"/>
                    <a:pt x="4738728" y="51754"/>
                  </a:cubicBezTo>
                  <a:cubicBezTo>
                    <a:pt x="4731234" y="34489"/>
                    <a:pt x="4722989" y="17975"/>
                    <a:pt x="4703503" y="11219"/>
                  </a:cubicBezTo>
                  <a:cubicBezTo>
                    <a:pt x="4690012" y="6715"/>
                    <a:pt x="4672024" y="12720"/>
                    <a:pt x="4666778" y="23980"/>
                  </a:cubicBezTo>
                  <a:cubicBezTo>
                    <a:pt x="4660032" y="35990"/>
                    <a:pt x="4664529" y="49502"/>
                    <a:pt x="4679519" y="59260"/>
                  </a:cubicBezTo>
                  <a:cubicBezTo>
                    <a:pt x="4685515" y="63013"/>
                    <a:pt x="4692260" y="65265"/>
                    <a:pt x="4698256" y="68268"/>
                  </a:cubicBezTo>
                  <a:cubicBezTo>
                    <a:pt x="4710248" y="74273"/>
                    <a:pt x="4722989" y="79528"/>
                    <a:pt x="4734232" y="86284"/>
                  </a:cubicBezTo>
                  <a:cubicBezTo>
                    <a:pt x="4754468" y="97543"/>
                    <a:pt x="4762712" y="115559"/>
                    <a:pt x="4757466" y="138078"/>
                  </a:cubicBezTo>
                  <a:cubicBezTo>
                    <a:pt x="4752969" y="159096"/>
                    <a:pt x="4740227" y="174860"/>
                    <a:pt x="4718492" y="177862"/>
                  </a:cubicBezTo>
                  <a:cubicBezTo>
                    <a:pt x="4702004" y="180114"/>
                    <a:pt x="4684016" y="179364"/>
                    <a:pt x="4667527" y="175610"/>
                  </a:cubicBezTo>
                  <a:cubicBezTo>
                    <a:pt x="4655536" y="173359"/>
                    <a:pt x="4645792" y="169605"/>
                    <a:pt x="4634550" y="184618"/>
                  </a:cubicBezTo>
                  <a:cubicBezTo>
                    <a:pt x="4634550" y="158346"/>
                    <a:pt x="4634550" y="136577"/>
                    <a:pt x="4634550" y="114808"/>
                  </a:cubicBezTo>
                  <a:cubicBezTo>
                    <a:pt x="4636049" y="114808"/>
                    <a:pt x="4636798" y="114058"/>
                    <a:pt x="4638297" y="113307"/>
                  </a:cubicBezTo>
                  <a:cubicBezTo>
                    <a:pt x="4640546" y="119312"/>
                    <a:pt x="4643544" y="124567"/>
                    <a:pt x="4645792" y="130572"/>
                  </a:cubicBezTo>
                  <a:cubicBezTo>
                    <a:pt x="4652538" y="147837"/>
                    <a:pt x="4660782" y="164351"/>
                    <a:pt x="4679519" y="171857"/>
                  </a:cubicBezTo>
                  <a:cubicBezTo>
                    <a:pt x="4702004" y="180114"/>
                    <a:pt x="4724488" y="171857"/>
                    <a:pt x="4726737" y="152340"/>
                  </a:cubicBezTo>
                  <a:cubicBezTo>
                    <a:pt x="4727486" y="144834"/>
                    <a:pt x="4724488" y="134325"/>
                    <a:pt x="4719242" y="129070"/>
                  </a:cubicBezTo>
                  <a:cubicBezTo>
                    <a:pt x="4711747" y="121564"/>
                    <a:pt x="4699755" y="117060"/>
                    <a:pt x="4690012" y="111806"/>
                  </a:cubicBezTo>
                  <a:cubicBezTo>
                    <a:pt x="4680269" y="106551"/>
                    <a:pt x="4669776" y="102798"/>
                    <a:pt x="4660782" y="96793"/>
                  </a:cubicBezTo>
                  <a:cubicBezTo>
                    <a:pt x="4636798" y="83281"/>
                    <a:pt x="4630053" y="68268"/>
                    <a:pt x="4636798" y="40494"/>
                  </a:cubicBezTo>
                  <a:cubicBezTo>
                    <a:pt x="4641295" y="18725"/>
                    <a:pt x="4660032" y="2211"/>
                    <a:pt x="4684016" y="2211"/>
                  </a:cubicBezTo>
                  <a:close/>
                  <a:moveTo>
                    <a:pt x="1457447" y="2039"/>
                  </a:moveTo>
                  <a:cubicBezTo>
                    <a:pt x="1466922" y="1336"/>
                    <a:pt x="1476559" y="2367"/>
                    <a:pt x="1485870" y="5367"/>
                  </a:cubicBezTo>
                  <a:cubicBezTo>
                    <a:pt x="1490340" y="6117"/>
                    <a:pt x="1494809" y="9117"/>
                    <a:pt x="1499278" y="10617"/>
                  </a:cubicBezTo>
                  <a:cubicBezTo>
                    <a:pt x="1503748" y="11367"/>
                    <a:pt x="1508962" y="13617"/>
                    <a:pt x="1512687" y="12117"/>
                  </a:cubicBezTo>
                  <a:cubicBezTo>
                    <a:pt x="1517156" y="11367"/>
                    <a:pt x="1520136" y="6867"/>
                    <a:pt x="1526095" y="2367"/>
                  </a:cubicBezTo>
                  <a:cubicBezTo>
                    <a:pt x="1526095" y="25617"/>
                    <a:pt x="1526095" y="45117"/>
                    <a:pt x="1526095" y="64618"/>
                  </a:cubicBezTo>
                  <a:cubicBezTo>
                    <a:pt x="1524605" y="65368"/>
                    <a:pt x="1523860" y="65368"/>
                    <a:pt x="1523115" y="66118"/>
                  </a:cubicBezTo>
                  <a:cubicBezTo>
                    <a:pt x="1521626" y="63117"/>
                    <a:pt x="1519391" y="60867"/>
                    <a:pt x="1517901" y="58617"/>
                  </a:cubicBezTo>
                  <a:cubicBezTo>
                    <a:pt x="1513432" y="50367"/>
                    <a:pt x="1510452" y="42117"/>
                    <a:pt x="1505238" y="34617"/>
                  </a:cubicBezTo>
                  <a:cubicBezTo>
                    <a:pt x="1494064" y="17367"/>
                    <a:pt x="1478421" y="6117"/>
                    <a:pt x="1456819" y="10617"/>
                  </a:cubicBezTo>
                  <a:cubicBezTo>
                    <a:pt x="1435217" y="15867"/>
                    <a:pt x="1425533" y="33867"/>
                    <a:pt x="1423298" y="52617"/>
                  </a:cubicBezTo>
                  <a:cubicBezTo>
                    <a:pt x="1421063" y="78118"/>
                    <a:pt x="1421063" y="104368"/>
                    <a:pt x="1423298" y="129868"/>
                  </a:cubicBezTo>
                  <a:cubicBezTo>
                    <a:pt x="1427023" y="159118"/>
                    <a:pt x="1446390" y="174868"/>
                    <a:pt x="1472462" y="174118"/>
                  </a:cubicBezTo>
                  <a:cubicBezTo>
                    <a:pt x="1500023" y="174118"/>
                    <a:pt x="1517156" y="157618"/>
                    <a:pt x="1522370" y="129118"/>
                  </a:cubicBezTo>
                  <a:cubicBezTo>
                    <a:pt x="1523860" y="123868"/>
                    <a:pt x="1525350" y="118618"/>
                    <a:pt x="1527585" y="110368"/>
                  </a:cubicBezTo>
                  <a:cubicBezTo>
                    <a:pt x="1535779" y="126868"/>
                    <a:pt x="1528330" y="151618"/>
                    <a:pt x="1513432" y="165118"/>
                  </a:cubicBezTo>
                  <a:cubicBezTo>
                    <a:pt x="1494064" y="183118"/>
                    <a:pt x="1470227" y="184618"/>
                    <a:pt x="1446390" y="179368"/>
                  </a:cubicBezTo>
                  <a:cubicBezTo>
                    <a:pt x="1387543" y="168118"/>
                    <a:pt x="1362216" y="108118"/>
                    <a:pt x="1389777" y="48867"/>
                  </a:cubicBezTo>
                  <a:cubicBezTo>
                    <a:pt x="1402068" y="21867"/>
                    <a:pt x="1429025" y="4148"/>
                    <a:pt x="1457447" y="2039"/>
                  </a:cubicBezTo>
                  <a:close/>
                  <a:moveTo>
                    <a:pt x="2644397" y="1853"/>
                  </a:moveTo>
                  <a:cubicBezTo>
                    <a:pt x="2688365" y="1105"/>
                    <a:pt x="2727862" y="42976"/>
                    <a:pt x="2727862" y="90829"/>
                  </a:cubicBezTo>
                  <a:cubicBezTo>
                    <a:pt x="2728607" y="140178"/>
                    <a:pt x="2690600" y="181301"/>
                    <a:pt x="2645887" y="181301"/>
                  </a:cubicBezTo>
                  <a:cubicBezTo>
                    <a:pt x="2599683" y="181301"/>
                    <a:pt x="2562422" y="141673"/>
                    <a:pt x="2561677" y="92325"/>
                  </a:cubicBezTo>
                  <a:cubicBezTo>
                    <a:pt x="2561677" y="44472"/>
                    <a:pt x="2599683" y="2601"/>
                    <a:pt x="2644397" y="1853"/>
                  </a:cubicBezTo>
                  <a:close/>
                  <a:moveTo>
                    <a:pt x="2137720" y="1105"/>
                  </a:moveTo>
                  <a:cubicBezTo>
                    <a:pt x="2142209" y="7076"/>
                    <a:pt x="2147446" y="13046"/>
                    <a:pt x="2150438" y="20510"/>
                  </a:cubicBezTo>
                  <a:cubicBezTo>
                    <a:pt x="2167645" y="60811"/>
                    <a:pt x="2183355" y="101859"/>
                    <a:pt x="2201310" y="142161"/>
                  </a:cubicBezTo>
                  <a:cubicBezTo>
                    <a:pt x="2207295" y="155594"/>
                    <a:pt x="2217021" y="166789"/>
                    <a:pt x="2224502" y="177984"/>
                  </a:cubicBezTo>
                  <a:cubicBezTo>
                    <a:pt x="2199814" y="177984"/>
                    <a:pt x="2172882" y="177984"/>
                    <a:pt x="2145950" y="177984"/>
                  </a:cubicBezTo>
                  <a:cubicBezTo>
                    <a:pt x="2145201" y="177238"/>
                    <a:pt x="2145201" y="176492"/>
                    <a:pt x="2144453" y="174999"/>
                  </a:cubicBezTo>
                  <a:cubicBezTo>
                    <a:pt x="2145950" y="174253"/>
                    <a:pt x="2147446" y="173506"/>
                    <a:pt x="2148194" y="172760"/>
                  </a:cubicBezTo>
                  <a:cubicBezTo>
                    <a:pt x="2169141" y="169028"/>
                    <a:pt x="2169889" y="167536"/>
                    <a:pt x="2163904" y="147385"/>
                  </a:cubicBezTo>
                  <a:cubicBezTo>
                    <a:pt x="2156423" y="123503"/>
                    <a:pt x="2154927" y="122010"/>
                    <a:pt x="2130239" y="121264"/>
                  </a:cubicBezTo>
                  <a:cubicBezTo>
                    <a:pt x="2127247" y="121264"/>
                    <a:pt x="2124254" y="121264"/>
                    <a:pt x="2121262" y="121264"/>
                  </a:cubicBezTo>
                  <a:cubicBezTo>
                    <a:pt x="2095826" y="121264"/>
                    <a:pt x="2089841" y="127234"/>
                    <a:pt x="2086100" y="152609"/>
                  </a:cubicBezTo>
                  <a:cubicBezTo>
                    <a:pt x="2084604" y="165297"/>
                    <a:pt x="2088345" y="173506"/>
                    <a:pt x="2102559" y="172760"/>
                  </a:cubicBezTo>
                  <a:cubicBezTo>
                    <a:pt x="2105551" y="172760"/>
                    <a:pt x="2108544" y="174253"/>
                    <a:pt x="2111536" y="177984"/>
                  </a:cubicBezTo>
                  <a:cubicBezTo>
                    <a:pt x="2090589" y="177984"/>
                    <a:pt x="2070390" y="177984"/>
                    <a:pt x="2050939" y="177984"/>
                  </a:cubicBezTo>
                  <a:cubicBezTo>
                    <a:pt x="2092085" y="133951"/>
                    <a:pt x="2100314" y="73499"/>
                    <a:pt x="2125002" y="21256"/>
                  </a:cubicBezTo>
                  <a:cubicBezTo>
                    <a:pt x="2127995" y="13793"/>
                    <a:pt x="2133232" y="7822"/>
                    <a:pt x="2137720" y="1105"/>
                  </a:cubicBezTo>
                  <a:close/>
                  <a:moveTo>
                    <a:pt x="986546" y="1105"/>
                  </a:moveTo>
                  <a:cubicBezTo>
                    <a:pt x="988798" y="4096"/>
                    <a:pt x="993301" y="7088"/>
                    <a:pt x="994802" y="11575"/>
                  </a:cubicBezTo>
                  <a:cubicBezTo>
                    <a:pt x="1012063" y="52706"/>
                    <a:pt x="1029324" y="94585"/>
                    <a:pt x="1046585" y="136464"/>
                  </a:cubicBezTo>
                  <a:cubicBezTo>
                    <a:pt x="1054840" y="157403"/>
                    <a:pt x="1054840" y="157403"/>
                    <a:pt x="1078105" y="179090"/>
                  </a:cubicBezTo>
                  <a:cubicBezTo>
                    <a:pt x="1048836" y="179090"/>
                    <a:pt x="1021068" y="179090"/>
                    <a:pt x="988798" y="179090"/>
                  </a:cubicBezTo>
                  <a:cubicBezTo>
                    <a:pt x="993301" y="175351"/>
                    <a:pt x="994802" y="173855"/>
                    <a:pt x="996302" y="173108"/>
                  </a:cubicBezTo>
                  <a:cubicBezTo>
                    <a:pt x="1017316" y="170116"/>
                    <a:pt x="1018817" y="167125"/>
                    <a:pt x="1012063" y="147681"/>
                  </a:cubicBezTo>
                  <a:cubicBezTo>
                    <a:pt x="1003807" y="122255"/>
                    <a:pt x="1002306" y="120759"/>
                    <a:pt x="975289" y="121507"/>
                  </a:cubicBezTo>
                  <a:cubicBezTo>
                    <a:pt x="973038" y="121507"/>
                    <a:pt x="970786" y="122255"/>
                    <a:pt x="969285" y="121507"/>
                  </a:cubicBezTo>
                  <a:cubicBezTo>
                    <a:pt x="944519" y="121507"/>
                    <a:pt x="939266" y="125994"/>
                    <a:pt x="934013" y="150672"/>
                  </a:cubicBezTo>
                  <a:cubicBezTo>
                    <a:pt x="931011" y="165629"/>
                    <a:pt x="935514" y="171612"/>
                    <a:pt x="951274" y="173108"/>
                  </a:cubicBezTo>
                  <a:cubicBezTo>
                    <a:pt x="954276" y="173108"/>
                    <a:pt x="956527" y="174603"/>
                    <a:pt x="959529" y="175351"/>
                  </a:cubicBezTo>
                  <a:cubicBezTo>
                    <a:pt x="959529" y="176847"/>
                    <a:pt x="959529" y="177595"/>
                    <a:pt x="959529" y="179090"/>
                  </a:cubicBezTo>
                  <a:cubicBezTo>
                    <a:pt x="938516" y="179090"/>
                    <a:pt x="917502" y="179090"/>
                    <a:pt x="893487" y="179090"/>
                  </a:cubicBezTo>
                  <a:cubicBezTo>
                    <a:pt x="935514" y="149177"/>
                    <a:pt x="936264" y="102063"/>
                    <a:pt x="955777" y="64671"/>
                  </a:cubicBezTo>
                  <a:cubicBezTo>
                    <a:pt x="964032" y="47471"/>
                    <a:pt x="970036" y="28775"/>
                    <a:pt x="977540" y="10827"/>
                  </a:cubicBezTo>
                  <a:cubicBezTo>
                    <a:pt x="979041" y="7088"/>
                    <a:pt x="983544" y="4096"/>
                    <a:pt x="986546" y="1105"/>
                  </a:cubicBezTo>
                  <a:close/>
                  <a:moveTo>
                    <a:pt x="3241750" y="0"/>
                  </a:moveTo>
                  <a:cubicBezTo>
                    <a:pt x="3244741" y="4496"/>
                    <a:pt x="3248481" y="7493"/>
                    <a:pt x="3250724" y="11989"/>
                  </a:cubicBezTo>
                  <a:cubicBezTo>
                    <a:pt x="3269420" y="58448"/>
                    <a:pt x="3288116" y="104907"/>
                    <a:pt x="3307560" y="150616"/>
                  </a:cubicBezTo>
                  <a:cubicBezTo>
                    <a:pt x="3312047" y="160357"/>
                    <a:pt x="3321769" y="168600"/>
                    <a:pt x="3329995" y="179090"/>
                  </a:cubicBezTo>
                  <a:cubicBezTo>
                    <a:pt x="3303820" y="179090"/>
                    <a:pt x="3276151" y="179090"/>
                    <a:pt x="3246237" y="179090"/>
                  </a:cubicBezTo>
                  <a:cubicBezTo>
                    <a:pt x="3248481" y="176093"/>
                    <a:pt x="3249228" y="173845"/>
                    <a:pt x="3249976" y="173845"/>
                  </a:cubicBezTo>
                  <a:cubicBezTo>
                    <a:pt x="3272411" y="169349"/>
                    <a:pt x="3273907" y="167101"/>
                    <a:pt x="3265681" y="144621"/>
                  </a:cubicBezTo>
                  <a:cubicBezTo>
                    <a:pt x="3257455" y="121392"/>
                    <a:pt x="3257455" y="121392"/>
                    <a:pt x="3232776" y="121392"/>
                  </a:cubicBezTo>
                  <a:cubicBezTo>
                    <a:pt x="3230533" y="121392"/>
                    <a:pt x="3227541" y="121392"/>
                    <a:pt x="3225298" y="121392"/>
                  </a:cubicBezTo>
                  <a:cubicBezTo>
                    <a:pt x="3200619" y="121392"/>
                    <a:pt x="3191645" y="128885"/>
                    <a:pt x="3189402" y="153613"/>
                  </a:cubicBezTo>
                  <a:cubicBezTo>
                    <a:pt x="3187906" y="164853"/>
                    <a:pt x="3190897" y="173096"/>
                    <a:pt x="3204358" y="173096"/>
                  </a:cubicBezTo>
                  <a:cubicBezTo>
                    <a:pt x="3208097" y="173096"/>
                    <a:pt x="3211837" y="173845"/>
                    <a:pt x="3215576" y="174594"/>
                  </a:cubicBezTo>
                  <a:cubicBezTo>
                    <a:pt x="3214828" y="176093"/>
                    <a:pt x="3214828" y="177592"/>
                    <a:pt x="3214828" y="178341"/>
                  </a:cubicBezTo>
                  <a:cubicBezTo>
                    <a:pt x="3193889" y="178341"/>
                    <a:pt x="3173697" y="178341"/>
                    <a:pt x="3152758" y="178341"/>
                  </a:cubicBezTo>
                  <a:cubicBezTo>
                    <a:pt x="3152010" y="177592"/>
                    <a:pt x="3152010" y="176093"/>
                    <a:pt x="3152010" y="175344"/>
                  </a:cubicBezTo>
                  <a:cubicBezTo>
                    <a:pt x="3178184" y="161106"/>
                    <a:pt x="3183419" y="133381"/>
                    <a:pt x="3193141" y="109403"/>
                  </a:cubicBezTo>
                  <a:cubicBezTo>
                    <a:pt x="3206602" y="76432"/>
                    <a:pt x="3219315" y="43461"/>
                    <a:pt x="3232776" y="11240"/>
                  </a:cubicBezTo>
                  <a:cubicBezTo>
                    <a:pt x="3234272" y="6744"/>
                    <a:pt x="3238759" y="3747"/>
                    <a:pt x="3241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2351088" y="1326048"/>
              <a:ext cx="4360985" cy="1082834"/>
              <a:chOff x="2351088" y="1326048"/>
              <a:chExt cx="4360985" cy="1082834"/>
            </a:xfrm>
            <a:grpFill/>
          </p:grpSpPr>
          <p:grpSp>
            <p:nvGrpSpPr>
              <p:cNvPr id="20" name="îṡļïdé"/>
              <p:cNvGrpSpPr/>
              <p:nvPr/>
            </p:nvGrpSpPr>
            <p:grpSpPr>
              <a:xfrm>
                <a:off x="3656552" y="1348935"/>
                <a:ext cx="3055521" cy="809023"/>
                <a:chOff x="4589240" y="2552697"/>
                <a:chExt cx="5250050" cy="1390078"/>
              </a:xfrm>
              <a:grpFill/>
            </p:grpSpPr>
            <p:sp>
              <p:nvSpPr>
                <p:cNvPr id="28" name="îslïḋe"/>
                <p:cNvSpPr/>
                <p:nvPr/>
              </p:nvSpPr>
              <p:spPr bwMode="auto">
                <a:xfrm>
                  <a:off x="5705761" y="2796379"/>
                  <a:ext cx="458780" cy="849019"/>
                </a:xfrm>
                <a:custGeom>
                  <a:avLst/>
                  <a:gdLst>
                    <a:gd name="T0" fmla="*/ 231 w 612"/>
                    <a:gd name="T1" fmla="*/ 1135 h 1135"/>
                    <a:gd name="T2" fmla="*/ 231 w 612"/>
                    <a:gd name="T3" fmla="*/ 911 h 1135"/>
                    <a:gd name="T4" fmla="*/ 227 w 612"/>
                    <a:gd name="T5" fmla="*/ 694 h 1135"/>
                    <a:gd name="T6" fmla="*/ 222 w 612"/>
                    <a:gd name="T7" fmla="*/ 627 h 1135"/>
                    <a:gd name="T8" fmla="*/ 203 w 612"/>
                    <a:gd name="T9" fmla="*/ 617 h 1135"/>
                    <a:gd name="T10" fmla="*/ 165 w 612"/>
                    <a:gd name="T11" fmla="*/ 645 h 1135"/>
                    <a:gd name="T12" fmla="*/ 133 w 612"/>
                    <a:gd name="T13" fmla="*/ 633 h 1135"/>
                    <a:gd name="T14" fmla="*/ 33 w 612"/>
                    <a:gd name="T15" fmla="*/ 598 h 1135"/>
                    <a:gd name="T16" fmla="*/ 2 w 612"/>
                    <a:gd name="T17" fmla="*/ 464 h 1135"/>
                    <a:gd name="T18" fmla="*/ 3 w 612"/>
                    <a:gd name="T19" fmla="*/ 382 h 1135"/>
                    <a:gd name="T20" fmla="*/ 20 w 612"/>
                    <a:gd name="T21" fmla="*/ 332 h 1135"/>
                    <a:gd name="T22" fmla="*/ 55 w 612"/>
                    <a:gd name="T23" fmla="*/ 335 h 1135"/>
                    <a:gd name="T24" fmla="*/ 65 w 612"/>
                    <a:gd name="T25" fmla="*/ 352 h 1135"/>
                    <a:gd name="T26" fmla="*/ 120 w 612"/>
                    <a:gd name="T27" fmla="*/ 419 h 1135"/>
                    <a:gd name="T28" fmla="*/ 133 w 612"/>
                    <a:gd name="T29" fmla="*/ 404 h 1135"/>
                    <a:gd name="T30" fmla="*/ 203 w 612"/>
                    <a:gd name="T31" fmla="*/ 336 h 1135"/>
                    <a:gd name="T32" fmla="*/ 245 w 612"/>
                    <a:gd name="T33" fmla="*/ 265 h 1135"/>
                    <a:gd name="T34" fmla="*/ 255 w 612"/>
                    <a:gd name="T35" fmla="*/ 102 h 1135"/>
                    <a:gd name="T36" fmla="*/ 230 w 612"/>
                    <a:gd name="T37" fmla="*/ 59 h 1135"/>
                    <a:gd name="T38" fmla="*/ 341 w 612"/>
                    <a:gd name="T39" fmla="*/ 17 h 1135"/>
                    <a:gd name="T40" fmla="*/ 383 w 612"/>
                    <a:gd name="T41" fmla="*/ 81 h 1135"/>
                    <a:gd name="T42" fmla="*/ 368 w 612"/>
                    <a:gd name="T43" fmla="*/ 208 h 1135"/>
                    <a:gd name="T44" fmla="*/ 391 w 612"/>
                    <a:gd name="T45" fmla="*/ 231 h 1135"/>
                    <a:gd name="T46" fmla="*/ 408 w 612"/>
                    <a:gd name="T47" fmla="*/ 228 h 1135"/>
                    <a:gd name="T48" fmla="*/ 589 w 612"/>
                    <a:gd name="T49" fmla="*/ 326 h 1135"/>
                    <a:gd name="T50" fmla="*/ 611 w 612"/>
                    <a:gd name="T51" fmla="*/ 387 h 1135"/>
                    <a:gd name="T52" fmla="*/ 595 w 612"/>
                    <a:gd name="T53" fmla="*/ 424 h 1135"/>
                    <a:gd name="T54" fmla="*/ 479 w 612"/>
                    <a:gd name="T55" fmla="*/ 489 h 1135"/>
                    <a:gd name="T56" fmla="*/ 442 w 612"/>
                    <a:gd name="T57" fmla="*/ 517 h 1135"/>
                    <a:gd name="T58" fmla="*/ 391 w 612"/>
                    <a:gd name="T59" fmla="*/ 550 h 1135"/>
                    <a:gd name="T60" fmla="*/ 332 w 612"/>
                    <a:gd name="T61" fmla="*/ 625 h 1135"/>
                    <a:gd name="T62" fmla="*/ 327 w 612"/>
                    <a:gd name="T63" fmla="*/ 790 h 1135"/>
                    <a:gd name="T64" fmla="*/ 328 w 612"/>
                    <a:gd name="T65" fmla="*/ 1018 h 1135"/>
                    <a:gd name="T66" fmla="*/ 269 w 612"/>
                    <a:gd name="T67" fmla="*/ 1104 h 1135"/>
                    <a:gd name="T68" fmla="*/ 231 w 612"/>
                    <a:gd name="T69" fmla="*/ 1135 h 1135"/>
                    <a:gd name="T70" fmla="*/ 223 w 612"/>
                    <a:gd name="T71" fmla="*/ 364 h 1135"/>
                    <a:gd name="T72" fmla="*/ 193 w 612"/>
                    <a:gd name="T73" fmla="*/ 387 h 1135"/>
                    <a:gd name="T74" fmla="*/ 137 w 612"/>
                    <a:gd name="T75" fmla="*/ 493 h 1135"/>
                    <a:gd name="T76" fmla="*/ 153 w 612"/>
                    <a:gd name="T77" fmla="*/ 585 h 1135"/>
                    <a:gd name="T78" fmla="*/ 168 w 612"/>
                    <a:gd name="T79" fmla="*/ 590 h 1135"/>
                    <a:gd name="T80" fmla="*/ 194 w 612"/>
                    <a:gd name="T81" fmla="*/ 572 h 1135"/>
                    <a:gd name="T82" fmla="*/ 223 w 612"/>
                    <a:gd name="T83" fmla="*/ 525 h 1135"/>
                    <a:gd name="T84" fmla="*/ 227 w 612"/>
                    <a:gd name="T85" fmla="*/ 428 h 1135"/>
                    <a:gd name="T86" fmla="*/ 223 w 612"/>
                    <a:gd name="T87" fmla="*/ 364 h 1135"/>
                    <a:gd name="T88" fmla="*/ 351 w 612"/>
                    <a:gd name="T89" fmla="*/ 424 h 1135"/>
                    <a:gd name="T90" fmla="*/ 357 w 612"/>
                    <a:gd name="T91" fmla="*/ 433 h 1135"/>
                    <a:gd name="T92" fmla="*/ 372 w 612"/>
                    <a:gd name="T93" fmla="*/ 427 h 1135"/>
                    <a:gd name="T94" fmla="*/ 446 w 612"/>
                    <a:gd name="T95" fmla="*/ 312 h 1135"/>
                    <a:gd name="T96" fmla="*/ 421 w 612"/>
                    <a:gd name="T97" fmla="*/ 268 h 1135"/>
                    <a:gd name="T98" fmla="*/ 395 w 612"/>
                    <a:gd name="T99" fmla="*/ 267 h 1135"/>
                    <a:gd name="T100" fmla="*/ 365 w 612"/>
                    <a:gd name="T101" fmla="*/ 296 h 1135"/>
                    <a:gd name="T102" fmla="*/ 351 w 612"/>
                    <a:gd name="T103" fmla="*/ 424 h 1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12" h="1135">
                      <a:moveTo>
                        <a:pt x="231" y="1135"/>
                      </a:moveTo>
                      <a:cubicBezTo>
                        <a:pt x="231" y="1064"/>
                        <a:pt x="231" y="987"/>
                        <a:pt x="231" y="911"/>
                      </a:cubicBezTo>
                      <a:cubicBezTo>
                        <a:pt x="230" y="839"/>
                        <a:pt x="229" y="766"/>
                        <a:pt x="227" y="694"/>
                      </a:cubicBezTo>
                      <a:cubicBezTo>
                        <a:pt x="227" y="671"/>
                        <a:pt x="223" y="649"/>
                        <a:pt x="222" y="627"/>
                      </a:cubicBezTo>
                      <a:cubicBezTo>
                        <a:pt x="222" y="611"/>
                        <a:pt x="214" y="610"/>
                        <a:pt x="203" y="617"/>
                      </a:cubicBezTo>
                      <a:cubicBezTo>
                        <a:pt x="190" y="626"/>
                        <a:pt x="178" y="637"/>
                        <a:pt x="165" y="645"/>
                      </a:cubicBezTo>
                      <a:cubicBezTo>
                        <a:pt x="142" y="660"/>
                        <a:pt x="140" y="659"/>
                        <a:pt x="133" y="633"/>
                      </a:cubicBezTo>
                      <a:cubicBezTo>
                        <a:pt x="100" y="654"/>
                        <a:pt x="44" y="636"/>
                        <a:pt x="33" y="598"/>
                      </a:cubicBezTo>
                      <a:cubicBezTo>
                        <a:pt x="20" y="554"/>
                        <a:pt x="0" y="511"/>
                        <a:pt x="2" y="464"/>
                      </a:cubicBezTo>
                      <a:cubicBezTo>
                        <a:pt x="3" y="436"/>
                        <a:pt x="0" y="409"/>
                        <a:pt x="3" y="382"/>
                      </a:cubicBezTo>
                      <a:cubicBezTo>
                        <a:pt x="5" y="365"/>
                        <a:pt x="12" y="347"/>
                        <a:pt x="20" y="332"/>
                      </a:cubicBezTo>
                      <a:cubicBezTo>
                        <a:pt x="30" y="315"/>
                        <a:pt x="46" y="317"/>
                        <a:pt x="55" y="335"/>
                      </a:cubicBezTo>
                      <a:cubicBezTo>
                        <a:pt x="57" y="341"/>
                        <a:pt x="61" y="347"/>
                        <a:pt x="65" y="352"/>
                      </a:cubicBezTo>
                      <a:cubicBezTo>
                        <a:pt x="83" y="374"/>
                        <a:pt x="101" y="395"/>
                        <a:pt x="120" y="419"/>
                      </a:cubicBezTo>
                      <a:cubicBezTo>
                        <a:pt x="124" y="415"/>
                        <a:pt x="130" y="410"/>
                        <a:pt x="133" y="404"/>
                      </a:cubicBezTo>
                      <a:cubicBezTo>
                        <a:pt x="150" y="375"/>
                        <a:pt x="172" y="350"/>
                        <a:pt x="203" y="336"/>
                      </a:cubicBezTo>
                      <a:cubicBezTo>
                        <a:pt x="234" y="321"/>
                        <a:pt x="243" y="296"/>
                        <a:pt x="245" y="265"/>
                      </a:cubicBezTo>
                      <a:cubicBezTo>
                        <a:pt x="248" y="211"/>
                        <a:pt x="252" y="156"/>
                        <a:pt x="255" y="102"/>
                      </a:cubicBezTo>
                      <a:cubicBezTo>
                        <a:pt x="255" y="84"/>
                        <a:pt x="256" y="64"/>
                        <a:pt x="230" y="59"/>
                      </a:cubicBezTo>
                      <a:cubicBezTo>
                        <a:pt x="268" y="25"/>
                        <a:pt x="297" y="0"/>
                        <a:pt x="341" y="17"/>
                      </a:cubicBezTo>
                      <a:cubicBezTo>
                        <a:pt x="365" y="27"/>
                        <a:pt x="385" y="54"/>
                        <a:pt x="383" y="81"/>
                      </a:cubicBezTo>
                      <a:cubicBezTo>
                        <a:pt x="379" y="123"/>
                        <a:pt x="374" y="165"/>
                        <a:pt x="368" y="208"/>
                      </a:cubicBezTo>
                      <a:cubicBezTo>
                        <a:pt x="366" y="231"/>
                        <a:pt x="367" y="233"/>
                        <a:pt x="391" y="231"/>
                      </a:cubicBezTo>
                      <a:cubicBezTo>
                        <a:pt x="397" y="230"/>
                        <a:pt x="403" y="229"/>
                        <a:pt x="408" y="228"/>
                      </a:cubicBezTo>
                      <a:cubicBezTo>
                        <a:pt x="480" y="214"/>
                        <a:pt x="562" y="259"/>
                        <a:pt x="589" y="326"/>
                      </a:cubicBezTo>
                      <a:cubicBezTo>
                        <a:pt x="597" y="346"/>
                        <a:pt x="610" y="364"/>
                        <a:pt x="611" y="387"/>
                      </a:cubicBezTo>
                      <a:cubicBezTo>
                        <a:pt x="612" y="402"/>
                        <a:pt x="607" y="413"/>
                        <a:pt x="595" y="424"/>
                      </a:cubicBezTo>
                      <a:cubicBezTo>
                        <a:pt x="561" y="454"/>
                        <a:pt x="519" y="469"/>
                        <a:pt x="479" y="489"/>
                      </a:cubicBezTo>
                      <a:cubicBezTo>
                        <a:pt x="465" y="496"/>
                        <a:pt x="451" y="505"/>
                        <a:pt x="442" y="517"/>
                      </a:cubicBezTo>
                      <a:cubicBezTo>
                        <a:pt x="428" y="534"/>
                        <a:pt x="412" y="545"/>
                        <a:pt x="391" y="550"/>
                      </a:cubicBezTo>
                      <a:cubicBezTo>
                        <a:pt x="343" y="562"/>
                        <a:pt x="334" y="574"/>
                        <a:pt x="332" y="625"/>
                      </a:cubicBezTo>
                      <a:cubicBezTo>
                        <a:pt x="331" y="680"/>
                        <a:pt x="327" y="735"/>
                        <a:pt x="327" y="790"/>
                      </a:cubicBezTo>
                      <a:cubicBezTo>
                        <a:pt x="326" y="866"/>
                        <a:pt x="328" y="942"/>
                        <a:pt x="328" y="1018"/>
                      </a:cubicBezTo>
                      <a:cubicBezTo>
                        <a:pt x="329" y="1056"/>
                        <a:pt x="304" y="1089"/>
                        <a:pt x="269" y="1104"/>
                      </a:cubicBezTo>
                      <a:cubicBezTo>
                        <a:pt x="254" y="1110"/>
                        <a:pt x="242" y="1125"/>
                        <a:pt x="231" y="1135"/>
                      </a:cubicBezTo>
                      <a:close/>
                      <a:moveTo>
                        <a:pt x="223" y="364"/>
                      </a:moveTo>
                      <a:cubicBezTo>
                        <a:pt x="209" y="374"/>
                        <a:pt x="199" y="379"/>
                        <a:pt x="193" y="387"/>
                      </a:cubicBezTo>
                      <a:cubicBezTo>
                        <a:pt x="167" y="418"/>
                        <a:pt x="122" y="439"/>
                        <a:pt x="137" y="493"/>
                      </a:cubicBezTo>
                      <a:cubicBezTo>
                        <a:pt x="145" y="523"/>
                        <a:pt x="147" y="555"/>
                        <a:pt x="153" y="585"/>
                      </a:cubicBezTo>
                      <a:cubicBezTo>
                        <a:pt x="155" y="596"/>
                        <a:pt x="161" y="596"/>
                        <a:pt x="168" y="590"/>
                      </a:cubicBezTo>
                      <a:cubicBezTo>
                        <a:pt x="177" y="584"/>
                        <a:pt x="185" y="578"/>
                        <a:pt x="194" y="572"/>
                      </a:cubicBezTo>
                      <a:cubicBezTo>
                        <a:pt x="211" y="561"/>
                        <a:pt x="222" y="547"/>
                        <a:pt x="223" y="525"/>
                      </a:cubicBezTo>
                      <a:cubicBezTo>
                        <a:pt x="223" y="493"/>
                        <a:pt x="227" y="460"/>
                        <a:pt x="227" y="428"/>
                      </a:cubicBezTo>
                      <a:cubicBezTo>
                        <a:pt x="228" y="408"/>
                        <a:pt x="225" y="389"/>
                        <a:pt x="223" y="364"/>
                      </a:cubicBezTo>
                      <a:close/>
                      <a:moveTo>
                        <a:pt x="351" y="424"/>
                      </a:moveTo>
                      <a:cubicBezTo>
                        <a:pt x="352" y="424"/>
                        <a:pt x="353" y="432"/>
                        <a:pt x="357" y="433"/>
                      </a:cubicBezTo>
                      <a:cubicBezTo>
                        <a:pt x="361" y="435"/>
                        <a:pt x="369" y="431"/>
                        <a:pt x="372" y="427"/>
                      </a:cubicBezTo>
                      <a:cubicBezTo>
                        <a:pt x="397" y="389"/>
                        <a:pt x="423" y="352"/>
                        <a:pt x="446" y="312"/>
                      </a:cubicBezTo>
                      <a:cubicBezTo>
                        <a:pt x="458" y="291"/>
                        <a:pt x="444" y="271"/>
                        <a:pt x="421" y="268"/>
                      </a:cubicBezTo>
                      <a:cubicBezTo>
                        <a:pt x="412" y="267"/>
                        <a:pt x="404" y="267"/>
                        <a:pt x="395" y="267"/>
                      </a:cubicBezTo>
                      <a:cubicBezTo>
                        <a:pt x="376" y="268"/>
                        <a:pt x="367" y="279"/>
                        <a:pt x="365" y="296"/>
                      </a:cubicBezTo>
                      <a:cubicBezTo>
                        <a:pt x="360" y="337"/>
                        <a:pt x="356" y="378"/>
                        <a:pt x="351" y="42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9" name="î$ľîḋè"/>
                <p:cNvSpPr/>
                <p:nvPr/>
              </p:nvSpPr>
              <p:spPr bwMode="auto">
                <a:xfrm>
                  <a:off x="9201413" y="2678796"/>
                  <a:ext cx="637877" cy="996357"/>
                </a:xfrm>
                <a:custGeom>
                  <a:avLst/>
                  <a:gdLst>
                    <a:gd name="connsiteX0" fmla="*/ 408970 w 637877"/>
                    <a:gd name="connsiteY0" fmla="*/ 817578 h 996357"/>
                    <a:gd name="connsiteX1" fmla="*/ 361690 w 637877"/>
                    <a:gd name="connsiteY1" fmla="*/ 872094 h 996357"/>
                    <a:gd name="connsiteX2" fmla="*/ 370696 w 637877"/>
                    <a:gd name="connsiteY2" fmla="*/ 929598 h 996357"/>
                    <a:gd name="connsiteX3" fmla="*/ 390208 w 637877"/>
                    <a:gd name="connsiteY3" fmla="*/ 927357 h 996357"/>
                    <a:gd name="connsiteX4" fmla="*/ 408219 w 637877"/>
                    <a:gd name="connsiteY4" fmla="*/ 857158 h 996357"/>
                    <a:gd name="connsiteX5" fmla="*/ 408970 w 637877"/>
                    <a:gd name="connsiteY5" fmla="*/ 817578 h 996357"/>
                    <a:gd name="connsiteX6" fmla="*/ 407187 w 637877"/>
                    <a:gd name="connsiteY6" fmla="*/ 583831 h 996357"/>
                    <a:gd name="connsiteX7" fmla="*/ 435236 w 637877"/>
                    <a:gd name="connsiteY7" fmla="*/ 593539 h 996357"/>
                    <a:gd name="connsiteX8" fmla="*/ 438238 w 637877"/>
                    <a:gd name="connsiteY8" fmla="*/ 612956 h 996357"/>
                    <a:gd name="connsiteX9" fmla="*/ 409720 w 637877"/>
                    <a:gd name="connsiteY9" fmla="*/ 655524 h 996357"/>
                    <a:gd name="connsiteX10" fmla="*/ 379702 w 637877"/>
                    <a:gd name="connsiteY10" fmla="*/ 688383 h 996357"/>
                    <a:gd name="connsiteX11" fmla="*/ 382703 w 637877"/>
                    <a:gd name="connsiteY11" fmla="*/ 719001 h 996357"/>
                    <a:gd name="connsiteX12" fmla="*/ 425480 w 637877"/>
                    <a:gd name="connsiteY12" fmla="*/ 769783 h 996357"/>
                    <a:gd name="connsiteX13" fmla="*/ 438238 w 637877"/>
                    <a:gd name="connsiteY13" fmla="*/ 775758 h 996357"/>
                    <a:gd name="connsiteX14" fmla="*/ 475761 w 637877"/>
                    <a:gd name="connsiteY14" fmla="*/ 761569 h 996357"/>
                    <a:gd name="connsiteX15" fmla="*/ 547055 w 637877"/>
                    <a:gd name="connsiteY15" fmla="*/ 780985 h 996357"/>
                    <a:gd name="connsiteX16" fmla="*/ 527543 w 637877"/>
                    <a:gd name="connsiteY16" fmla="*/ 822806 h 996357"/>
                    <a:gd name="connsiteX17" fmla="*/ 472759 w 637877"/>
                    <a:gd name="connsiteY17" fmla="*/ 837742 h 996357"/>
                    <a:gd name="connsiteX18" fmla="*/ 479513 w 637877"/>
                    <a:gd name="connsiteY18" fmla="*/ 820565 h 996357"/>
                    <a:gd name="connsiteX19" fmla="*/ 475761 w 637877"/>
                    <a:gd name="connsiteY19" fmla="*/ 806376 h 996357"/>
                    <a:gd name="connsiteX20" fmla="*/ 444242 w 637877"/>
                    <a:gd name="connsiteY20" fmla="*/ 803389 h 996357"/>
                    <a:gd name="connsiteX21" fmla="*/ 436737 w 637877"/>
                    <a:gd name="connsiteY21" fmla="*/ 821312 h 996357"/>
                    <a:gd name="connsiteX22" fmla="*/ 439739 w 637877"/>
                    <a:gd name="connsiteY22" fmla="*/ 881056 h 996357"/>
                    <a:gd name="connsiteX23" fmla="*/ 432234 w 637877"/>
                    <a:gd name="connsiteY23" fmla="*/ 938559 h 996357"/>
                    <a:gd name="connsiteX24" fmla="*/ 374448 w 637877"/>
                    <a:gd name="connsiteY24" fmla="*/ 996063 h 996357"/>
                    <a:gd name="connsiteX25" fmla="*/ 360189 w 637877"/>
                    <a:gd name="connsiteY25" fmla="*/ 989341 h 996357"/>
                    <a:gd name="connsiteX26" fmla="*/ 327169 w 637877"/>
                    <a:gd name="connsiteY26" fmla="*/ 953495 h 996357"/>
                    <a:gd name="connsiteX27" fmla="*/ 327920 w 637877"/>
                    <a:gd name="connsiteY27" fmla="*/ 859399 h 996357"/>
                    <a:gd name="connsiteX28" fmla="*/ 375949 w 637877"/>
                    <a:gd name="connsiteY28" fmla="*/ 807123 h 996357"/>
                    <a:gd name="connsiteX29" fmla="*/ 386456 w 637877"/>
                    <a:gd name="connsiteY29" fmla="*/ 798908 h 996357"/>
                    <a:gd name="connsiteX30" fmla="*/ 390208 w 637877"/>
                    <a:gd name="connsiteY30" fmla="*/ 779492 h 996357"/>
                    <a:gd name="connsiteX31" fmla="*/ 366944 w 637877"/>
                    <a:gd name="connsiteY31" fmla="*/ 758581 h 996357"/>
                    <a:gd name="connsiteX32" fmla="*/ 354186 w 637877"/>
                    <a:gd name="connsiteY32" fmla="*/ 676434 h 996357"/>
                    <a:gd name="connsiteX33" fmla="*/ 382703 w 637877"/>
                    <a:gd name="connsiteY33" fmla="*/ 615943 h 996357"/>
                    <a:gd name="connsiteX34" fmla="*/ 370696 w 637877"/>
                    <a:gd name="connsiteY34" fmla="*/ 604741 h 996357"/>
                    <a:gd name="connsiteX35" fmla="*/ 336925 w 637877"/>
                    <a:gd name="connsiteY35" fmla="*/ 630132 h 996357"/>
                    <a:gd name="connsiteX36" fmla="*/ 279890 w 637877"/>
                    <a:gd name="connsiteY36" fmla="*/ 662991 h 996357"/>
                    <a:gd name="connsiteX37" fmla="*/ 264880 w 637877"/>
                    <a:gd name="connsiteY37" fmla="*/ 654030 h 996357"/>
                    <a:gd name="connsiteX38" fmla="*/ 271635 w 637877"/>
                    <a:gd name="connsiteY38" fmla="*/ 634613 h 996357"/>
                    <a:gd name="connsiteX39" fmla="*/ 327169 w 637877"/>
                    <a:gd name="connsiteY39" fmla="*/ 606982 h 996357"/>
                    <a:gd name="connsiteX40" fmla="*/ 377450 w 637877"/>
                    <a:gd name="connsiteY40" fmla="*/ 585325 h 996357"/>
                    <a:gd name="connsiteX41" fmla="*/ 407187 w 637877"/>
                    <a:gd name="connsiteY41" fmla="*/ 583831 h 996357"/>
                    <a:gd name="connsiteX42" fmla="*/ 453023 w 637877"/>
                    <a:gd name="connsiteY42" fmla="*/ 448126 h 996357"/>
                    <a:gd name="connsiteX43" fmla="*/ 575637 w 637877"/>
                    <a:gd name="connsiteY43" fmla="*/ 459346 h 996357"/>
                    <a:gd name="connsiteX44" fmla="*/ 630215 w 637877"/>
                    <a:gd name="connsiteY44" fmla="*/ 487770 h 996357"/>
                    <a:gd name="connsiteX45" fmla="*/ 619748 w 637877"/>
                    <a:gd name="connsiteY45" fmla="*/ 537138 h 996357"/>
                    <a:gd name="connsiteX46" fmla="*/ 601804 w 637877"/>
                    <a:gd name="connsiteY46" fmla="*/ 544617 h 996357"/>
                    <a:gd name="connsiteX47" fmla="*/ 522554 w 637877"/>
                    <a:gd name="connsiteY47" fmla="*/ 544617 h 996357"/>
                    <a:gd name="connsiteX48" fmla="*/ 489657 w 637877"/>
                    <a:gd name="connsiteY48" fmla="*/ 549105 h 996357"/>
                    <a:gd name="connsiteX49" fmla="*/ 473209 w 637877"/>
                    <a:gd name="connsiteY49" fmla="*/ 550601 h 996357"/>
                    <a:gd name="connsiteX50" fmla="*/ 494143 w 637877"/>
                    <a:gd name="connsiteY50" fmla="*/ 535642 h 996357"/>
                    <a:gd name="connsiteX51" fmla="*/ 560684 w 637877"/>
                    <a:gd name="connsiteY51" fmla="*/ 496746 h 996357"/>
                    <a:gd name="connsiteX52" fmla="*/ 569655 w 637877"/>
                    <a:gd name="connsiteY52" fmla="*/ 481786 h 996357"/>
                    <a:gd name="connsiteX53" fmla="*/ 557693 w 637877"/>
                    <a:gd name="connsiteY53" fmla="*/ 472062 h 996357"/>
                    <a:gd name="connsiteX54" fmla="*/ 526292 w 637877"/>
                    <a:gd name="connsiteY54" fmla="*/ 470566 h 996357"/>
                    <a:gd name="connsiteX55" fmla="*/ 469471 w 637877"/>
                    <a:gd name="connsiteY55" fmla="*/ 473558 h 996357"/>
                    <a:gd name="connsiteX56" fmla="*/ 405173 w 637877"/>
                    <a:gd name="connsiteY56" fmla="*/ 499738 h 996357"/>
                    <a:gd name="connsiteX57" fmla="*/ 348352 w 637877"/>
                    <a:gd name="connsiteY57" fmla="*/ 528162 h 996357"/>
                    <a:gd name="connsiteX58" fmla="*/ 240691 w 637877"/>
                    <a:gd name="connsiteY58" fmla="*/ 579025 h 996357"/>
                    <a:gd name="connsiteX59" fmla="*/ 168169 w 637877"/>
                    <a:gd name="connsiteY59" fmla="*/ 640361 h 996357"/>
                    <a:gd name="connsiteX60" fmla="*/ 124058 w 637877"/>
                    <a:gd name="connsiteY60" fmla="*/ 708428 h 996357"/>
                    <a:gd name="connsiteX61" fmla="*/ 95648 w 637877"/>
                    <a:gd name="connsiteY61" fmla="*/ 728624 h 996357"/>
                    <a:gd name="connsiteX62" fmla="*/ 697 w 637877"/>
                    <a:gd name="connsiteY62" fmla="*/ 688233 h 996357"/>
                    <a:gd name="connsiteX63" fmla="*/ 7425 w 637877"/>
                    <a:gd name="connsiteY63" fmla="*/ 647093 h 996357"/>
                    <a:gd name="connsiteX64" fmla="*/ 53779 w 637877"/>
                    <a:gd name="connsiteY64" fmla="*/ 648589 h 996357"/>
                    <a:gd name="connsiteX65" fmla="*/ 145740 w 637877"/>
                    <a:gd name="connsiteY65" fmla="*/ 590993 h 996357"/>
                    <a:gd name="connsiteX66" fmla="*/ 273587 w 637877"/>
                    <a:gd name="connsiteY66" fmla="*/ 532650 h 996357"/>
                    <a:gd name="connsiteX67" fmla="*/ 373024 w 637877"/>
                    <a:gd name="connsiteY67" fmla="*/ 484778 h 996357"/>
                    <a:gd name="connsiteX68" fmla="*/ 431341 w 637877"/>
                    <a:gd name="connsiteY68" fmla="*/ 452614 h 996357"/>
                    <a:gd name="connsiteX69" fmla="*/ 453023 w 637877"/>
                    <a:gd name="connsiteY69" fmla="*/ 448126 h 996357"/>
                    <a:gd name="connsiteX70" fmla="*/ 494369 w 637877"/>
                    <a:gd name="connsiteY70" fmla="*/ 1951 h 996357"/>
                    <a:gd name="connsiteX71" fmla="*/ 517559 w 637877"/>
                    <a:gd name="connsiteY71" fmla="*/ 34054 h 996357"/>
                    <a:gd name="connsiteX72" fmla="*/ 516063 w 637877"/>
                    <a:gd name="connsiteY72" fmla="*/ 59437 h 996357"/>
                    <a:gd name="connsiteX73" fmla="*/ 535512 w 637877"/>
                    <a:gd name="connsiteY73" fmla="*/ 75862 h 996357"/>
                    <a:gd name="connsiteX74" fmla="*/ 574410 w 637877"/>
                    <a:gd name="connsiteY74" fmla="*/ 72875 h 996357"/>
                    <a:gd name="connsiteX75" fmla="*/ 597599 w 637877"/>
                    <a:gd name="connsiteY75" fmla="*/ 98259 h 996357"/>
                    <a:gd name="connsiteX76" fmla="*/ 595355 w 637877"/>
                    <a:gd name="connsiteY76" fmla="*/ 154251 h 996357"/>
                    <a:gd name="connsiteX77" fmla="*/ 561693 w 637877"/>
                    <a:gd name="connsiteY77" fmla="*/ 172915 h 996357"/>
                    <a:gd name="connsiteX78" fmla="*/ 534016 w 637877"/>
                    <a:gd name="connsiteY78" fmla="*/ 183367 h 996357"/>
                    <a:gd name="connsiteX79" fmla="*/ 486889 w 637877"/>
                    <a:gd name="connsiteY79" fmla="*/ 225922 h 996357"/>
                    <a:gd name="connsiteX80" fmla="*/ 473424 w 637877"/>
                    <a:gd name="connsiteY80" fmla="*/ 264743 h 996357"/>
                    <a:gd name="connsiteX81" fmla="*/ 489133 w 637877"/>
                    <a:gd name="connsiteY81" fmla="*/ 285647 h 996357"/>
                    <a:gd name="connsiteX82" fmla="*/ 520551 w 637877"/>
                    <a:gd name="connsiteY82" fmla="*/ 313270 h 996357"/>
                    <a:gd name="connsiteX83" fmla="*/ 480157 w 637877"/>
                    <a:gd name="connsiteY83" fmla="*/ 396139 h 996357"/>
                    <a:gd name="connsiteX84" fmla="*/ 430038 w 637877"/>
                    <a:gd name="connsiteY84" fmla="*/ 418536 h 996357"/>
                    <a:gd name="connsiteX85" fmla="*/ 371691 w 637877"/>
                    <a:gd name="connsiteY85" fmla="*/ 448399 h 996357"/>
                    <a:gd name="connsiteX86" fmla="*/ 369447 w 637877"/>
                    <a:gd name="connsiteY86" fmla="*/ 445412 h 996357"/>
                    <a:gd name="connsiteX87" fmla="*/ 389644 w 637877"/>
                    <a:gd name="connsiteY87" fmla="*/ 430481 h 996357"/>
                    <a:gd name="connsiteX88" fmla="*/ 433778 w 637877"/>
                    <a:gd name="connsiteY88" fmla="*/ 384940 h 996357"/>
                    <a:gd name="connsiteX89" fmla="*/ 449487 w 637877"/>
                    <a:gd name="connsiteY89" fmla="*/ 339400 h 996357"/>
                    <a:gd name="connsiteX90" fmla="*/ 438267 w 637877"/>
                    <a:gd name="connsiteY90" fmla="*/ 319989 h 996357"/>
                    <a:gd name="connsiteX91" fmla="*/ 426298 w 637877"/>
                    <a:gd name="connsiteY91" fmla="*/ 299832 h 996357"/>
                    <a:gd name="connsiteX92" fmla="*/ 426298 w 637877"/>
                    <a:gd name="connsiteY92" fmla="*/ 280421 h 996357"/>
                    <a:gd name="connsiteX93" fmla="*/ 360470 w 637877"/>
                    <a:gd name="connsiteY93" fmla="*/ 464823 h 996357"/>
                    <a:gd name="connsiteX94" fmla="*/ 342517 w 637877"/>
                    <a:gd name="connsiteY94" fmla="*/ 457358 h 996357"/>
                    <a:gd name="connsiteX95" fmla="*/ 303619 w 637877"/>
                    <a:gd name="connsiteY95" fmla="*/ 370009 h 996357"/>
                    <a:gd name="connsiteX96" fmla="*/ 298383 w 637877"/>
                    <a:gd name="connsiteY96" fmla="*/ 308790 h 996357"/>
                    <a:gd name="connsiteX97" fmla="*/ 295391 w 637877"/>
                    <a:gd name="connsiteY97" fmla="*/ 299832 h 996357"/>
                    <a:gd name="connsiteX98" fmla="*/ 281178 w 637877"/>
                    <a:gd name="connsiteY98" fmla="*/ 329694 h 996357"/>
                    <a:gd name="connsiteX99" fmla="*/ 277438 w 637877"/>
                    <a:gd name="connsiteY99" fmla="*/ 404351 h 996357"/>
                    <a:gd name="connsiteX100" fmla="*/ 260981 w 637877"/>
                    <a:gd name="connsiteY100" fmla="*/ 461837 h 996357"/>
                    <a:gd name="connsiteX101" fmla="*/ 247516 w 637877"/>
                    <a:gd name="connsiteY101" fmla="*/ 496926 h 996357"/>
                    <a:gd name="connsiteX102" fmla="*/ 207870 w 637877"/>
                    <a:gd name="connsiteY102" fmla="*/ 507378 h 996357"/>
                    <a:gd name="connsiteX103" fmla="*/ 187673 w 637877"/>
                    <a:gd name="connsiteY103" fmla="*/ 461090 h 996357"/>
                    <a:gd name="connsiteX104" fmla="*/ 169720 w 637877"/>
                    <a:gd name="connsiteY104" fmla="*/ 324468 h 996357"/>
                    <a:gd name="connsiteX105" fmla="*/ 155508 w 637877"/>
                    <a:gd name="connsiteY105" fmla="*/ 258024 h 996357"/>
                    <a:gd name="connsiteX106" fmla="*/ 141295 w 637877"/>
                    <a:gd name="connsiteY106" fmla="*/ 246079 h 996357"/>
                    <a:gd name="connsiteX107" fmla="*/ 135311 w 637877"/>
                    <a:gd name="connsiteY107" fmla="*/ 243839 h 996357"/>
                    <a:gd name="connsiteX108" fmla="*/ 139799 w 637877"/>
                    <a:gd name="connsiteY108" fmla="*/ 202031 h 996357"/>
                    <a:gd name="connsiteX109" fmla="*/ 152515 w 637877"/>
                    <a:gd name="connsiteY109" fmla="*/ 192326 h 996357"/>
                    <a:gd name="connsiteX110" fmla="*/ 212359 w 637877"/>
                    <a:gd name="connsiteY110" fmla="*/ 202031 h 996357"/>
                    <a:gd name="connsiteX111" fmla="*/ 226571 w 637877"/>
                    <a:gd name="connsiteY111" fmla="*/ 255784 h 996357"/>
                    <a:gd name="connsiteX112" fmla="*/ 224327 w 637877"/>
                    <a:gd name="connsiteY112" fmla="*/ 329694 h 996357"/>
                    <a:gd name="connsiteX113" fmla="*/ 228067 w 637877"/>
                    <a:gd name="connsiteY113" fmla="*/ 349852 h 996357"/>
                    <a:gd name="connsiteX114" fmla="*/ 234052 w 637877"/>
                    <a:gd name="connsiteY114" fmla="*/ 349852 h 996357"/>
                    <a:gd name="connsiteX115" fmla="*/ 252005 w 637877"/>
                    <a:gd name="connsiteY115" fmla="*/ 267729 h 996357"/>
                    <a:gd name="connsiteX116" fmla="*/ 269210 w 637877"/>
                    <a:gd name="connsiteY116" fmla="*/ 196805 h 996357"/>
                    <a:gd name="connsiteX117" fmla="*/ 287163 w 637877"/>
                    <a:gd name="connsiteY117" fmla="*/ 158730 h 996357"/>
                    <a:gd name="connsiteX118" fmla="*/ 292399 w 637877"/>
                    <a:gd name="connsiteY118" fmla="*/ 141559 h 996357"/>
                    <a:gd name="connsiteX119" fmla="*/ 304367 w 637877"/>
                    <a:gd name="connsiteY119" fmla="*/ 128121 h 996357"/>
                    <a:gd name="connsiteX120" fmla="*/ 321572 w 637877"/>
                    <a:gd name="connsiteY120" fmla="*/ 134840 h 996357"/>
                    <a:gd name="connsiteX121" fmla="*/ 344762 w 637877"/>
                    <a:gd name="connsiteY121" fmla="*/ 171422 h 996357"/>
                    <a:gd name="connsiteX122" fmla="*/ 341769 w 637877"/>
                    <a:gd name="connsiteY122" fmla="*/ 194566 h 996357"/>
                    <a:gd name="connsiteX123" fmla="*/ 326809 w 637877"/>
                    <a:gd name="connsiteY123" fmla="*/ 275942 h 996357"/>
                    <a:gd name="connsiteX124" fmla="*/ 333541 w 637877"/>
                    <a:gd name="connsiteY124" fmla="*/ 328948 h 996357"/>
                    <a:gd name="connsiteX125" fmla="*/ 338777 w 637877"/>
                    <a:gd name="connsiteY125" fmla="*/ 329694 h 996357"/>
                    <a:gd name="connsiteX126" fmla="*/ 354486 w 637877"/>
                    <a:gd name="connsiteY126" fmla="*/ 303565 h 996357"/>
                    <a:gd name="connsiteX127" fmla="*/ 400116 w 637877"/>
                    <a:gd name="connsiteY127" fmla="*/ 223682 h 996357"/>
                    <a:gd name="connsiteX128" fmla="*/ 404605 w 637877"/>
                    <a:gd name="connsiteY128" fmla="*/ 216963 h 996357"/>
                    <a:gd name="connsiteX129" fmla="*/ 442007 w 637877"/>
                    <a:gd name="connsiteY129" fmla="*/ 135587 h 996357"/>
                    <a:gd name="connsiteX130" fmla="*/ 436770 w 637877"/>
                    <a:gd name="connsiteY130" fmla="*/ 78848 h 996357"/>
                    <a:gd name="connsiteX131" fmla="*/ 445747 w 637877"/>
                    <a:gd name="connsiteY131" fmla="*/ 34054 h 996357"/>
                    <a:gd name="connsiteX132" fmla="*/ 462952 w 637877"/>
                    <a:gd name="connsiteY132" fmla="*/ 12403 h 996357"/>
                    <a:gd name="connsiteX133" fmla="*/ 494369 w 637877"/>
                    <a:gd name="connsiteY133" fmla="*/ 1951 h 996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</a:cxnLst>
                  <a:rect l="l" t="t" r="r" b="b"/>
                  <a:pathLst>
                    <a:path w="637877" h="996357">
                      <a:moveTo>
                        <a:pt x="408970" y="817578"/>
                      </a:moveTo>
                      <a:cubicBezTo>
                        <a:pt x="381202" y="828780"/>
                        <a:pt x="369195" y="848944"/>
                        <a:pt x="361690" y="872094"/>
                      </a:cubicBezTo>
                      <a:cubicBezTo>
                        <a:pt x="354186" y="893005"/>
                        <a:pt x="358689" y="912421"/>
                        <a:pt x="370696" y="929598"/>
                      </a:cubicBezTo>
                      <a:cubicBezTo>
                        <a:pt x="378201" y="940053"/>
                        <a:pt x="385705" y="940053"/>
                        <a:pt x="390208" y="927357"/>
                      </a:cubicBezTo>
                      <a:cubicBezTo>
                        <a:pt x="397713" y="904207"/>
                        <a:pt x="403716" y="881056"/>
                        <a:pt x="408219" y="857158"/>
                      </a:cubicBezTo>
                      <a:cubicBezTo>
                        <a:pt x="410471" y="845210"/>
                        <a:pt x="408970" y="833261"/>
                        <a:pt x="408970" y="817578"/>
                      </a:cubicBezTo>
                      <a:close/>
                      <a:moveTo>
                        <a:pt x="407187" y="583831"/>
                      </a:moveTo>
                      <a:cubicBezTo>
                        <a:pt x="416662" y="586258"/>
                        <a:pt x="425855" y="590552"/>
                        <a:pt x="435236" y="593539"/>
                      </a:cubicBezTo>
                      <a:cubicBezTo>
                        <a:pt x="438238" y="594286"/>
                        <a:pt x="441240" y="608475"/>
                        <a:pt x="438238" y="612956"/>
                      </a:cubicBezTo>
                      <a:cubicBezTo>
                        <a:pt x="429983" y="627892"/>
                        <a:pt x="420227" y="642081"/>
                        <a:pt x="409720" y="655524"/>
                      </a:cubicBezTo>
                      <a:cubicBezTo>
                        <a:pt x="400715" y="667472"/>
                        <a:pt x="389458" y="677181"/>
                        <a:pt x="379702" y="688383"/>
                      </a:cubicBezTo>
                      <a:cubicBezTo>
                        <a:pt x="372197" y="695851"/>
                        <a:pt x="372947" y="711533"/>
                        <a:pt x="382703" y="719001"/>
                      </a:cubicBezTo>
                      <a:cubicBezTo>
                        <a:pt x="401465" y="732444"/>
                        <a:pt x="416474" y="748126"/>
                        <a:pt x="425480" y="769783"/>
                      </a:cubicBezTo>
                      <a:cubicBezTo>
                        <a:pt x="426981" y="772771"/>
                        <a:pt x="434486" y="776504"/>
                        <a:pt x="438238" y="775758"/>
                      </a:cubicBezTo>
                      <a:cubicBezTo>
                        <a:pt x="450996" y="772024"/>
                        <a:pt x="463754" y="767543"/>
                        <a:pt x="475761" y="761569"/>
                      </a:cubicBezTo>
                      <a:cubicBezTo>
                        <a:pt x="497525" y="749620"/>
                        <a:pt x="535048" y="759328"/>
                        <a:pt x="547055" y="780985"/>
                      </a:cubicBezTo>
                      <a:cubicBezTo>
                        <a:pt x="551558" y="790694"/>
                        <a:pt x="540301" y="818325"/>
                        <a:pt x="527543" y="822806"/>
                      </a:cubicBezTo>
                      <a:cubicBezTo>
                        <a:pt x="511033" y="828780"/>
                        <a:pt x="493022" y="832514"/>
                        <a:pt x="472759" y="837742"/>
                      </a:cubicBezTo>
                      <a:cubicBezTo>
                        <a:pt x="475761" y="831021"/>
                        <a:pt x="479513" y="825793"/>
                        <a:pt x="479513" y="820565"/>
                      </a:cubicBezTo>
                      <a:cubicBezTo>
                        <a:pt x="480264" y="816085"/>
                        <a:pt x="478012" y="807123"/>
                        <a:pt x="475761" y="806376"/>
                      </a:cubicBezTo>
                      <a:cubicBezTo>
                        <a:pt x="465255" y="804136"/>
                        <a:pt x="454748" y="801896"/>
                        <a:pt x="444242" y="803389"/>
                      </a:cubicBezTo>
                      <a:cubicBezTo>
                        <a:pt x="440489" y="803389"/>
                        <a:pt x="436737" y="815338"/>
                        <a:pt x="436737" y="821312"/>
                      </a:cubicBezTo>
                      <a:cubicBezTo>
                        <a:pt x="436737" y="841476"/>
                        <a:pt x="439739" y="860892"/>
                        <a:pt x="439739" y="881056"/>
                      </a:cubicBezTo>
                      <a:cubicBezTo>
                        <a:pt x="438988" y="900473"/>
                        <a:pt x="435986" y="919889"/>
                        <a:pt x="432234" y="938559"/>
                      </a:cubicBezTo>
                      <a:cubicBezTo>
                        <a:pt x="426230" y="970671"/>
                        <a:pt x="398463" y="981873"/>
                        <a:pt x="374448" y="996063"/>
                      </a:cubicBezTo>
                      <a:cubicBezTo>
                        <a:pt x="371446" y="997556"/>
                        <a:pt x="363191" y="993075"/>
                        <a:pt x="360189" y="989341"/>
                      </a:cubicBezTo>
                      <a:cubicBezTo>
                        <a:pt x="348182" y="978139"/>
                        <a:pt x="338426" y="965444"/>
                        <a:pt x="327169" y="953495"/>
                      </a:cubicBezTo>
                      <a:cubicBezTo>
                        <a:pt x="301653" y="928851"/>
                        <a:pt x="301653" y="886284"/>
                        <a:pt x="327920" y="859399"/>
                      </a:cubicBezTo>
                      <a:cubicBezTo>
                        <a:pt x="344430" y="842223"/>
                        <a:pt x="359439" y="824299"/>
                        <a:pt x="375949" y="807123"/>
                      </a:cubicBezTo>
                      <a:cubicBezTo>
                        <a:pt x="378951" y="803389"/>
                        <a:pt x="382703" y="801149"/>
                        <a:pt x="386456" y="798908"/>
                      </a:cubicBezTo>
                      <a:cubicBezTo>
                        <a:pt x="396212" y="793681"/>
                        <a:pt x="396212" y="786213"/>
                        <a:pt x="390208" y="779492"/>
                      </a:cubicBezTo>
                      <a:cubicBezTo>
                        <a:pt x="382703" y="772024"/>
                        <a:pt x="375199" y="763809"/>
                        <a:pt x="366944" y="758581"/>
                      </a:cubicBezTo>
                      <a:cubicBezTo>
                        <a:pt x="336925" y="741405"/>
                        <a:pt x="329420" y="699584"/>
                        <a:pt x="354186" y="676434"/>
                      </a:cubicBezTo>
                      <a:cubicBezTo>
                        <a:pt x="372197" y="659257"/>
                        <a:pt x="378951" y="639094"/>
                        <a:pt x="382703" y="615943"/>
                      </a:cubicBezTo>
                      <a:cubicBezTo>
                        <a:pt x="384955" y="604741"/>
                        <a:pt x="378201" y="601007"/>
                        <a:pt x="370696" y="604741"/>
                      </a:cubicBezTo>
                      <a:cubicBezTo>
                        <a:pt x="357938" y="611463"/>
                        <a:pt x="345180" y="619677"/>
                        <a:pt x="336925" y="630132"/>
                      </a:cubicBezTo>
                      <a:cubicBezTo>
                        <a:pt x="322666" y="650296"/>
                        <a:pt x="304655" y="662245"/>
                        <a:pt x="279890" y="662991"/>
                      </a:cubicBezTo>
                      <a:cubicBezTo>
                        <a:pt x="274637" y="663738"/>
                        <a:pt x="264880" y="657764"/>
                        <a:pt x="264880" y="654030"/>
                      </a:cubicBezTo>
                      <a:cubicBezTo>
                        <a:pt x="264130" y="648056"/>
                        <a:pt x="266381" y="638347"/>
                        <a:pt x="271635" y="634613"/>
                      </a:cubicBezTo>
                      <a:cubicBezTo>
                        <a:pt x="288145" y="621171"/>
                        <a:pt x="306156" y="612209"/>
                        <a:pt x="327169" y="606982"/>
                      </a:cubicBezTo>
                      <a:cubicBezTo>
                        <a:pt x="344430" y="603248"/>
                        <a:pt x="360940" y="593539"/>
                        <a:pt x="377450" y="585325"/>
                      </a:cubicBezTo>
                      <a:cubicBezTo>
                        <a:pt x="387956" y="580844"/>
                        <a:pt x="397713" y="581404"/>
                        <a:pt x="407187" y="583831"/>
                      </a:cubicBezTo>
                      <a:close/>
                      <a:moveTo>
                        <a:pt x="453023" y="448126"/>
                      </a:moveTo>
                      <a:cubicBezTo>
                        <a:pt x="494143" y="451118"/>
                        <a:pt x="535264" y="452614"/>
                        <a:pt x="575637" y="459346"/>
                      </a:cubicBezTo>
                      <a:cubicBezTo>
                        <a:pt x="595075" y="463086"/>
                        <a:pt x="613766" y="475802"/>
                        <a:pt x="630215" y="487770"/>
                      </a:cubicBezTo>
                      <a:cubicBezTo>
                        <a:pt x="644420" y="498990"/>
                        <a:pt x="637691" y="525918"/>
                        <a:pt x="619748" y="537138"/>
                      </a:cubicBezTo>
                      <a:cubicBezTo>
                        <a:pt x="614514" y="540878"/>
                        <a:pt x="607785" y="544617"/>
                        <a:pt x="601804" y="544617"/>
                      </a:cubicBezTo>
                      <a:cubicBezTo>
                        <a:pt x="575637" y="544617"/>
                        <a:pt x="549469" y="549853"/>
                        <a:pt x="522554" y="544617"/>
                      </a:cubicBezTo>
                      <a:cubicBezTo>
                        <a:pt x="512087" y="542374"/>
                        <a:pt x="500872" y="546861"/>
                        <a:pt x="489657" y="549105"/>
                      </a:cubicBezTo>
                      <a:cubicBezTo>
                        <a:pt x="484424" y="549853"/>
                        <a:pt x="479938" y="552097"/>
                        <a:pt x="473209" y="550601"/>
                      </a:cubicBezTo>
                      <a:cubicBezTo>
                        <a:pt x="480685" y="546113"/>
                        <a:pt x="486667" y="540130"/>
                        <a:pt x="494143" y="535642"/>
                      </a:cubicBezTo>
                      <a:cubicBezTo>
                        <a:pt x="515825" y="522926"/>
                        <a:pt x="539002" y="510210"/>
                        <a:pt x="560684" y="496746"/>
                      </a:cubicBezTo>
                      <a:cubicBezTo>
                        <a:pt x="565170" y="493754"/>
                        <a:pt x="569655" y="487022"/>
                        <a:pt x="569655" y="481786"/>
                      </a:cubicBezTo>
                      <a:cubicBezTo>
                        <a:pt x="569655" y="478794"/>
                        <a:pt x="562179" y="472810"/>
                        <a:pt x="557693" y="472062"/>
                      </a:cubicBezTo>
                      <a:cubicBezTo>
                        <a:pt x="547226" y="470566"/>
                        <a:pt x="536759" y="470566"/>
                        <a:pt x="526292" y="470566"/>
                      </a:cubicBezTo>
                      <a:cubicBezTo>
                        <a:pt x="507601" y="471314"/>
                        <a:pt x="487414" y="469070"/>
                        <a:pt x="469471" y="473558"/>
                      </a:cubicBezTo>
                      <a:cubicBezTo>
                        <a:pt x="447041" y="479542"/>
                        <a:pt x="426107" y="490014"/>
                        <a:pt x="405173" y="499738"/>
                      </a:cubicBezTo>
                      <a:cubicBezTo>
                        <a:pt x="385734" y="508714"/>
                        <a:pt x="367791" y="519186"/>
                        <a:pt x="348352" y="528162"/>
                      </a:cubicBezTo>
                      <a:cubicBezTo>
                        <a:pt x="312465" y="545365"/>
                        <a:pt x="275830" y="560325"/>
                        <a:pt x="240691" y="579025"/>
                      </a:cubicBezTo>
                      <a:cubicBezTo>
                        <a:pt x="213028" y="594733"/>
                        <a:pt x="186860" y="611937"/>
                        <a:pt x="168169" y="640361"/>
                      </a:cubicBezTo>
                      <a:cubicBezTo>
                        <a:pt x="153216" y="662801"/>
                        <a:pt x="135273" y="682997"/>
                        <a:pt x="124058" y="708428"/>
                      </a:cubicBezTo>
                      <a:cubicBezTo>
                        <a:pt x="119572" y="717404"/>
                        <a:pt x="106115" y="723388"/>
                        <a:pt x="95648" y="728624"/>
                      </a:cubicBezTo>
                      <a:cubicBezTo>
                        <a:pt x="57518" y="748820"/>
                        <a:pt x="10416" y="729372"/>
                        <a:pt x="697" y="688233"/>
                      </a:cubicBezTo>
                      <a:cubicBezTo>
                        <a:pt x="-2294" y="675517"/>
                        <a:pt x="5182" y="661305"/>
                        <a:pt x="7425" y="647093"/>
                      </a:cubicBezTo>
                      <a:cubicBezTo>
                        <a:pt x="23126" y="659061"/>
                        <a:pt x="38079" y="658313"/>
                        <a:pt x="53779" y="648589"/>
                      </a:cubicBezTo>
                      <a:cubicBezTo>
                        <a:pt x="83685" y="628393"/>
                        <a:pt x="113591" y="607449"/>
                        <a:pt x="145740" y="590993"/>
                      </a:cubicBezTo>
                      <a:cubicBezTo>
                        <a:pt x="187608" y="569301"/>
                        <a:pt x="230972" y="552097"/>
                        <a:pt x="273587" y="532650"/>
                      </a:cubicBezTo>
                      <a:cubicBezTo>
                        <a:pt x="307232" y="516942"/>
                        <a:pt x="340128" y="501234"/>
                        <a:pt x="373024" y="484778"/>
                      </a:cubicBezTo>
                      <a:cubicBezTo>
                        <a:pt x="392463" y="474306"/>
                        <a:pt x="411902" y="462338"/>
                        <a:pt x="431341" y="452614"/>
                      </a:cubicBezTo>
                      <a:cubicBezTo>
                        <a:pt x="437322" y="449622"/>
                        <a:pt x="445546" y="448126"/>
                        <a:pt x="453023" y="448126"/>
                      </a:cubicBezTo>
                      <a:close/>
                      <a:moveTo>
                        <a:pt x="494369" y="1951"/>
                      </a:moveTo>
                      <a:cubicBezTo>
                        <a:pt x="508582" y="7924"/>
                        <a:pt x="515315" y="19869"/>
                        <a:pt x="517559" y="34054"/>
                      </a:cubicBezTo>
                      <a:cubicBezTo>
                        <a:pt x="518307" y="42266"/>
                        <a:pt x="516063" y="51225"/>
                        <a:pt x="516063" y="59437"/>
                      </a:cubicBezTo>
                      <a:cubicBezTo>
                        <a:pt x="514567" y="76608"/>
                        <a:pt x="519055" y="79594"/>
                        <a:pt x="535512" y="75862"/>
                      </a:cubicBezTo>
                      <a:cubicBezTo>
                        <a:pt x="548228" y="72875"/>
                        <a:pt x="560945" y="72875"/>
                        <a:pt x="574410" y="72875"/>
                      </a:cubicBezTo>
                      <a:cubicBezTo>
                        <a:pt x="590867" y="72129"/>
                        <a:pt x="597599" y="84820"/>
                        <a:pt x="597599" y="98259"/>
                      </a:cubicBezTo>
                      <a:cubicBezTo>
                        <a:pt x="599095" y="116923"/>
                        <a:pt x="597599" y="135587"/>
                        <a:pt x="595355" y="154251"/>
                      </a:cubicBezTo>
                      <a:cubicBezTo>
                        <a:pt x="593859" y="166943"/>
                        <a:pt x="575158" y="177395"/>
                        <a:pt x="561693" y="172915"/>
                      </a:cubicBezTo>
                      <a:cubicBezTo>
                        <a:pt x="548976" y="169182"/>
                        <a:pt x="539252" y="172915"/>
                        <a:pt x="534016" y="183367"/>
                      </a:cubicBezTo>
                      <a:cubicBezTo>
                        <a:pt x="523543" y="204271"/>
                        <a:pt x="505590" y="216216"/>
                        <a:pt x="486889" y="225922"/>
                      </a:cubicBezTo>
                      <a:cubicBezTo>
                        <a:pt x="468188" y="234880"/>
                        <a:pt x="475668" y="252051"/>
                        <a:pt x="473424" y="264743"/>
                      </a:cubicBezTo>
                      <a:cubicBezTo>
                        <a:pt x="472676" y="270716"/>
                        <a:pt x="481653" y="280421"/>
                        <a:pt x="489133" y="285647"/>
                      </a:cubicBezTo>
                      <a:cubicBezTo>
                        <a:pt x="500354" y="293113"/>
                        <a:pt x="512322" y="299832"/>
                        <a:pt x="520551" y="313270"/>
                      </a:cubicBezTo>
                      <a:cubicBezTo>
                        <a:pt x="537756" y="340893"/>
                        <a:pt x="515315" y="394646"/>
                        <a:pt x="480157" y="396139"/>
                      </a:cubicBezTo>
                      <a:cubicBezTo>
                        <a:pt x="462952" y="396885"/>
                        <a:pt x="446495" y="410324"/>
                        <a:pt x="430038" y="418536"/>
                      </a:cubicBezTo>
                      <a:cubicBezTo>
                        <a:pt x="410589" y="428241"/>
                        <a:pt x="391140" y="438693"/>
                        <a:pt x="371691" y="448399"/>
                      </a:cubicBezTo>
                      <a:cubicBezTo>
                        <a:pt x="370943" y="447652"/>
                        <a:pt x="370195" y="446905"/>
                        <a:pt x="369447" y="445412"/>
                      </a:cubicBezTo>
                      <a:cubicBezTo>
                        <a:pt x="376179" y="440186"/>
                        <a:pt x="383660" y="436453"/>
                        <a:pt x="389644" y="430481"/>
                      </a:cubicBezTo>
                      <a:cubicBezTo>
                        <a:pt x="404605" y="415550"/>
                        <a:pt x="421810" y="402111"/>
                        <a:pt x="433778" y="384940"/>
                      </a:cubicBezTo>
                      <a:cubicBezTo>
                        <a:pt x="442755" y="372249"/>
                        <a:pt x="445747" y="355078"/>
                        <a:pt x="449487" y="339400"/>
                      </a:cubicBezTo>
                      <a:cubicBezTo>
                        <a:pt x="450983" y="331934"/>
                        <a:pt x="449487" y="322975"/>
                        <a:pt x="438267" y="319989"/>
                      </a:cubicBezTo>
                      <a:cubicBezTo>
                        <a:pt x="429290" y="317749"/>
                        <a:pt x="425550" y="309537"/>
                        <a:pt x="426298" y="299832"/>
                      </a:cubicBezTo>
                      <a:cubicBezTo>
                        <a:pt x="427046" y="293859"/>
                        <a:pt x="426298" y="287140"/>
                        <a:pt x="426298" y="280421"/>
                      </a:cubicBezTo>
                      <a:cubicBezTo>
                        <a:pt x="405353" y="294606"/>
                        <a:pt x="355982" y="434214"/>
                        <a:pt x="360470" y="464823"/>
                      </a:cubicBezTo>
                      <a:cubicBezTo>
                        <a:pt x="353738" y="461837"/>
                        <a:pt x="347754" y="459597"/>
                        <a:pt x="342517" y="457358"/>
                      </a:cubicBezTo>
                      <a:cubicBezTo>
                        <a:pt x="305116" y="438693"/>
                        <a:pt x="308108" y="402858"/>
                        <a:pt x="303619" y="370009"/>
                      </a:cubicBezTo>
                      <a:cubicBezTo>
                        <a:pt x="301375" y="349852"/>
                        <a:pt x="299879" y="329694"/>
                        <a:pt x="298383" y="308790"/>
                      </a:cubicBezTo>
                      <a:cubicBezTo>
                        <a:pt x="297635" y="306551"/>
                        <a:pt x="296887" y="303565"/>
                        <a:pt x="295391" y="299832"/>
                      </a:cubicBezTo>
                      <a:cubicBezTo>
                        <a:pt x="283422" y="307297"/>
                        <a:pt x="281926" y="318496"/>
                        <a:pt x="281178" y="329694"/>
                      </a:cubicBezTo>
                      <a:cubicBezTo>
                        <a:pt x="279682" y="354331"/>
                        <a:pt x="279682" y="379714"/>
                        <a:pt x="277438" y="404351"/>
                      </a:cubicBezTo>
                      <a:cubicBezTo>
                        <a:pt x="275194" y="423762"/>
                        <a:pt x="273698" y="443919"/>
                        <a:pt x="260981" y="461837"/>
                      </a:cubicBezTo>
                      <a:cubicBezTo>
                        <a:pt x="254249" y="471542"/>
                        <a:pt x="252005" y="485727"/>
                        <a:pt x="247516" y="496926"/>
                      </a:cubicBezTo>
                      <a:cubicBezTo>
                        <a:pt x="242280" y="511110"/>
                        <a:pt x="221335" y="513350"/>
                        <a:pt x="207870" y="507378"/>
                      </a:cubicBezTo>
                      <a:cubicBezTo>
                        <a:pt x="184681" y="497672"/>
                        <a:pt x="190665" y="478261"/>
                        <a:pt x="187673" y="461090"/>
                      </a:cubicBezTo>
                      <a:cubicBezTo>
                        <a:pt x="181689" y="415550"/>
                        <a:pt x="176453" y="370009"/>
                        <a:pt x="169720" y="324468"/>
                      </a:cubicBezTo>
                      <a:cubicBezTo>
                        <a:pt x="166728" y="302071"/>
                        <a:pt x="160744" y="279674"/>
                        <a:pt x="155508" y="258024"/>
                      </a:cubicBezTo>
                      <a:cubicBezTo>
                        <a:pt x="154012" y="251305"/>
                        <a:pt x="153263" y="241599"/>
                        <a:pt x="141295" y="246079"/>
                      </a:cubicBezTo>
                      <a:cubicBezTo>
                        <a:pt x="139799" y="246825"/>
                        <a:pt x="136807" y="245332"/>
                        <a:pt x="135311" y="243839"/>
                      </a:cubicBezTo>
                      <a:cubicBezTo>
                        <a:pt x="124838" y="231894"/>
                        <a:pt x="126334" y="211737"/>
                        <a:pt x="139799" y="202031"/>
                      </a:cubicBezTo>
                      <a:cubicBezTo>
                        <a:pt x="143539" y="199045"/>
                        <a:pt x="148027" y="195312"/>
                        <a:pt x="152515" y="192326"/>
                      </a:cubicBezTo>
                      <a:cubicBezTo>
                        <a:pt x="186177" y="174408"/>
                        <a:pt x="194406" y="178888"/>
                        <a:pt x="212359" y="202031"/>
                      </a:cubicBezTo>
                      <a:cubicBezTo>
                        <a:pt x="225075" y="219202"/>
                        <a:pt x="228815" y="235627"/>
                        <a:pt x="226571" y="255784"/>
                      </a:cubicBezTo>
                      <a:cubicBezTo>
                        <a:pt x="225075" y="280421"/>
                        <a:pt x="224327" y="305058"/>
                        <a:pt x="224327" y="329694"/>
                      </a:cubicBezTo>
                      <a:cubicBezTo>
                        <a:pt x="224327" y="336413"/>
                        <a:pt x="226571" y="343133"/>
                        <a:pt x="228067" y="349852"/>
                      </a:cubicBezTo>
                      <a:cubicBezTo>
                        <a:pt x="230312" y="349852"/>
                        <a:pt x="231808" y="349852"/>
                        <a:pt x="234052" y="349852"/>
                      </a:cubicBezTo>
                      <a:cubicBezTo>
                        <a:pt x="240036" y="322229"/>
                        <a:pt x="246020" y="294606"/>
                        <a:pt x="252005" y="267729"/>
                      </a:cubicBezTo>
                      <a:cubicBezTo>
                        <a:pt x="257241" y="243839"/>
                        <a:pt x="261729" y="219949"/>
                        <a:pt x="269210" y="196805"/>
                      </a:cubicBezTo>
                      <a:cubicBezTo>
                        <a:pt x="272950" y="183367"/>
                        <a:pt x="281178" y="171422"/>
                        <a:pt x="287163" y="158730"/>
                      </a:cubicBezTo>
                      <a:cubicBezTo>
                        <a:pt x="289407" y="152758"/>
                        <a:pt x="289407" y="146785"/>
                        <a:pt x="292399" y="141559"/>
                      </a:cubicBezTo>
                      <a:cubicBezTo>
                        <a:pt x="294643" y="136333"/>
                        <a:pt x="299879" y="129614"/>
                        <a:pt x="304367" y="128121"/>
                      </a:cubicBezTo>
                      <a:cubicBezTo>
                        <a:pt x="309604" y="127375"/>
                        <a:pt x="317832" y="130361"/>
                        <a:pt x="321572" y="134840"/>
                      </a:cubicBezTo>
                      <a:cubicBezTo>
                        <a:pt x="330549" y="146039"/>
                        <a:pt x="345510" y="153505"/>
                        <a:pt x="344762" y="171422"/>
                      </a:cubicBezTo>
                      <a:cubicBezTo>
                        <a:pt x="344014" y="178888"/>
                        <a:pt x="343266" y="187100"/>
                        <a:pt x="341769" y="194566"/>
                      </a:cubicBezTo>
                      <a:cubicBezTo>
                        <a:pt x="337281" y="221442"/>
                        <a:pt x="329053" y="248319"/>
                        <a:pt x="326809" y="275942"/>
                      </a:cubicBezTo>
                      <a:cubicBezTo>
                        <a:pt x="325313" y="293113"/>
                        <a:pt x="331297" y="311030"/>
                        <a:pt x="333541" y="328948"/>
                      </a:cubicBezTo>
                      <a:cubicBezTo>
                        <a:pt x="335037" y="328948"/>
                        <a:pt x="336533" y="328948"/>
                        <a:pt x="338777" y="329694"/>
                      </a:cubicBezTo>
                      <a:cubicBezTo>
                        <a:pt x="344014" y="320736"/>
                        <a:pt x="349250" y="312523"/>
                        <a:pt x="354486" y="303565"/>
                      </a:cubicBezTo>
                      <a:cubicBezTo>
                        <a:pt x="369447" y="276688"/>
                        <a:pt x="385156" y="249812"/>
                        <a:pt x="400116" y="223682"/>
                      </a:cubicBezTo>
                      <a:cubicBezTo>
                        <a:pt x="401613" y="221442"/>
                        <a:pt x="402361" y="218456"/>
                        <a:pt x="404605" y="216963"/>
                      </a:cubicBezTo>
                      <a:cubicBezTo>
                        <a:pt x="431534" y="196805"/>
                        <a:pt x="436770" y="165450"/>
                        <a:pt x="442007" y="135587"/>
                      </a:cubicBezTo>
                      <a:cubicBezTo>
                        <a:pt x="444251" y="116923"/>
                        <a:pt x="442755" y="96765"/>
                        <a:pt x="436770" y="78848"/>
                      </a:cubicBezTo>
                      <a:cubicBezTo>
                        <a:pt x="431534" y="60930"/>
                        <a:pt x="438267" y="48239"/>
                        <a:pt x="445747" y="34054"/>
                      </a:cubicBezTo>
                      <a:cubicBezTo>
                        <a:pt x="450235" y="25842"/>
                        <a:pt x="456219" y="18376"/>
                        <a:pt x="462952" y="12403"/>
                      </a:cubicBezTo>
                      <a:cubicBezTo>
                        <a:pt x="471180" y="4938"/>
                        <a:pt x="480905" y="-4021"/>
                        <a:pt x="494369" y="195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0" name="íṡ1íḑê"/>
                <p:cNvSpPr/>
                <p:nvPr/>
              </p:nvSpPr>
              <p:spPr bwMode="auto">
                <a:xfrm>
                  <a:off x="7485853" y="2757241"/>
                  <a:ext cx="657518" cy="920296"/>
                </a:xfrm>
                <a:custGeom>
                  <a:avLst/>
                  <a:gdLst>
                    <a:gd name="connsiteX0" fmla="*/ 280111 w 657518"/>
                    <a:gd name="connsiteY0" fmla="*/ 509888 h 920296"/>
                    <a:gd name="connsiteX1" fmla="*/ 261378 w 657518"/>
                    <a:gd name="connsiteY1" fmla="*/ 514283 h 920296"/>
                    <a:gd name="connsiteX2" fmla="*/ 243394 w 657518"/>
                    <a:gd name="connsiteY2" fmla="*/ 544210 h 920296"/>
                    <a:gd name="connsiteX3" fmla="*/ 263626 w 657518"/>
                    <a:gd name="connsiteY3" fmla="*/ 591345 h 920296"/>
                    <a:gd name="connsiteX4" fmla="*/ 263626 w 657518"/>
                    <a:gd name="connsiteY4" fmla="*/ 625013 h 920296"/>
                    <a:gd name="connsiteX5" fmla="*/ 267373 w 657518"/>
                    <a:gd name="connsiteY5" fmla="*/ 627257 h 920296"/>
                    <a:gd name="connsiteX6" fmla="*/ 280111 w 657518"/>
                    <a:gd name="connsiteY6" fmla="*/ 613790 h 920296"/>
                    <a:gd name="connsiteX7" fmla="*/ 303341 w 657518"/>
                    <a:gd name="connsiteY7" fmla="*/ 572641 h 920296"/>
                    <a:gd name="connsiteX8" fmla="*/ 309335 w 657518"/>
                    <a:gd name="connsiteY8" fmla="*/ 514283 h 920296"/>
                    <a:gd name="connsiteX9" fmla="*/ 298845 w 657518"/>
                    <a:gd name="connsiteY9" fmla="*/ 515031 h 920296"/>
                    <a:gd name="connsiteX10" fmla="*/ 280111 w 657518"/>
                    <a:gd name="connsiteY10" fmla="*/ 509888 h 920296"/>
                    <a:gd name="connsiteX11" fmla="*/ 506993 w 657518"/>
                    <a:gd name="connsiteY11" fmla="*/ 368250 h 920296"/>
                    <a:gd name="connsiteX12" fmla="*/ 514482 w 657518"/>
                    <a:gd name="connsiteY12" fmla="*/ 374233 h 920296"/>
                    <a:gd name="connsiteX13" fmla="*/ 509240 w 657518"/>
                    <a:gd name="connsiteY13" fmla="*/ 440785 h 920296"/>
                    <a:gd name="connsiteX14" fmla="*/ 489769 w 657518"/>
                    <a:gd name="connsiteY14" fmla="*/ 466958 h 920296"/>
                    <a:gd name="connsiteX15" fmla="*/ 503997 w 657518"/>
                    <a:gd name="connsiteY15" fmla="*/ 501356 h 920296"/>
                    <a:gd name="connsiteX16" fmla="*/ 512235 w 657518"/>
                    <a:gd name="connsiteY16" fmla="*/ 521546 h 920296"/>
                    <a:gd name="connsiteX17" fmla="*/ 493513 w 657518"/>
                    <a:gd name="connsiteY17" fmla="*/ 552205 h 920296"/>
                    <a:gd name="connsiteX18" fmla="*/ 441840 w 657518"/>
                    <a:gd name="connsiteY18" fmla="*/ 570152 h 920296"/>
                    <a:gd name="connsiteX19" fmla="*/ 422369 w 657518"/>
                    <a:gd name="connsiteY19" fmla="*/ 547718 h 920296"/>
                    <a:gd name="connsiteX20" fmla="*/ 419374 w 657518"/>
                    <a:gd name="connsiteY20" fmla="*/ 539493 h 920296"/>
                    <a:gd name="connsiteX21" fmla="*/ 414881 w 657518"/>
                    <a:gd name="connsiteY21" fmla="*/ 542484 h 920296"/>
                    <a:gd name="connsiteX22" fmla="*/ 411136 w 657518"/>
                    <a:gd name="connsiteY22" fmla="*/ 550710 h 920296"/>
                    <a:gd name="connsiteX23" fmla="*/ 441091 w 657518"/>
                    <a:gd name="connsiteY23" fmla="*/ 716718 h 920296"/>
                    <a:gd name="connsiteX24" fmla="*/ 483029 w 657518"/>
                    <a:gd name="connsiteY24" fmla="*/ 752611 h 920296"/>
                    <a:gd name="connsiteX25" fmla="*/ 566904 w 657518"/>
                    <a:gd name="connsiteY25" fmla="*/ 760089 h 920296"/>
                    <a:gd name="connsiteX26" fmla="*/ 593114 w 657518"/>
                    <a:gd name="connsiteY26" fmla="*/ 733917 h 920296"/>
                    <a:gd name="connsiteX27" fmla="*/ 599854 w 657518"/>
                    <a:gd name="connsiteY27" fmla="*/ 668860 h 920296"/>
                    <a:gd name="connsiteX28" fmla="*/ 603599 w 657518"/>
                    <a:gd name="connsiteY28" fmla="*/ 656147 h 920296"/>
                    <a:gd name="connsiteX29" fmla="*/ 628312 w 657518"/>
                    <a:gd name="connsiteY29" fmla="*/ 728682 h 920296"/>
                    <a:gd name="connsiteX30" fmla="*/ 648532 w 657518"/>
                    <a:gd name="connsiteY30" fmla="*/ 752611 h 920296"/>
                    <a:gd name="connsiteX31" fmla="*/ 657518 w 657518"/>
                    <a:gd name="connsiteY31" fmla="*/ 766072 h 920296"/>
                    <a:gd name="connsiteX32" fmla="*/ 638047 w 657518"/>
                    <a:gd name="connsiteY32" fmla="*/ 837859 h 920296"/>
                    <a:gd name="connsiteX33" fmla="*/ 622321 w 657518"/>
                    <a:gd name="connsiteY33" fmla="*/ 846084 h 920296"/>
                    <a:gd name="connsiteX34" fmla="*/ 512984 w 657518"/>
                    <a:gd name="connsiteY34" fmla="*/ 840850 h 920296"/>
                    <a:gd name="connsiteX35" fmla="*/ 415629 w 657518"/>
                    <a:gd name="connsiteY35" fmla="*/ 763080 h 920296"/>
                    <a:gd name="connsiteX36" fmla="*/ 385674 w 657518"/>
                    <a:gd name="connsiteY36" fmla="*/ 627731 h 920296"/>
                    <a:gd name="connsiteX37" fmla="*/ 384925 w 657518"/>
                    <a:gd name="connsiteY37" fmla="*/ 523789 h 920296"/>
                    <a:gd name="connsiteX38" fmla="*/ 378934 w 657518"/>
                    <a:gd name="connsiteY38" fmla="*/ 481913 h 920296"/>
                    <a:gd name="connsiteX39" fmla="*/ 417127 w 657518"/>
                    <a:gd name="connsiteY39" fmla="*/ 496121 h 920296"/>
                    <a:gd name="connsiteX40" fmla="*/ 435100 w 657518"/>
                    <a:gd name="connsiteY40" fmla="*/ 498365 h 920296"/>
                    <a:gd name="connsiteX41" fmla="*/ 449329 w 657518"/>
                    <a:gd name="connsiteY41" fmla="*/ 472940 h 920296"/>
                    <a:gd name="connsiteX42" fmla="*/ 459813 w 657518"/>
                    <a:gd name="connsiteY42" fmla="*/ 432560 h 920296"/>
                    <a:gd name="connsiteX43" fmla="*/ 457567 w 657518"/>
                    <a:gd name="connsiteY43" fmla="*/ 419100 h 920296"/>
                    <a:gd name="connsiteX44" fmla="*/ 445585 w 657518"/>
                    <a:gd name="connsiteY44" fmla="*/ 424334 h 920296"/>
                    <a:gd name="connsiteX45" fmla="*/ 420872 w 657518"/>
                    <a:gd name="connsiteY45" fmla="*/ 452750 h 920296"/>
                    <a:gd name="connsiteX46" fmla="*/ 418625 w 657518"/>
                    <a:gd name="connsiteY46" fmla="*/ 449759 h 920296"/>
                    <a:gd name="connsiteX47" fmla="*/ 453822 w 657518"/>
                    <a:gd name="connsiteY47" fmla="*/ 392927 h 920296"/>
                    <a:gd name="connsiteX48" fmla="*/ 506993 w 657518"/>
                    <a:gd name="connsiteY48" fmla="*/ 368250 h 920296"/>
                    <a:gd name="connsiteX49" fmla="*/ 253135 w 657518"/>
                    <a:gd name="connsiteY49" fmla="*/ 68373 h 920296"/>
                    <a:gd name="connsiteX50" fmla="*/ 277863 w 657518"/>
                    <a:gd name="connsiteY50" fmla="*/ 109522 h 920296"/>
                    <a:gd name="connsiteX51" fmla="*/ 289103 w 657518"/>
                    <a:gd name="connsiteY51" fmla="*/ 135708 h 920296"/>
                    <a:gd name="connsiteX52" fmla="*/ 295847 w 657518"/>
                    <a:gd name="connsiteY52" fmla="*/ 180599 h 920296"/>
                    <a:gd name="connsiteX53" fmla="*/ 269621 w 657518"/>
                    <a:gd name="connsiteY53" fmla="*/ 194066 h 920296"/>
                    <a:gd name="connsiteX54" fmla="*/ 260629 w 657518"/>
                    <a:gd name="connsiteY54" fmla="*/ 208281 h 920296"/>
                    <a:gd name="connsiteX55" fmla="*/ 247141 w 657518"/>
                    <a:gd name="connsiteY55" fmla="*/ 260653 h 920296"/>
                    <a:gd name="connsiteX56" fmla="*/ 244893 w 657518"/>
                    <a:gd name="connsiteY56" fmla="*/ 286091 h 920296"/>
                    <a:gd name="connsiteX57" fmla="*/ 259130 w 657518"/>
                    <a:gd name="connsiteY57" fmla="*/ 316766 h 920296"/>
                    <a:gd name="connsiteX58" fmla="*/ 271119 w 657518"/>
                    <a:gd name="connsiteY58" fmla="*/ 328737 h 920296"/>
                    <a:gd name="connsiteX59" fmla="*/ 279362 w 657518"/>
                    <a:gd name="connsiteY59" fmla="*/ 331729 h 920296"/>
                    <a:gd name="connsiteX60" fmla="*/ 283109 w 657518"/>
                    <a:gd name="connsiteY60" fmla="*/ 398317 h 920296"/>
                    <a:gd name="connsiteX61" fmla="*/ 253135 w 657518"/>
                    <a:gd name="connsiteY61" fmla="*/ 467148 h 920296"/>
                    <a:gd name="connsiteX62" fmla="*/ 254634 w 657518"/>
                    <a:gd name="connsiteY62" fmla="*/ 471638 h 920296"/>
                    <a:gd name="connsiteX63" fmla="*/ 298845 w 657518"/>
                    <a:gd name="connsiteY63" fmla="*/ 463408 h 920296"/>
                    <a:gd name="connsiteX64" fmla="*/ 350549 w 657518"/>
                    <a:gd name="connsiteY64" fmla="*/ 500816 h 920296"/>
                    <a:gd name="connsiteX65" fmla="*/ 341556 w 657518"/>
                    <a:gd name="connsiteY65" fmla="*/ 551692 h 920296"/>
                    <a:gd name="connsiteX66" fmla="*/ 306338 w 657518"/>
                    <a:gd name="connsiteY66" fmla="*/ 631746 h 920296"/>
                    <a:gd name="connsiteX67" fmla="*/ 316079 w 657518"/>
                    <a:gd name="connsiteY67" fmla="*/ 648206 h 920296"/>
                    <a:gd name="connsiteX68" fmla="*/ 337060 w 657518"/>
                    <a:gd name="connsiteY68" fmla="*/ 647458 h 920296"/>
                    <a:gd name="connsiteX69" fmla="*/ 346053 w 657518"/>
                    <a:gd name="connsiteY69" fmla="*/ 660925 h 920296"/>
                    <a:gd name="connsiteX70" fmla="*/ 294349 w 657518"/>
                    <a:gd name="connsiteY70" fmla="*/ 705815 h 920296"/>
                    <a:gd name="connsiteX71" fmla="*/ 283858 w 657518"/>
                    <a:gd name="connsiteY71" fmla="*/ 708060 h 920296"/>
                    <a:gd name="connsiteX72" fmla="*/ 256882 w 657518"/>
                    <a:gd name="connsiteY72" fmla="*/ 743972 h 920296"/>
                    <a:gd name="connsiteX73" fmla="*/ 260629 w 657518"/>
                    <a:gd name="connsiteY73" fmla="*/ 787366 h 920296"/>
                    <a:gd name="connsiteX74" fmla="*/ 274117 w 657518"/>
                    <a:gd name="connsiteY74" fmla="*/ 827767 h 920296"/>
                    <a:gd name="connsiteX75" fmla="*/ 272618 w 657518"/>
                    <a:gd name="connsiteY75" fmla="*/ 860687 h 920296"/>
                    <a:gd name="connsiteX76" fmla="*/ 262877 w 657518"/>
                    <a:gd name="connsiteY76" fmla="*/ 888369 h 920296"/>
                    <a:gd name="connsiteX77" fmla="*/ 236650 w 657518"/>
                    <a:gd name="connsiteY77" fmla="*/ 918296 h 920296"/>
                    <a:gd name="connsiteX78" fmla="*/ 209674 w 657518"/>
                    <a:gd name="connsiteY78" fmla="*/ 904829 h 920296"/>
                    <a:gd name="connsiteX79" fmla="*/ 198434 w 657518"/>
                    <a:gd name="connsiteY79" fmla="*/ 795596 h 920296"/>
                    <a:gd name="connsiteX80" fmla="*/ 202181 w 657518"/>
                    <a:gd name="connsiteY80" fmla="*/ 764173 h 920296"/>
                    <a:gd name="connsiteX81" fmla="*/ 190192 w 657518"/>
                    <a:gd name="connsiteY81" fmla="*/ 767913 h 920296"/>
                    <a:gd name="connsiteX82" fmla="*/ 150477 w 657518"/>
                    <a:gd name="connsiteY82" fmla="*/ 809811 h 920296"/>
                    <a:gd name="connsiteX83" fmla="*/ 40326 w 657518"/>
                    <a:gd name="connsiteY83" fmla="*/ 871909 h 920296"/>
                    <a:gd name="connsiteX84" fmla="*/ 20843 w 657518"/>
                    <a:gd name="connsiteY84" fmla="*/ 868168 h 920296"/>
                    <a:gd name="connsiteX85" fmla="*/ 8854 w 657518"/>
                    <a:gd name="connsiteY85" fmla="*/ 821782 h 920296"/>
                    <a:gd name="connsiteX86" fmla="*/ 31334 w 657518"/>
                    <a:gd name="connsiteY86" fmla="*/ 800833 h 920296"/>
                    <a:gd name="connsiteX87" fmla="*/ 34331 w 657518"/>
                    <a:gd name="connsiteY87" fmla="*/ 803078 h 920296"/>
                    <a:gd name="connsiteX88" fmla="*/ 23840 w 657518"/>
                    <a:gd name="connsiteY88" fmla="*/ 815048 h 920296"/>
                    <a:gd name="connsiteX89" fmla="*/ 22342 w 657518"/>
                    <a:gd name="connsiteY89" fmla="*/ 827019 h 920296"/>
                    <a:gd name="connsiteX90" fmla="*/ 34331 w 657518"/>
                    <a:gd name="connsiteY90" fmla="*/ 833004 h 920296"/>
                    <a:gd name="connsiteX91" fmla="*/ 54563 w 657518"/>
                    <a:gd name="connsiteY91" fmla="*/ 825523 h 920296"/>
                    <a:gd name="connsiteX92" fmla="*/ 142984 w 657518"/>
                    <a:gd name="connsiteY92" fmla="*/ 759684 h 920296"/>
                    <a:gd name="connsiteX93" fmla="*/ 196186 w 657518"/>
                    <a:gd name="connsiteY93" fmla="*/ 716290 h 920296"/>
                    <a:gd name="connsiteX94" fmla="*/ 202930 w 657518"/>
                    <a:gd name="connsiteY94" fmla="*/ 690852 h 920296"/>
                    <a:gd name="connsiteX95" fmla="*/ 199933 w 657518"/>
                    <a:gd name="connsiteY95" fmla="*/ 656436 h 920296"/>
                    <a:gd name="connsiteX96" fmla="*/ 197685 w 657518"/>
                    <a:gd name="connsiteY96" fmla="*/ 625013 h 920296"/>
                    <a:gd name="connsiteX97" fmla="*/ 181200 w 657518"/>
                    <a:gd name="connsiteY97" fmla="*/ 680377 h 920296"/>
                    <a:gd name="connsiteX98" fmla="*/ 171458 w 657518"/>
                    <a:gd name="connsiteY98" fmla="*/ 667658 h 920296"/>
                    <a:gd name="connsiteX99" fmla="*/ 188693 w 657518"/>
                    <a:gd name="connsiteY99" fmla="*/ 608553 h 920296"/>
                    <a:gd name="connsiteX100" fmla="*/ 202930 w 657518"/>
                    <a:gd name="connsiteY100" fmla="*/ 540469 h 920296"/>
                    <a:gd name="connsiteX101" fmla="*/ 178952 w 657518"/>
                    <a:gd name="connsiteY101" fmla="*/ 567403 h 920296"/>
                    <a:gd name="connsiteX102" fmla="*/ 141485 w 657518"/>
                    <a:gd name="connsiteY102" fmla="*/ 656436 h 920296"/>
                    <a:gd name="connsiteX103" fmla="*/ 113760 w 657518"/>
                    <a:gd name="connsiteY103" fmla="*/ 678133 h 920296"/>
                    <a:gd name="connsiteX104" fmla="*/ 86784 w 657518"/>
                    <a:gd name="connsiteY104" fmla="*/ 649702 h 920296"/>
                    <a:gd name="connsiteX105" fmla="*/ 110013 w 657518"/>
                    <a:gd name="connsiteY105" fmla="*/ 511291 h 920296"/>
                    <a:gd name="connsiteX106" fmla="*/ 148229 w 657518"/>
                    <a:gd name="connsiteY106" fmla="*/ 475378 h 920296"/>
                    <a:gd name="connsiteX107" fmla="*/ 133243 w 657518"/>
                    <a:gd name="connsiteY107" fmla="*/ 506802 h 920296"/>
                    <a:gd name="connsiteX108" fmla="*/ 125749 w 657518"/>
                    <a:gd name="connsiteY108" fmla="*/ 536728 h 920296"/>
                    <a:gd name="connsiteX109" fmla="*/ 139237 w 657518"/>
                    <a:gd name="connsiteY109" fmla="*/ 546455 h 920296"/>
                    <a:gd name="connsiteX110" fmla="*/ 197685 w 657518"/>
                    <a:gd name="connsiteY110" fmla="*/ 500816 h 920296"/>
                    <a:gd name="connsiteX111" fmla="*/ 204429 w 657518"/>
                    <a:gd name="connsiteY111" fmla="*/ 484356 h 920296"/>
                    <a:gd name="connsiteX112" fmla="*/ 204429 w 657518"/>
                    <a:gd name="connsiteY112" fmla="*/ 455926 h 920296"/>
                    <a:gd name="connsiteX113" fmla="*/ 186445 w 657518"/>
                    <a:gd name="connsiteY113" fmla="*/ 434229 h 920296"/>
                    <a:gd name="connsiteX114" fmla="*/ 157970 w 657518"/>
                    <a:gd name="connsiteY114" fmla="*/ 419265 h 920296"/>
                    <a:gd name="connsiteX115" fmla="*/ 157221 w 657518"/>
                    <a:gd name="connsiteY115" fmla="*/ 375872 h 920296"/>
                    <a:gd name="connsiteX116" fmla="*/ 166962 w 657518"/>
                    <a:gd name="connsiteY116" fmla="*/ 370634 h 920296"/>
                    <a:gd name="connsiteX117" fmla="*/ 199184 w 657518"/>
                    <a:gd name="connsiteY117" fmla="*/ 330981 h 920296"/>
                    <a:gd name="connsiteX118" fmla="*/ 206677 w 657518"/>
                    <a:gd name="connsiteY118" fmla="*/ 309284 h 920296"/>
                    <a:gd name="connsiteX119" fmla="*/ 220914 w 657518"/>
                    <a:gd name="connsiteY119" fmla="*/ 284595 h 920296"/>
                    <a:gd name="connsiteX120" fmla="*/ 214920 w 657518"/>
                    <a:gd name="connsiteY120" fmla="*/ 264394 h 920296"/>
                    <a:gd name="connsiteX121" fmla="*/ 189442 w 657518"/>
                    <a:gd name="connsiteY121" fmla="*/ 214266 h 920296"/>
                    <a:gd name="connsiteX122" fmla="*/ 201432 w 657518"/>
                    <a:gd name="connsiteY122" fmla="*/ 194814 h 920296"/>
                    <a:gd name="connsiteX123" fmla="*/ 205178 w 657518"/>
                    <a:gd name="connsiteY123" fmla="*/ 169376 h 920296"/>
                    <a:gd name="connsiteX124" fmla="*/ 169960 w 657518"/>
                    <a:gd name="connsiteY124" fmla="*/ 210526 h 920296"/>
                    <a:gd name="connsiteX125" fmla="*/ 123501 w 657518"/>
                    <a:gd name="connsiteY125" fmla="*/ 267387 h 920296"/>
                    <a:gd name="connsiteX126" fmla="*/ 106267 w 657518"/>
                    <a:gd name="connsiteY126" fmla="*/ 288335 h 920296"/>
                    <a:gd name="connsiteX127" fmla="*/ 71797 w 657518"/>
                    <a:gd name="connsiteY127" fmla="*/ 320507 h 920296"/>
                    <a:gd name="connsiteX128" fmla="*/ 68051 w 657518"/>
                    <a:gd name="connsiteY128" fmla="*/ 317514 h 920296"/>
                    <a:gd name="connsiteX129" fmla="*/ 69549 w 657518"/>
                    <a:gd name="connsiteY129" fmla="*/ 312277 h 920296"/>
                    <a:gd name="connsiteX130" fmla="*/ 151976 w 657518"/>
                    <a:gd name="connsiteY130" fmla="*/ 173865 h 920296"/>
                    <a:gd name="connsiteX131" fmla="*/ 167712 w 657518"/>
                    <a:gd name="connsiteY131" fmla="*/ 139449 h 920296"/>
                    <a:gd name="connsiteX132" fmla="*/ 171458 w 657518"/>
                    <a:gd name="connsiteY132" fmla="*/ 107278 h 920296"/>
                    <a:gd name="connsiteX133" fmla="*/ 182698 w 657518"/>
                    <a:gd name="connsiteY133" fmla="*/ 84085 h 920296"/>
                    <a:gd name="connsiteX134" fmla="*/ 253135 w 657518"/>
                    <a:gd name="connsiteY134" fmla="*/ 68373 h 920296"/>
                    <a:gd name="connsiteX135" fmla="*/ 531131 w 657518"/>
                    <a:gd name="connsiteY135" fmla="*/ 517 h 920296"/>
                    <a:gd name="connsiteX136" fmla="*/ 575229 w 657518"/>
                    <a:gd name="connsiteY136" fmla="*/ 52931 h 920296"/>
                    <a:gd name="connsiteX137" fmla="*/ 557290 w 657518"/>
                    <a:gd name="connsiteY137" fmla="*/ 82134 h 920296"/>
                    <a:gd name="connsiteX138" fmla="*/ 545332 w 657518"/>
                    <a:gd name="connsiteY138" fmla="*/ 95612 h 920296"/>
                    <a:gd name="connsiteX139" fmla="*/ 573734 w 657518"/>
                    <a:gd name="connsiteY139" fmla="*/ 125563 h 920296"/>
                    <a:gd name="connsiteX140" fmla="*/ 569997 w 657518"/>
                    <a:gd name="connsiteY140" fmla="*/ 145780 h 920296"/>
                    <a:gd name="connsiteX141" fmla="*/ 558785 w 657518"/>
                    <a:gd name="connsiteY141" fmla="*/ 174234 h 920296"/>
                    <a:gd name="connsiteX142" fmla="*/ 519172 w 657518"/>
                    <a:gd name="connsiteY142" fmla="*/ 242372 h 920296"/>
                    <a:gd name="connsiteX143" fmla="*/ 495254 w 657518"/>
                    <a:gd name="connsiteY143" fmla="*/ 237131 h 920296"/>
                    <a:gd name="connsiteX144" fmla="*/ 463862 w 657518"/>
                    <a:gd name="connsiteY144" fmla="*/ 211673 h 920296"/>
                    <a:gd name="connsiteX145" fmla="*/ 499739 w 657518"/>
                    <a:gd name="connsiteY145" fmla="*/ 147278 h 920296"/>
                    <a:gd name="connsiteX146" fmla="*/ 494507 w 657518"/>
                    <a:gd name="connsiteY146" fmla="*/ 142785 h 920296"/>
                    <a:gd name="connsiteX147" fmla="*/ 475074 w 657518"/>
                    <a:gd name="connsiteY147" fmla="*/ 157760 h 920296"/>
                    <a:gd name="connsiteX148" fmla="*/ 451156 w 657518"/>
                    <a:gd name="connsiteY148" fmla="*/ 191455 h 920296"/>
                    <a:gd name="connsiteX149" fmla="*/ 404816 w 657518"/>
                    <a:gd name="connsiteY149" fmla="*/ 225899 h 920296"/>
                    <a:gd name="connsiteX150" fmla="*/ 379403 w 657518"/>
                    <a:gd name="connsiteY150" fmla="*/ 237880 h 920296"/>
                    <a:gd name="connsiteX151" fmla="*/ 348012 w 657518"/>
                    <a:gd name="connsiteY151" fmla="*/ 253604 h 920296"/>
                    <a:gd name="connsiteX152" fmla="*/ 345769 w 657518"/>
                    <a:gd name="connsiteY152" fmla="*/ 250609 h 920296"/>
                    <a:gd name="connsiteX153" fmla="*/ 354738 w 657518"/>
                    <a:gd name="connsiteY153" fmla="*/ 241624 h 920296"/>
                    <a:gd name="connsiteX154" fmla="*/ 432470 w 657518"/>
                    <a:gd name="connsiteY154" fmla="*/ 144282 h 920296"/>
                    <a:gd name="connsiteX155" fmla="*/ 472831 w 657518"/>
                    <a:gd name="connsiteY155" fmla="*/ 78390 h 920296"/>
                    <a:gd name="connsiteX156" fmla="*/ 485538 w 657518"/>
                    <a:gd name="connsiteY156" fmla="*/ 40951 h 920296"/>
                    <a:gd name="connsiteX157" fmla="*/ 531131 w 657518"/>
                    <a:gd name="connsiteY157" fmla="*/ 517 h 9202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</a:cxnLst>
                  <a:rect l="l" t="t" r="r" b="b"/>
                  <a:pathLst>
                    <a:path w="657518" h="920296">
                      <a:moveTo>
                        <a:pt x="280111" y="509888"/>
                      </a:moveTo>
                      <a:cubicBezTo>
                        <a:pt x="273929" y="511291"/>
                        <a:pt x="267748" y="514283"/>
                        <a:pt x="261378" y="514283"/>
                      </a:cubicBezTo>
                      <a:cubicBezTo>
                        <a:pt x="241146" y="515031"/>
                        <a:pt x="243394" y="530743"/>
                        <a:pt x="243394" y="544210"/>
                      </a:cubicBezTo>
                      <a:cubicBezTo>
                        <a:pt x="243394" y="562914"/>
                        <a:pt x="241146" y="583115"/>
                        <a:pt x="263626" y="591345"/>
                      </a:cubicBezTo>
                      <a:cubicBezTo>
                        <a:pt x="263626" y="603316"/>
                        <a:pt x="263626" y="614538"/>
                        <a:pt x="263626" y="625013"/>
                      </a:cubicBezTo>
                      <a:cubicBezTo>
                        <a:pt x="265125" y="625761"/>
                        <a:pt x="265874" y="626509"/>
                        <a:pt x="267373" y="627257"/>
                      </a:cubicBezTo>
                      <a:cubicBezTo>
                        <a:pt x="271869" y="622768"/>
                        <a:pt x="277114" y="619027"/>
                        <a:pt x="280111" y="613790"/>
                      </a:cubicBezTo>
                      <a:cubicBezTo>
                        <a:pt x="288354" y="600323"/>
                        <a:pt x="294349" y="585360"/>
                        <a:pt x="303341" y="572641"/>
                      </a:cubicBezTo>
                      <a:cubicBezTo>
                        <a:pt x="316829" y="553936"/>
                        <a:pt x="316079" y="535232"/>
                        <a:pt x="309335" y="514283"/>
                      </a:cubicBezTo>
                      <a:cubicBezTo>
                        <a:pt x="305589" y="515031"/>
                        <a:pt x="300343" y="516528"/>
                        <a:pt x="298845" y="515031"/>
                      </a:cubicBezTo>
                      <a:cubicBezTo>
                        <a:pt x="292475" y="508672"/>
                        <a:pt x="286293" y="508485"/>
                        <a:pt x="280111" y="509888"/>
                      </a:cubicBezTo>
                      <a:close/>
                      <a:moveTo>
                        <a:pt x="506993" y="368250"/>
                      </a:moveTo>
                      <a:cubicBezTo>
                        <a:pt x="509989" y="368998"/>
                        <a:pt x="513733" y="371241"/>
                        <a:pt x="514482" y="374233"/>
                      </a:cubicBezTo>
                      <a:cubicBezTo>
                        <a:pt x="522720" y="393675"/>
                        <a:pt x="530208" y="419847"/>
                        <a:pt x="509240" y="440785"/>
                      </a:cubicBezTo>
                      <a:cubicBezTo>
                        <a:pt x="501002" y="448263"/>
                        <a:pt x="495011" y="457237"/>
                        <a:pt x="489769" y="466958"/>
                      </a:cubicBezTo>
                      <a:cubicBezTo>
                        <a:pt x="478536" y="486400"/>
                        <a:pt x="483029" y="496121"/>
                        <a:pt x="503997" y="501356"/>
                      </a:cubicBezTo>
                      <a:cubicBezTo>
                        <a:pt x="518226" y="505843"/>
                        <a:pt x="519724" y="508834"/>
                        <a:pt x="512235" y="521546"/>
                      </a:cubicBezTo>
                      <a:cubicBezTo>
                        <a:pt x="506244" y="532015"/>
                        <a:pt x="498755" y="541736"/>
                        <a:pt x="493513" y="552205"/>
                      </a:cubicBezTo>
                      <a:cubicBezTo>
                        <a:pt x="481531" y="573891"/>
                        <a:pt x="460562" y="569404"/>
                        <a:pt x="441840" y="570152"/>
                      </a:cubicBezTo>
                      <a:cubicBezTo>
                        <a:pt x="428360" y="570900"/>
                        <a:pt x="424616" y="558935"/>
                        <a:pt x="422369" y="547718"/>
                      </a:cubicBezTo>
                      <a:cubicBezTo>
                        <a:pt x="421621" y="544727"/>
                        <a:pt x="420123" y="541736"/>
                        <a:pt x="419374" y="539493"/>
                      </a:cubicBezTo>
                      <a:cubicBezTo>
                        <a:pt x="417876" y="540241"/>
                        <a:pt x="416378" y="540988"/>
                        <a:pt x="414881" y="542484"/>
                      </a:cubicBezTo>
                      <a:cubicBezTo>
                        <a:pt x="413383" y="545475"/>
                        <a:pt x="411136" y="548466"/>
                        <a:pt x="411136" y="550710"/>
                      </a:cubicBezTo>
                      <a:cubicBezTo>
                        <a:pt x="411136" y="608289"/>
                        <a:pt x="414132" y="664373"/>
                        <a:pt x="441091" y="716718"/>
                      </a:cubicBezTo>
                      <a:cubicBezTo>
                        <a:pt x="450078" y="733169"/>
                        <a:pt x="463558" y="746629"/>
                        <a:pt x="483029" y="752611"/>
                      </a:cubicBezTo>
                      <a:cubicBezTo>
                        <a:pt x="510737" y="760837"/>
                        <a:pt x="537697" y="764576"/>
                        <a:pt x="566904" y="760089"/>
                      </a:cubicBezTo>
                      <a:cubicBezTo>
                        <a:pt x="582630" y="757098"/>
                        <a:pt x="590868" y="748125"/>
                        <a:pt x="593114" y="733917"/>
                      </a:cubicBezTo>
                      <a:cubicBezTo>
                        <a:pt x="596110" y="712231"/>
                        <a:pt x="597608" y="690545"/>
                        <a:pt x="599854" y="668860"/>
                      </a:cubicBezTo>
                      <a:cubicBezTo>
                        <a:pt x="600603" y="663625"/>
                        <a:pt x="602850" y="658391"/>
                        <a:pt x="603599" y="656147"/>
                      </a:cubicBezTo>
                      <a:cubicBezTo>
                        <a:pt x="611088" y="680076"/>
                        <a:pt x="618576" y="704753"/>
                        <a:pt x="628312" y="728682"/>
                      </a:cubicBezTo>
                      <a:cubicBezTo>
                        <a:pt x="632056" y="737656"/>
                        <a:pt x="641792" y="744386"/>
                        <a:pt x="648532" y="752611"/>
                      </a:cubicBezTo>
                      <a:cubicBezTo>
                        <a:pt x="652276" y="757098"/>
                        <a:pt x="657518" y="761585"/>
                        <a:pt x="657518" y="766072"/>
                      </a:cubicBezTo>
                      <a:cubicBezTo>
                        <a:pt x="656769" y="791496"/>
                        <a:pt x="656769" y="817669"/>
                        <a:pt x="638047" y="837859"/>
                      </a:cubicBezTo>
                      <a:cubicBezTo>
                        <a:pt x="634303" y="842346"/>
                        <a:pt x="627563" y="846832"/>
                        <a:pt x="622321" y="846084"/>
                      </a:cubicBezTo>
                      <a:cubicBezTo>
                        <a:pt x="585626" y="845337"/>
                        <a:pt x="549679" y="850571"/>
                        <a:pt x="512984" y="840850"/>
                      </a:cubicBezTo>
                      <a:cubicBezTo>
                        <a:pt x="467302" y="828138"/>
                        <a:pt x="437347" y="801217"/>
                        <a:pt x="415629" y="763080"/>
                      </a:cubicBezTo>
                      <a:cubicBezTo>
                        <a:pt x="391665" y="721204"/>
                        <a:pt x="386423" y="674842"/>
                        <a:pt x="385674" y="627731"/>
                      </a:cubicBezTo>
                      <a:cubicBezTo>
                        <a:pt x="385674" y="593333"/>
                        <a:pt x="386423" y="558187"/>
                        <a:pt x="384925" y="523789"/>
                      </a:cubicBezTo>
                      <a:cubicBezTo>
                        <a:pt x="384925" y="510329"/>
                        <a:pt x="381181" y="497617"/>
                        <a:pt x="378934" y="481913"/>
                      </a:cubicBezTo>
                      <a:cubicBezTo>
                        <a:pt x="391665" y="472192"/>
                        <a:pt x="407392" y="475931"/>
                        <a:pt x="417127" y="496121"/>
                      </a:cubicBezTo>
                      <a:cubicBezTo>
                        <a:pt x="423118" y="508086"/>
                        <a:pt x="429109" y="505843"/>
                        <a:pt x="435100" y="498365"/>
                      </a:cubicBezTo>
                      <a:cubicBezTo>
                        <a:pt x="441091" y="490887"/>
                        <a:pt x="445585" y="481913"/>
                        <a:pt x="449329" y="472940"/>
                      </a:cubicBezTo>
                      <a:cubicBezTo>
                        <a:pt x="453822" y="459480"/>
                        <a:pt x="456818" y="446020"/>
                        <a:pt x="459813" y="432560"/>
                      </a:cubicBezTo>
                      <a:cubicBezTo>
                        <a:pt x="460562" y="428073"/>
                        <a:pt x="458316" y="423586"/>
                        <a:pt x="457567" y="419100"/>
                      </a:cubicBezTo>
                      <a:cubicBezTo>
                        <a:pt x="453822" y="420595"/>
                        <a:pt x="448580" y="421343"/>
                        <a:pt x="445585" y="424334"/>
                      </a:cubicBezTo>
                      <a:cubicBezTo>
                        <a:pt x="436598" y="433307"/>
                        <a:pt x="429109" y="443029"/>
                        <a:pt x="420872" y="452750"/>
                      </a:cubicBezTo>
                      <a:cubicBezTo>
                        <a:pt x="420123" y="452002"/>
                        <a:pt x="419374" y="450507"/>
                        <a:pt x="418625" y="449759"/>
                      </a:cubicBezTo>
                      <a:cubicBezTo>
                        <a:pt x="429858" y="431064"/>
                        <a:pt x="441840" y="411622"/>
                        <a:pt x="453822" y="392927"/>
                      </a:cubicBezTo>
                      <a:cubicBezTo>
                        <a:pt x="462060" y="379467"/>
                        <a:pt x="492015" y="365259"/>
                        <a:pt x="506993" y="368250"/>
                      </a:cubicBezTo>
                      <a:close/>
                      <a:moveTo>
                        <a:pt x="253135" y="68373"/>
                      </a:moveTo>
                      <a:cubicBezTo>
                        <a:pt x="268871" y="72862"/>
                        <a:pt x="282359" y="93811"/>
                        <a:pt x="277863" y="109522"/>
                      </a:cubicBezTo>
                      <a:cubicBezTo>
                        <a:pt x="274117" y="122241"/>
                        <a:pt x="273367" y="131219"/>
                        <a:pt x="289103" y="135708"/>
                      </a:cubicBezTo>
                      <a:cubicBezTo>
                        <a:pt x="302591" y="140197"/>
                        <a:pt x="306338" y="167132"/>
                        <a:pt x="295847" y="180599"/>
                      </a:cubicBezTo>
                      <a:cubicBezTo>
                        <a:pt x="289853" y="188829"/>
                        <a:pt x="284607" y="198555"/>
                        <a:pt x="269621" y="194066"/>
                      </a:cubicBezTo>
                      <a:cubicBezTo>
                        <a:pt x="260629" y="191821"/>
                        <a:pt x="256133" y="200051"/>
                        <a:pt x="260629" y="208281"/>
                      </a:cubicBezTo>
                      <a:cubicBezTo>
                        <a:pt x="273367" y="230726"/>
                        <a:pt x="263626" y="245690"/>
                        <a:pt x="247141" y="260653"/>
                      </a:cubicBezTo>
                      <a:cubicBezTo>
                        <a:pt x="238149" y="268135"/>
                        <a:pt x="236650" y="275617"/>
                        <a:pt x="244893" y="286091"/>
                      </a:cubicBezTo>
                      <a:cubicBezTo>
                        <a:pt x="251637" y="294321"/>
                        <a:pt x="253885" y="306292"/>
                        <a:pt x="259130" y="316766"/>
                      </a:cubicBezTo>
                      <a:cubicBezTo>
                        <a:pt x="262127" y="321255"/>
                        <a:pt x="266623" y="324996"/>
                        <a:pt x="271119" y="328737"/>
                      </a:cubicBezTo>
                      <a:cubicBezTo>
                        <a:pt x="273367" y="330233"/>
                        <a:pt x="276365" y="330233"/>
                        <a:pt x="279362" y="331729"/>
                      </a:cubicBezTo>
                      <a:cubicBezTo>
                        <a:pt x="299594" y="344448"/>
                        <a:pt x="304090" y="385598"/>
                        <a:pt x="283109" y="398317"/>
                      </a:cubicBezTo>
                      <a:cubicBezTo>
                        <a:pt x="255383" y="414776"/>
                        <a:pt x="250138" y="438718"/>
                        <a:pt x="253135" y="467148"/>
                      </a:cubicBezTo>
                      <a:cubicBezTo>
                        <a:pt x="253135" y="468645"/>
                        <a:pt x="253885" y="469393"/>
                        <a:pt x="254634" y="471638"/>
                      </a:cubicBezTo>
                      <a:cubicBezTo>
                        <a:pt x="269621" y="469393"/>
                        <a:pt x="283858" y="464904"/>
                        <a:pt x="298845" y="463408"/>
                      </a:cubicBezTo>
                      <a:cubicBezTo>
                        <a:pt x="316079" y="461911"/>
                        <a:pt x="349800" y="484356"/>
                        <a:pt x="350549" y="500816"/>
                      </a:cubicBezTo>
                      <a:cubicBezTo>
                        <a:pt x="351298" y="517276"/>
                        <a:pt x="347552" y="535232"/>
                        <a:pt x="341556" y="551692"/>
                      </a:cubicBezTo>
                      <a:cubicBezTo>
                        <a:pt x="331815" y="578626"/>
                        <a:pt x="319077" y="604812"/>
                        <a:pt x="306338" y="631746"/>
                      </a:cubicBezTo>
                      <a:cubicBezTo>
                        <a:pt x="300343" y="645213"/>
                        <a:pt x="301093" y="648206"/>
                        <a:pt x="316079" y="648206"/>
                      </a:cubicBezTo>
                      <a:cubicBezTo>
                        <a:pt x="322823" y="648206"/>
                        <a:pt x="330317" y="648206"/>
                        <a:pt x="337060" y="647458"/>
                      </a:cubicBezTo>
                      <a:cubicBezTo>
                        <a:pt x="347552" y="646710"/>
                        <a:pt x="349800" y="654191"/>
                        <a:pt x="346053" y="660925"/>
                      </a:cubicBezTo>
                      <a:cubicBezTo>
                        <a:pt x="334063" y="681874"/>
                        <a:pt x="323573" y="705067"/>
                        <a:pt x="294349" y="705815"/>
                      </a:cubicBezTo>
                      <a:cubicBezTo>
                        <a:pt x="290602" y="705815"/>
                        <a:pt x="287605" y="707312"/>
                        <a:pt x="283858" y="708060"/>
                      </a:cubicBezTo>
                      <a:cubicBezTo>
                        <a:pt x="262127" y="713297"/>
                        <a:pt x="256133" y="721527"/>
                        <a:pt x="256882" y="743972"/>
                      </a:cubicBezTo>
                      <a:cubicBezTo>
                        <a:pt x="257631" y="758935"/>
                        <a:pt x="257631" y="773151"/>
                        <a:pt x="260629" y="787366"/>
                      </a:cubicBezTo>
                      <a:cubicBezTo>
                        <a:pt x="262877" y="801581"/>
                        <a:pt x="268122" y="815048"/>
                        <a:pt x="274117" y="827767"/>
                      </a:cubicBezTo>
                      <a:cubicBezTo>
                        <a:pt x="278613" y="839738"/>
                        <a:pt x="279362" y="849464"/>
                        <a:pt x="272618" y="860687"/>
                      </a:cubicBezTo>
                      <a:cubicBezTo>
                        <a:pt x="268122" y="868917"/>
                        <a:pt x="265125" y="878643"/>
                        <a:pt x="262877" y="888369"/>
                      </a:cubicBezTo>
                      <a:cubicBezTo>
                        <a:pt x="259130" y="903333"/>
                        <a:pt x="249389" y="912311"/>
                        <a:pt x="236650" y="918296"/>
                      </a:cubicBezTo>
                      <a:cubicBezTo>
                        <a:pt x="225410" y="923533"/>
                        <a:pt x="213421" y="918296"/>
                        <a:pt x="209674" y="904829"/>
                      </a:cubicBezTo>
                      <a:cubicBezTo>
                        <a:pt x="199184" y="869665"/>
                        <a:pt x="187944" y="833753"/>
                        <a:pt x="198434" y="795596"/>
                      </a:cubicBezTo>
                      <a:cubicBezTo>
                        <a:pt x="201432" y="786618"/>
                        <a:pt x="200682" y="776143"/>
                        <a:pt x="202181" y="764173"/>
                      </a:cubicBezTo>
                      <a:cubicBezTo>
                        <a:pt x="196186" y="766417"/>
                        <a:pt x="192440" y="766417"/>
                        <a:pt x="190192" y="767913"/>
                      </a:cubicBezTo>
                      <a:cubicBezTo>
                        <a:pt x="176704" y="781381"/>
                        <a:pt x="163216" y="794848"/>
                        <a:pt x="150477" y="809811"/>
                      </a:cubicBezTo>
                      <a:cubicBezTo>
                        <a:pt x="122003" y="844975"/>
                        <a:pt x="90531" y="874902"/>
                        <a:pt x="40326" y="871909"/>
                      </a:cubicBezTo>
                      <a:cubicBezTo>
                        <a:pt x="33582" y="871161"/>
                        <a:pt x="27587" y="869665"/>
                        <a:pt x="20843" y="868168"/>
                      </a:cubicBezTo>
                      <a:cubicBezTo>
                        <a:pt x="-888" y="861435"/>
                        <a:pt x="-6882" y="838242"/>
                        <a:pt x="8854" y="821782"/>
                      </a:cubicBezTo>
                      <a:cubicBezTo>
                        <a:pt x="15598" y="814300"/>
                        <a:pt x="23840" y="807567"/>
                        <a:pt x="31334" y="800833"/>
                      </a:cubicBezTo>
                      <a:cubicBezTo>
                        <a:pt x="32832" y="801581"/>
                        <a:pt x="33582" y="802329"/>
                        <a:pt x="34331" y="803078"/>
                      </a:cubicBezTo>
                      <a:cubicBezTo>
                        <a:pt x="30584" y="807567"/>
                        <a:pt x="26838" y="810559"/>
                        <a:pt x="23840" y="815048"/>
                      </a:cubicBezTo>
                      <a:cubicBezTo>
                        <a:pt x="22342" y="818789"/>
                        <a:pt x="20843" y="824775"/>
                        <a:pt x="22342" y="827019"/>
                      </a:cubicBezTo>
                      <a:cubicBezTo>
                        <a:pt x="24590" y="830012"/>
                        <a:pt x="30584" y="833004"/>
                        <a:pt x="34331" y="833004"/>
                      </a:cubicBezTo>
                      <a:cubicBezTo>
                        <a:pt x="41075" y="831508"/>
                        <a:pt x="49318" y="829264"/>
                        <a:pt x="54563" y="825523"/>
                      </a:cubicBezTo>
                      <a:cubicBezTo>
                        <a:pt x="84536" y="803826"/>
                        <a:pt x="113760" y="782129"/>
                        <a:pt x="142984" y="759684"/>
                      </a:cubicBezTo>
                      <a:cubicBezTo>
                        <a:pt x="160968" y="746216"/>
                        <a:pt x="177453" y="730505"/>
                        <a:pt x="196186" y="716290"/>
                      </a:cubicBezTo>
                      <a:cubicBezTo>
                        <a:pt x="205178" y="708808"/>
                        <a:pt x="202930" y="699830"/>
                        <a:pt x="202930" y="690852"/>
                      </a:cubicBezTo>
                      <a:cubicBezTo>
                        <a:pt x="202181" y="679629"/>
                        <a:pt x="201432" y="667658"/>
                        <a:pt x="199933" y="656436"/>
                      </a:cubicBezTo>
                      <a:cubicBezTo>
                        <a:pt x="199184" y="645962"/>
                        <a:pt x="198434" y="636235"/>
                        <a:pt x="197685" y="625013"/>
                      </a:cubicBezTo>
                      <a:cubicBezTo>
                        <a:pt x="183448" y="630250"/>
                        <a:pt x="178202" y="646710"/>
                        <a:pt x="181200" y="680377"/>
                      </a:cubicBezTo>
                      <a:cubicBezTo>
                        <a:pt x="176704" y="674392"/>
                        <a:pt x="172957" y="671399"/>
                        <a:pt x="171458" y="667658"/>
                      </a:cubicBezTo>
                      <a:cubicBezTo>
                        <a:pt x="163965" y="644465"/>
                        <a:pt x="167712" y="624265"/>
                        <a:pt x="188693" y="608553"/>
                      </a:cubicBezTo>
                      <a:cubicBezTo>
                        <a:pt x="205178" y="596582"/>
                        <a:pt x="211922" y="560670"/>
                        <a:pt x="202930" y="540469"/>
                      </a:cubicBezTo>
                      <a:cubicBezTo>
                        <a:pt x="187944" y="542714"/>
                        <a:pt x="183448" y="556929"/>
                        <a:pt x="178952" y="567403"/>
                      </a:cubicBezTo>
                      <a:cubicBezTo>
                        <a:pt x="165464" y="596582"/>
                        <a:pt x="153474" y="626509"/>
                        <a:pt x="141485" y="656436"/>
                      </a:cubicBezTo>
                      <a:cubicBezTo>
                        <a:pt x="136240" y="669155"/>
                        <a:pt x="127248" y="676637"/>
                        <a:pt x="113760" y="678133"/>
                      </a:cubicBezTo>
                      <a:cubicBezTo>
                        <a:pt x="104768" y="678881"/>
                        <a:pt x="88283" y="662421"/>
                        <a:pt x="86784" y="649702"/>
                      </a:cubicBezTo>
                      <a:cubicBezTo>
                        <a:pt x="80040" y="601071"/>
                        <a:pt x="76293" y="553188"/>
                        <a:pt x="110013" y="511291"/>
                      </a:cubicBezTo>
                      <a:cubicBezTo>
                        <a:pt x="127997" y="488845"/>
                        <a:pt x="127248" y="488097"/>
                        <a:pt x="148229" y="475378"/>
                      </a:cubicBezTo>
                      <a:cubicBezTo>
                        <a:pt x="142984" y="485853"/>
                        <a:pt x="136989" y="496327"/>
                        <a:pt x="133243" y="506802"/>
                      </a:cubicBezTo>
                      <a:cubicBezTo>
                        <a:pt x="129496" y="516528"/>
                        <a:pt x="127248" y="527002"/>
                        <a:pt x="125749" y="536728"/>
                      </a:cubicBezTo>
                      <a:cubicBezTo>
                        <a:pt x="124251" y="547951"/>
                        <a:pt x="130245" y="553188"/>
                        <a:pt x="139237" y="546455"/>
                      </a:cubicBezTo>
                      <a:cubicBezTo>
                        <a:pt x="159469" y="532239"/>
                        <a:pt x="178952" y="516528"/>
                        <a:pt x="197685" y="500816"/>
                      </a:cubicBezTo>
                      <a:cubicBezTo>
                        <a:pt x="202181" y="497075"/>
                        <a:pt x="203680" y="490342"/>
                        <a:pt x="204429" y="484356"/>
                      </a:cubicBezTo>
                      <a:cubicBezTo>
                        <a:pt x="205178" y="475378"/>
                        <a:pt x="203680" y="465652"/>
                        <a:pt x="204429" y="455926"/>
                      </a:cubicBezTo>
                      <a:cubicBezTo>
                        <a:pt x="205928" y="442459"/>
                        <a:pt x="204429" y="434229"/>
                        <a:pt x="186445" y="434229"/>
                      </a:cubicBezTo>
                      <a:cubicBezTo>
                        <a:pt x="176704" y="434229"/>
                        <a:pt x="160968" y="426747"/>
                        <a:pt x="157970" y="419265"/>
                      </a:cubicBezTo>
                      <a:cubicBezTo>
                        <a:pt x="153474" y="405798"/>
                        <a:pt x="156472" y="390087"/>
                        <a:pt x="157221" y="375872"/>
                      </a:cubicBezTo>
                      <a:cubicBezTo>
                        <a:pt x="157221" y="373627"/>
                        <a:pt x="163216" y="372131"/>
                        <a:pt x="166962" y="370634"/>
                      </a:cubicBezTo>
                      <a:cubicBezTo>
                        <a:pt x="189442" y="364649"/>
                        <a:pt x="196936" y="354175"/>
                        <a:pt x="199184" y="330981"/>
                      </a:cubicBezTo>
                      <a:cubicBezTo>
                        <a:pt x="199184" y="323500"/>
                        <a:pt x="203680" y="316018"/>
                        <a:pt x="206677" y="309284"/>
                      </a:cubicBezTo>
                      <a:cubicBezTo>
                        <a:pt x="211173" y="300306"/>
                        <a:pt x="217168" y="292824"/>
                        <a:pt x="220914" y="284595"/>
                      </a:cubicBezTo>
                      <a:cubicBezTo>
                        <a:pt x="224661" y="277113"/>
                        <a:pt x="224661" y="270379"/>
                        <a:pt x="214920" y="264394"/>
                      </a:cubicBezTo>
                      <a:cubicBezTo>
                        <a:pt x="196186" y="253920"/>
                        <a:pt x="193938" y="232971"/>
                        <a:pt x="189442" y="214266"/>
                      </a:cubicBezTo>
                      <a:cubicBezTo>
                        <a:pt x="188693" y="209029"/>
                        <a:pt x="196936" y="200799"/>
                        <a:pt x="201432" y="194814"/>
                      </a:cubicBezTo>
                      <a:cubicBezTo>
                        <a:pt x="207426" y="188080"/>
                        <a:pt x="211922" y="182095"/>
                        <a:pt x="205178" y="169376"/>
                      </a:cubicBezTo>
                      <a:cubicBezTo>
                        <a:pt x="192440" y="183591"/>
                        <a:pt x="178952" y="195562"/>
                        <a:pt x="169960" y="210526"/>
                      </a:cubicBezTo>
                      <a:cubicBezTo>
                        <a:pt x="156472" y="231474"/>
                        <a:pt x="145232" y="253171"/>
                        <a:pt x="123501" y="267387"/>
                      </a:cubicBezTo>
                      <a:cubicBezTo>
                        <a:pt x="116757" y="272624"/>
                        <a:pt x="113011" y="282350"/>
                        <a:pt x="106267" y="288335"/>
                      </a:cubicBezTo>
                      <a:cubicBezTo>
                        <a:pt x="95027" y="299558"/>
                        <a:pt x="83037" y="310032"/>
                        <a:pt x="71797" y="320507"/>
                      </a:cubicBezTo>
                      <a:cubicBezTo>
                        <a:pt x="70299" y="319759"/>
                        <a:pt x="69549" y="318262"/>
                        <a:pt x="68051" y="317514"/>
                      </a:cubicBezTo>
                      <a:cubicBezTo>
                        <a:pt x="68800" y="315270"/>
                        <a:pt x="68800" y="313025"/>
                        <a:pt x="69549" y="312277"/>
                      </a:cubicBezTo>
                      <a:cubicBezTo>
                        <a:pt x="109264" y="273372"/>
                        <a:pt x="126499" y="221000"/>
                        <a:pt x="151976" y="173865"/>
                      </a:cubicBezTo>
                      <a:cubicBezTo>
                        <a:pt x="157970" y="162643"/>
                        <a:pt x="163965" y="151420"/>
                        <a:pt x="167712" y="139449"/>
                      </a:cubicBezTo>
                      <a:cubicBezTo>
                        <a:pt x="170709" y="129723"/>
                        <a:pt x="171458" y="117752"/>
                        <a:pt x="171458" y="107278"/>
                      </a:cubicBezTo>
                      <a:cubicBezTo>
                        <a:pt x="171458" y="96804"/>
                        <a:pt x="170709" y="89322"/>
                        <a:pt x="182698" y="84085"/>
                      </a:cubicBezTo>
                      <a:cubicBezTo>
                        <a:pt x="205178" y="74358"/>
                        <a:pt x="226160" y="60143"/>
                        <a:pt x="253135" y="68373"/>
                      </a:cubicBezTo>
                      <a:close/>
                      <a:moveTo>
                        <a:pt x="531131" y="517"/>
                      </a:moveTo>
                      <a:cubicBezTo>
                        <a:pt x="561775" y="-3976"/>
                        <a:pt x="583450" y="21483"/>
                        <a:pt x="575229" y="52931"/>
                      </a:cubicBezTo>
                      <a:cubicBezTo>
                        <a:pt x="572239" y="63414"/>
                        <a:pt x="564017" y="72400"/>
                        <a:pt x="557290" y="82134"/>
                      </a:cubicBezTo>
                      <a:cubicBezTo>
                        <a:pt x="552806" y="88124"/>
                        <a:pt x="547574" y="92617"/>
                        <a:pt x="545332" y="95612"/>
                      </a:cubicBezTo>
                      <a:cubicBezTo>
                        <a:pt x="555796" y="106843"/>
                        <a:pt x="565512" y="115829"/>
                        <a:pt x="573734" y="125563"/>
                      </a:cubicBezTo>
                      <a:cubicBezTo>
                        <a:pt x="579713" y="133051"/>
                        <a:pt x="578218" y="140538"/>
                        <a:pt x="569997" y="145780"/>
                      </a:cubicBezTo>
                      <a:cubicBezTo>
                        <a:pt x="559533" y="153268"/>
                        <a:pt x="558038" y="162253"/>
                        <a:pt x="558785" y="174234"/>
                      </a:cubicBezTo>
                      <a:cubicBezTo>
                        <a:pt x="561775" y="203436"/>
                        <a:pt x="545332" y="228894"/>
                        <a:pt x="519172" y="242372"/>
                      </a:cubicBezTo>
                      <a:cubicBezTo>
                        <a:pt x="509455" y="246865"/>
                        <a:pt x="502728" y="243870"/>
                        <a:pt x="495254" y="237131"/>
                      </a:cubicBezTo>
                      <a:cubicBezTo>
                        <a:pt x="485538" y="227397"/>
                        <a:pt x="474326" y="219909"/>
                        <a:pt x="463862" y="211673"/>
                      </a:cubicBezTo>
                      <a:cubicBezTo>
                        <a:pt x="474326" y="192953"/>
                        <a:pt x="487032" y="169741"/>
                        <a:pt x="499739" y="147278"/>
                      </a:cubicBezTo>
                      <a:cubicBezTo>
                        <a:pt x="498244" y="145780"/>
                        <a:pt x="496749" y="144282"/>
                        <a:pt x="494507" y="142785"/>
                      </a:cubicBezTo>
                      <a:cubicBezTo>
                        <a:pt x="487780" y="147278"/>
                        <a:pt x="480306" y="151021"/>
                        <a:pt x="475074" y="157760"/>
                      </a:cubicBezTo>
                      <a:cubicBezTo>
                        <a:pt x="466105" y="168243"/>
                        <a:pt x="458630" y="179475"/>
                        <a:pt x="451156" y="191455"/>
                      </a:cubicBezTo>
                      <a:cubicBezTo>
                        <a:pt x="440692" y="210175"/>
                        <a:pt x="424249" y="219909"/>
                        <a:pt x="404816" y="225899"/>
                      </a:cubicBezTo>
                      <a:cubicBezTo>
                        <a:pt x="395847" y="228146"/>
                        <a:pt x="387625" y="234136"/>
                        <a:pt x="379403" y="237880"/>
                      </a:cubicBezTo>
                      <a:cubicBezTo>
                        <a:pt x="368939" y="243121"/>
                        <a:pt x="358475" y="248363"/>
                        <a:pt x="348012" y="253604"/>
                      </a:cubicBezTo>
                      <a:cubicBezTo>
                        <a:pt x="347264" y="252855"/>
                        <a:pt x="346517" y="252107"/>
                        <a:pt x="345769" y="250609"/>
                      </a:cubicBezTo>
                      <a:cubicBezTo>
                        <a:pt x="348759" y="247614"/>
                        <a:pt x="351749" y="244619"/>
                        <a:pt x="354738" y="241624"/>
                      </a:cubicBezTo>
                      <a:cubicBezTo>
                        <a:pt x="387625" y="214668"/>
                        <a:pt x="412290" y="181721"/>
                        <a:pt x="432470" y="144282"/>
                      </a:cubicBezTo>
                      <a:cubicBezTo>
                        <a:pt x="444429" y="121819"/>
                        <a:pt x="460125" y="100853"/>
                        <a:pt x="472831" y="78390"/>
                      </a:cubicBezTo>
                      <a:cubicBezTo>
                        <a:pt x="478811" y="67158"/>
                        <a:pt x="482548" y="53680"/>
                        <a:pt x="485538" y="40951"/>
                      </a:cubicBezTo>
                      <a:cubicBezTo>
                        <a:pt x="491517" y="13995"/>
                        <a:pt x="509455" y="4261"/>
                        <a:pt x="531131" y="51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31" name="î$liḑé"/>
                <p:cNvSpPr/>
                <p:nvPr/>
              </p:nvSpPr>
              <p:spPr bwMode="auto">
                <a:xfrm>
                  <a:off x="4589240" y="2552697"/>
                  <a:ext cx="769365" cy="1390078"/>
                </a:xfrm>
                <a:custGeom>
                  <a:avLst/>
                  <a:gdLst>
                    <a:gd name="connsiteX0" fmla="*/ 567033 w 769365"/>
                    <a:gd name="connsiteY0" fmla="*/ 520832 h 1390078"/>
                    <a:gd name="connsiteX1" fmla="*/ 522158 w 769365"/>
                    <a:gd name="connsiteY1" fmla="*/ 570204 h 1390078"/>
                    <a:gd name="connsiteX2" fmla="*/ 504207 w 769365"/>
                    <a:gd name="connsiteY2" fmla="*/ 591897 h 1390078"/>
                    <a:gd name="connsiteX3" fmla="*/ 484761 w 769365"/>
                    <a:gd name="connsiteY3" fmla="*/ 844742 h 1390078"/>
                    <a:gd name="connsiteX4" fmla="*/ 492988 w 769365"/>
                    <a:gd name="connsiteY4" fmla="*/ 835017 h 1390078"/>
                    <a:gd name="connsiteX5" fmla="*/ 557310 w 769365"/>
                    <a:gd name="connsiteY5" fmla="*/ 766944 h 1390078"/>
                    <a:gd name="connsiteX6" fmla="*/ 587227 w 769365"/>
                    <a:gd name="connsiteY6" fmla="*/ 723556 h 1390078"/>
                    <a:gd name="connsiteX7" fmla="*/ 581992 w 769365"/>
                    <a:gd name="connsiteY7" fmla="*/ 689145 h 1390078"/>
                    <a:gd name="connsiteX8" fmla="*/ 555066 w 769365"/>
                    <a:gd name="connsiteY8" fmla="*/ 692886 h 1390078"/>
                    <a:gd name="connsiteX9" fmla="*/ 531881 w 769365"/>
                    <a:gd name="connsiteY9" fmla="*/ 685405 h 1390078"/>
                    <a:gd name="connsiteX10" fmla="*/ 534124 w 769365"/>
                    <a:gd name="connsiteY10" fmla="*/ 642765 h 1390078"/>
                    <a:gd name="connsiteX11" fmla="*/ 553571 w 769365"/>
                    <a:gd name="connsiteY11" fmla="*/ 587409 h 1390078"/>
                    <a:gd name="connsiteX12" fmla="*/ 561050 w 769365"/>
                    <a:gd name="connsiteY12" fmla="*/ 555242 h 1390078"/>
                    <a:gd name="connsiteX13" fmla="*/ 567033 w 769365"/>
                    <a:gd name="connsiteY13" fmla="*/ 520832 h 1390078"/>
                    <a:gd name="connsiteX14" fmla="*/ 507573 w 769365"/>
                    <a:gd name="connsiteY14" fmla="*/ 322595 h 1390078"/>
                    <a:gd name="connsiteX15" fmla="*/ 534124 w 769365"/>
                    <a:gd name="connsiteY15" fmla="*/ 333068 h 1390078"/>
                    <a:gd name="connsiteX16" fmla="*/ 544595 w 769365"/>
                    <a:gd name="connsiteY16" fmla="*/ 426576 h 1390078"/>
                    <a:gd name="connsiteX17" fmla="*/ 457836 w 769365"/>
                    <a:gd name="connsiteY17" fmla="*/ 511855 h 1390078"/>
                    <a:gd name="connsiteX18" fmla="*/ 364345 w 769365"/>
                    <a:gd name="connsiteY18" fmla="*/ 609103 h 1390078"/>
                    <a:gd name="connsiteX19" fmla="*/ 353874 w 769365"/>
                    <a:gd name="connsiteY19" fmla="*/ 623316 h 1390078"/>
                    <a:gd name="connsiteX20" fmla="*/ 347143 w 769365"/>
                    <a:gd name="connsiteY20" fmla="*/ 637529 h 1390078"/>
                    <a:gd name="connsiteX21" fmla="*/ 378556 w 769365"/>
                    <a:gd name="connsiteY21" fmla="*/ 642765 h 1390078"/>
                    <a:gd name="connsiteX22" fmla="*/ 412960 w 769365"/>
                    <a:gd name="connsiteY22" fmla="*/ 673436 h 1390078"/>
                    <a:gd name="connsiteX23" fmla="*/ 409221 w 769365"/>
                    <a:gd name="connsiteY23" fmla="*/ 705603 h 1390078"/>
                    <a:gd name="connsiteX24" fmla="*/ 371076 w 769365"/>
                    <a:gd name="connsiteY24" fmla="*/ 819308 h 1390078"/>
                    <a:gd name="connsiteX25" fmla="*/ 371824 w 769365"/>
                    <a:gd name="connsiteY25" fmla="*/ 835765 h 1390078"/>
                    <a:gd name="connsiteX26" fmla="*/ 386035 w 769365"/>
                    <a:gd name="connsiteY26" fmla="*/ 827536 h 1390078"/>
                    <a:gd name="connsiteX27" fmla="*/ 432406 w 769365"/>
                    <a:gd name="connsiteY27" fmla="*/ 720564 h 1390078"/>
                    <a:gd name="connsiteX28" fmla="*/ 429415 w 769365"/>
                    <a:gd name="connsiteY28" fmla="*/ 593393 h 1390078"/>
                    <a:gd name="connsiteX29" fmla="*/ 427171 w 769365"/>
                    <a:gd name="connsiteY29" fmla="*/ 583669 h 1390078"/>
                    <a:gd name="connsiteX30" fmla="*/ 414456 w 769365"/>
                    <a:gd name="connsiteY30" fmla="*/ 593393 h 1390078"/>
                    <a:gd name="connsiteX31" fmla="*/ 440634 w 769365"/>
                    <a:gd name="connsiteY31" fmla="*/ 545518 h 1390078"/>
                    <a:gd name="connsiteX32" fmla="*/ 508695 w 769365"/>
                    <a:gd name="connsiteY32" fmla="*/ 582921 h 1390078"/>
                    <a:gd name="connsiteX33" fmla="*/ 522158 w 769365"/>
                    <a:gd name="connsiteY33" fmla="*/ 555242 h 1390078"/>
                    <a:gd name="connsiteX34" fmla="*/ 553571 w 769365"/>
                    <a:gd name="connsiteY34" fmla="*/ 502878 h 1390078"/>
                    <a:gd name="connsiteX35" fmla="*/ 564789 w 769365"/>
                    <a:gd name="connsiteY35" fmla="*/ 482680 h 1390078"/>
                    <a:gd name="connsiteX36" fmla="*/ 621632 w 769365"/>
                    <a:gd name="connsiteY36" fmla="*/ 469215 h 1390078"/>
                    <a:gd name="connsiteX37" fmla="*/ 654541 w 769365"/>
                    <a:gd name="connsiteY37" fmla="*/ 487169 h 1390078"/>
                    <a:gd name="connsiteX38" fmla="*/ 654541 w 769365"/>
                    <a:gd name="connsiteY38" fmla="*/ 503626 h 1390078"/>
                    <a:gd name="connsiteX39" fmla="*/ 621632 w 769365"/>
                    <a:gd name="connsiteY39" fmla="*/ 559731 h 1390078"/>
                    <a:gd name="connsiteX40" fmla="*/ 589471 w 769365"/>
                    <a:gd name="connsiteY40" fmla="*/ 624812 h 1390078"/>
                    <a:gd name="connsiteX41" fmla="*/ 584983 w 769365"/>
                    <a:gd name="connsiteY41" fmla="*/ 632293 h 1390078"/>
                    <a:gd name="connsiteX42" fmla="*/ 595454 w 769365"/>
                    <a:gd name="connsiteY42" fmla="*/ 662215 h 1390078"/>
                    <a:gd name="connsiteX43" fmla="*/ 644070 w 769365"/>
                    <a:gd name="connsiteY43" fmla="*/ 700366 h 1390078"/>
                    <a:gd name="connsiteX44" fmla="*/ 627615 w 769365"/>
                    <a:gd name="connsiteY44" fmla="*/ 788637 h 1390078"/>
                    <a:gd name="connsiteX45" fmla="*/ 557310 w 769365"/>
                    <a:gd name="connsiteY45" fmla="*/ 813323 h 1390078"/>
                    <a:gd name="connsiteX46" fmla="*/ 478778 w 769365"/>
                    <a:gd name="connsiteY46" fmla="*/ 867932 h 1390078"/>
                    <a:gd name="connsiteX47" fmla="*/ 480274 w 769365"/>
                    <a:gd name="connsiteY47" fmla="*/ 887381 h 1390078"/>
                    <a:gd name="connsiteX48" fmla="*/ 495980 w 769365"/>
                    <a:gd name="connsiteY48" fmla="*/ 886633 h 1390078"/>
                    <a:gd name="connsiteX49" fmla="*/ 626119 w 769365"/>
                    <a:gd name="connsiteY49" fmla="*/ 835017 h 1390078"/>
                    <a:gd name="connsiteX50" fmla="*/ 662768 w 769365"/>
                    <a:gd name="connsiteY50" fmla="*/ 811827 h 1390078"/>
                    <a:gd name="connsiteX51" fmla="*/ 706896 w 769365"/>
                    <a:gd name="connsiteY51" fmla="*/ 803599 h 1390078"/>
                    <a:gd name="connsiteX52" fmla="*/ 757007 w 769365"/>
                    <a:gd name="connsiteY52" fmla="*/ 812575 h 1390078"/>
                    <a:gd name="connsiteX53" fmla="*/ 762242 w 769365"/>
                    <a:gd name="connsiteY53" fmla="*/ 814071 h 1390078"/>
                    <a:gd name="connsiteX54" fmla="*/ 767478 w 769365"/>
                    <a:gd name="connsiteY54" fmla="*/ 838757 h 1390078"/>
                    <a:gd name="connsiteX55" fmla="*/ 757755 w 769365"/>
                    <a:gd name="connsiteY55" fmla="*/ 847734 h 1390078"/>
                    <a:gd name="connsiteX56" fmla="*/ 675483 w 769365"/>
                    <a:gd name="connsiteY56" fmla="*/ 867184 h 1390078"/>
                    <a:gd name="connsiteX57" fmla="*/ 607421 w 769365"/>
                    <a:gd name="connsiteY57" fmla="*/ 892618 h 1390078"/>
                    <a:gd name="connsiteX58" fmla="*/ 507947 w 769365"/>
                    <a:gd name="connsiteY58" fmla="*/ 929273 h 1390078"/>
                    <a:gd name="connsiteX59" fmla="*/ 483265 w 769365"/>
                    <a:gd name="connsiteY59" fmla="*/ 965180 h 1390078"/>
                    <a:gd name="connsiteX60" fmla="*/ 480274 w 769365"/>
                    <a:gd name="connsiteY60" fmla="*/ 1025773 h 1390078"/>
                    <a:gd name="connsiteX61" fmla="*/ 469803 w 769365"/>
                    <a:gd name="connsiteY61" fmla="*/ 1117036 h 1390078"/>
                    <a:gd name="connsiteX62" fmla="*/ 472794 w 769365"/>
                    <a:gd name="connsiteY62" fmla="*/ 1149203 h 1390078"/>
                    <a:gd name="connsiteX63" fmla="*/ 465315 w 769365"/>
                    <a:gd name="connsiteY63" fmla="*/ 1280861 h 1390078"/>
                    <a:gd name="connsiteX64" fmla="*/ 465315 w 769365"/>
                    <a:gd name="connsiteY64" fmla="*/ 1291334 h 1390078"/>
                    <a:gd name="connsiteX65" fmla="*/ 454844 w 769365"/>
                    <a:gd name="connsiteY65" fmla="*/ 1326493 h 1390078"/>
                    <a:gd name="connsiteX66" fmla="*/ 439138 w 769365"/>
                    <a:gd name="connsiteY66" fmla="*/ 1360904 h 1390078"/>
                    <a:gd name="connsiteX67" fmla="*/ 421935 w 769365"/>
                    <a:gd name="connsiteY67" fmla="*/ 1390078 h 1390078"/>
                    <a:gd name="connsiteX68" fmla="*/ 420439 w 769365"/>
                    <a:gd name="connsiteY68" fmla="*/ 1387086 h 1390078"/>
                    <a:gd name="connsiteX69" fmla="*/ 423431 w 769365"/>
                    <a:gd name="connsiteY69" fmla="*/ 1317516 h 1390078"/>
                    <a:gd name="connsiteX70" fmla="*/ 423431 w 769365"/>
                    <a:gd name="connsiteY70" fmla="*/ 1244954 h 1390078"/>
                    <a:gd name="connsiteX71" fmla="*/ 421935 w 769365"/>
                    <a:gd name="connsiteY71" fmla="*/ 1171644 h 1390078"/>
                    <a:gd name="connsiteX72" fmla="*/ 424927 w 769365"/>
                    <a:gd name="connsiteY72" fmla="*/ 1063176 h 1390078"/>
                    <a:gd name="connsiteX73" fmla="*/ 422683 w 769365"/>
                    <a:gd name="connsiteY73" fmla="*/ 1036993 h 1390078"/>
                    <a:gd name="connsiteX74" fmla="*/ 422683 w 769365"/>
                    <a:gd name="connsiteY74" fmla="*/ 975652 h 1390078"/>
                    <a:gd name="connsiteX75" fmla="*/ 409969 w 769365"/>
                    <a:gd name="connsiteY75" fmla="*/ 980141 h 1390078"/>
                    <a:gd name="connsiteX76" fmla="*/ 306007 w 769365"/>
                    <a:gd name="connsiteY76" fmla="*/ 1051207 h 1390078"/>
                    <a:gd name="connsiteX77" fmla="*/ 230466 w 769365"/>
                    <a:gd name="connsiteY77" fmla="*/ 1100579 h 1390078"/>
                    <a:gd name="connsiteX78" fmla="*/ 118276 w 769365"/>
                    <a:gd name="connsiteY78" fmla="*/ 1176881 h 1390078"/>
                    <a:gd name="connsiteX79" fmla="*/ 63678 w 769365"/>
                    <a:gd name="connsiteY79" fmla="*/ 1203063 h 1390078"/>
                    <a:gd name="connsiteX80" fmla="*/ 17306 w 769365"/>
                    <a:gd name="connsiteY80" fmla="*/ 1184361 h 1390078"/>
                    <a:gd name="connsiteX81" fmla="*/ 14314 w 769365"/>
                    <a:gd name="connsiteY81" fmla="*/ 1180621 h 1390078"/>
                    <a:gd name="connsiteX82" fmla="*/ 18802 w 769365"/>
                    <a:gd name="connsiteY82" fmla="*/ 1118532 h 1390078"/>
                    <a:gd name="connsiteX83" fmla="*/ 67417 w 769365"/>
                    <a:gd name="connsiteY83" fmla="*/ 1113296 h 1390078"/>
                    <a:gd name="connsiteX84" fmla="*/ 186338 w 769365"/>
                    <a:gd name="connsiteY84" fmla="*/ 1047466 h 1390078"/>
                    <a:gd name="connsiteX85" fmla="*/ 253652 w 769365"/>
                    <a:gd name="connsiteY85" fmla="*/ 1013804 h 1390078"/>
                    <a:gd name="connsiteX86" fmla="*/ 409221 w 769365"/>
                    <a:gd name="connsiteY86" fmla="*/ 925532 h 1390078"/>
                    <a:gd name="connsiteX87" fmla="*/ 428667 w 769365"/>
                    <a:gd name="connsiteY87" fmla="*/ 887381 h 1390078"/>
                    <a:gd name="connsiteX88" fmla="*/ 431658 w 769365"/>
                    <a:gd name="connsiteY88" fmla="*/ 820804 h 1390078"/>
                    <a:gd name="connsiteX89" fmla="*/ 429415 w 769365"/>
                    <a:gd name="connsiteY89" fmla="*/ 806591 h 1390078"/>
                    <a:gd name="connsiteX90" fmla="*/ 401741 w 769365"/>
                    <a:gd name="connsiteY90" fmla="*/ 857459 h 1390078"/>
                    <a:gd name="connsiteX91" fmla="*/ 368085 w 769365"/>
                    <a:gd name="connsiteY91" fmla="*/ 927029 h 1390078"/>
                    <a:gd name="connsiteX92" fmla="*/ 326949 w 769365"/>
                    <a:gd name="connsiteY92" fmla="*/ 964432 h 1390078"/>
                    <a:gd name="connsiteX93" fmla="*/ 301519 w 769365"/>
                    <a:gd name="connsiteY93" fmla="*/ 960691 h 1390078"/>
                    <a:gd name="connsiteX94" fmla="*/ 276090 w 769365"/>
                    <a:gd name="connsiteY94" fmla="*/ 911319 h 1390078"/>
                    <a:gd name="connsiteX95" fmla="*/ 282821 w 769365"/>
                    <a:gd name="connsiteY95" fmla="*/ 868680 h 1390078"/>
                    <a:gd name="connsiteX96" fmla="*/ 329192 w 769365"/>
                    <a:gd name="connsiteY96" fmla="*/ 723556 h 1390078"/>
                    <a:gd name="connsiteX97" fmla="*/ 322461 w 769365"/>
                    <a:gd name="connsiteY97" fmla="*/ 686153 h 1390078"/>
                    <a:gd name="connsiteX98" fmla="*/ 319469 w 769365"/>
                    <a:gd name="connsiteY98" fmla="*/ 669696 h 1390078"/>
                    <a:gd name="connsiteX99" fmla="*/ 366589 w 769365"/>
                    <a:gd name="connsiteY99" fmla="*/ 567211 h 1390078"/>
                    <a:gd name="connsiteX100" fmla="*/ 436894 w 769365"/>
                    <a:gd name="connsiteY100" fmla="*/ 476696 h 1390078"/>
                    <a:gd name="connsiteX101" fmla="*/ 438390 w 769365"/>
                    <a:gd name="connsiteY101" fmla="*/ 466971 h 1390078"/>
                    <a:gd name="connsiteX102" fmla="*/ 425675 w 769365"/>
                    <a:gd name="connsiteY102" fmla="*/ 476696 h 1390078"/>
                    <a:gd name="connsiteX103" fmla="*/ 341159 w 769365"/>
                    <a:gd name="connsiteY103" fmla="*/ 556738 h 1390078"/>
                    <a:gd name="connsiteX104" fmla="*/ 267114 w 769365"/>
                    <a:gd name="connsiteY104" fmla="*/ 636033 h 1390078"/>
                    <a:gd name="connsiteX105" fmla="*/ 237197 w 769365"/>
                    <a:gd name="connsiteY105" fmla="*/ 650994 h 1390078"/>
                    <a:gd name="connsiteX106" fmla="*/ 214759 w 769365"/>
                    <a:gd name="connsiteY106" fmla="*/ 652490 h 1390078"/>
                    <a:gd name="connsiteX107" fmla="*/ 173623 w 769365"/>
                    <a:gd name="connsiteY107" fmla="*/ 620324 h 1390078"/>
                    <a:gd name="connsiteX108" fmla="*/ 198305 w 769365"/>
                    <a:gd name="connsiteY108" fmla="*/ 551502 h 1390078"/>
                    <a:gd name="connsiteX109" fmla="*/ 216255 w 769365"/>
                    <a:gd name="connsiteY109" fmla="*/ 534297 h 1390078"/>
                    <a:gd name="connsiteX110" fmla="*/ 217003 w 769365"/>
                    <a:gd name="connsiteY110" fmla="*/ 538037 h 1390078"/>
                    <a:gd name="connsiteX111" fmla="*/ 230466 w 769365"/>
                    <a:gd name="connsiteY111" fmla="*/ 539533 h 1390078"/>
                    <a:gd name="connsiteX112" fmla="*/ 275342 w 769365"/>
                    <a:gd name="connsiteY112" fmla="*/ 511855 h 1390078"/>
                    <a:gd name="connsiteX113" fmla="*/ 371824 w 769365"/>
                    <a:gd name="connsiteY113" fmla="*/ 425080 h 1390078"/>
                    <a:gd name="connsiteX114" fmla="*/ 398002 w 769365"/>
                    <a:gd name="connsiteY114" fmla="*/ 407126 h 1390078"/>
                    <a:gd name="connsiteX115" fmla="*/ 450357 w 769365"/>
                    <a:gd name="connsiteY115" fmla="*/ 360747 h 1390078"/>
                    <a:gd name="connsiteX116" fmla="*/ 481022 w 769365"/>
                    <a:gd name="connsiteY116" fmla="*/ 332320 h 1390078"/>
                    <a:gd name="connsiteX117" fmla="*/ 507573 w 769365"/>
                    <a:gd name="connsiteY117" fmla="*/ 322595 h 1390078"/>
                    <a:gd name="connsiteX118" fmla="*/ 333338 w 769365"/>
                    <a:gd name="connsiteY118" fmla="*/ 182879 h 1390078"/>
                    <a:gd name="connsiteX119" fmla="*/ 349794 w 769365"/>
                    <a:gd name="connsiteY119" fmla="*/ 241878 h 1390078"/>
                    <a:gd name="connsiteX120" fmla="*/ 361013 w 769365"/>
                    <a:gd name="connsiteY120" fmla="*/ 297143 h 1390078"/>
                    <a:gd name="connsiteX121" fmla="*/ 356526 w 769365"/>
                    <a:gd name="connsiteY121" fmla="*/ 318054 h 1390078"/>
                    <a:gd name="connsiteX122" fmla="*/ 316883 w 769365"/>
                    <a:gd name="connsiteY122" fmla="*/ 346433 h 1390078"/>
                    <a:gd name="connsiteX123" fmla="*/ 277240 w 769365"/>
                    <a:gd name="connsiteY123" fmla="*/ 349420 h 1390078"/>
                    <a:gd name="connsiteX124" fmla="*/ 200947 w 769365"/>
                    <a:gd name="connsiteY124" fmla="*/ 294156 h 1390078"/>
                    <a:gd name="connsiteX125" fmla="*/ 191971 w 769365"/>
                    <a:gd name="connsiteY125" fmla="*/ 229929 h 1390078"/>
                    <a:gd name="connsiteX126" fmla="*/ 216654 w 769365"/>
                    <a:gd name="connsiteY126" fmla="*/ 201550 h 1390078"/>
                    <a:gd name="connsiteX127" fmla="*/ 274248 w 769365"/>
                    <a:gd name="connsiteY127" fmla="*/ 193335 h 1390078"/>
                    <a:gd name="connsiteX128" fmla="*/ 279484 w 769365"/>
                    <a:gd name="connsiteY128" fmla="*/ 193335 h 1390078"/>
                    <a:gd name="connsiteX129" fmla="*/ 333338 w 769365"/>
                    <a:gd name="connsiteY129" fmla="*/ 182879 h 1390078"/>
                    <a:gd name="connsiteX130" fmla="*/ 632915 w 769365"/>
                    <a:gd name="connsiteY130" fmla="*/ 144 h 1390078"/>
                    <a:gd name="connsiteX131" fmla="*/ 700352 w 769365"/>
                    <a:gd name="connsiteY131" fmla="*/ 67345 h 1390078"/>
                    <a:gd name="connsiteX132" fmla="*/ 691360 w 769365"/>
                    <a:gd name="connsiteY132" fmla="*/ 126332 h 1390078"/>
                    <a:gd name="connsiteX133" fmla="*/ 670380 w 769365"/>
                    <a:gd name="connsiteY133" fmla="*/ 143506 h 1390078"/>
                    <a:gd name="connsiteX134" fmla="*/ 628419 w 769365"/>
                    <a:gd name="connsiteY134" fmla="*/ 183080 h 1390078"/>
                    <a:gd name="connsiteX135" fmla="*/ 533258 w 769365"/>
                    <a:gd name="connsiteY135" fmla="*/ 280895 h 1390078"/>
                    <a:gd name="connsiteX136" fmla="*/ 466571 w 769365"/>
                    <a:gd name="connsiteY136" fmla="*/ 323456 h 1390078"/>
                    <a:gd name="connsiteX137" fmla="*/ 406627 w 769365"/>
                    <a:gd name="connsiteY137" fmla="*/ 363776 h 1390078"/>
                    <a:gd name="connsiteX138" fmla="*/ 294981 w 769365"/>
                    <a:gd name="connsiteY138" fmla="*/ 451884 h 1390078"/>
                    <a:gd name="connsiteX139" fmla="*/ 282243 w 769365"/>
                    <a:gd name="connsiteY139" fmla="*/ 463831 h 1390078"/>
                    <a:gd name="connsiteX140" fmla="*/ 261263 w 769365"/>
                    <a:gd name="connsiteY140" fmla="*/ 480258 h 1390078"/>
                    <a:gd name="connsiteX141" fmla="*/ 259764 w 769365"/>
                    <a:gd name="connsiteY141" fmla="*/ 477271 h 1390078"/>
                    <a:gd name="connsiteX142" fmla="*/ 342936 w 769365"/>
                    <a:gd name="connsiteY142" fmla="*/ 392150 h 1390078"/>
                    <a:gd name="connsiteX143" fmla="*/ 408875 w 769365"/>
                    <a:gd name="connsiteY143" fmla="*/ 313002 h 1390078"/>
                    <a:gd name="connsiteX144" fmla="*/ 480807 w 769365"/>
                    <a:gd name="connsiteY144" fmla="*/ 230121 h 1390078"/>
                    <a:gd name="connsiteX145" fmla="*/ 572971 w 769365"/>
                    <a:gd name="connsiteY145" fmla="*/ 95718 h 1390078"/>
                    <a:gd name="connsiteX146" fmla="*/ 572971 w 769365"/>
                    <a:gd name="connsiteY146" fmla="*/ 69585 h 1390078"/>
                    <a:gd name="connsiteX147" fmla="*/ 567726 w 769365"/>
                    <a:gd name="connsiteY147" fmla="*/ 25531 h 1390078"/>
                    <a:gd name="connsiteX148" fmla="*/ 578966 w 769365"/>
                    <a:gd name="connsiteY148" fmla="*/ 9850 h 1390078"/>
                    <a:gd name="connsiteX149" fmla="*/ 632915 w 769365"/>
                    <a:gd name="connsiteY149" fmla="*/ 144 h 13900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</a:cxnLst>
                  <a:rect l="l" t="t" r="r" b="b"/>
                  <a:pathLst>
                    <a:path w="769365" h="1390078">
                      <a:moveTo>
                        <a:pt x="567033" y="520832"/>
                      </a:moveTo>
                      <a:cubicBezTo>
                        <a:pt x="546091" y="535793"/>
                        <a:pt x="531881" y="550754"/>
                        <a:pt x="522158" y="570204"/>
                      </a:cubicBezTo>
                      <a:cubicBezTo>
                        <a:pt x="519166" y="577684"/>
                        <a:pt x="512435" y="582921"/>
                        <a:pt x="504207" y="591897"/>
                      </a:cubicBezTo>
                      <a:cubicBezTo>
                        <a:pt x="493736" y="672688"/>
                        <a:pt x="470551" y="755723"/>
                        <a:pt x="484761" y="844742"/>
                      </a:cubicBezTo>
                      <a:cubicBezTo>
                        <a:pt x="489249" y="843246"/>
                        <a:pt x="489997" y="838009"/>
                        <a:pt x="492988" y="835017"/>
                      </a:cubicBezTo>
                      <a:cubicBezTo>
                        <a:pt x="513930" y="811827"/>
                        <a:pt x="536368" y="790133"/>
                        <a:pt x="557310" y="766944"/>
                      </a:cubicBezTo>
                      <a:cubicBezTo>
                        <a:pt x="568529" y="753478"/>
                        <a:pt x="579000" y="739265"/>
                        <a:pt x="587227" y="723556"/>
                      </a:cubicBezTo>
                      <a:cubicBezTo>
                        <a:pt x="593211" y="712335"/>
                        <a:pt x="591715" y="698870"/>
                        <a:pt x="581992" y="689145"/>
                      </a:cubicBezTo>
                      <a:cubicBezTo>
                        <a:pt x="571521" y="677924"/>
                        <a:pt x="564042" y="686901"/>
                        <a:pt x="555066" y="692886"/>
                      </a:cubicBezTo>
                      <a:cubicBezTo>
                        <a:pt x="545343" y="699618"/>
                        <a:pt x="537116" y="695130"/>
                        <a:pt x="531881" y="685405"/>
                      </a:cubicBezTo>
                      <a:cubicBezTo>
                        <a:pt x="524401" y="671192"/>
                        <a:pt x="525149" y="656231"/>
                        <a:pt x="534124" y="642765"/>
                      </a:cubicBezTo>
                      <a:cubicBezTo>
                        <a:pt x="545343" y="626308"/>
                        <a:pt x="551327" y="607607"/>
                        <a:pt x="553571" y="587409"/>
                      </a:cubicBezTo>
                      <a:cubicBezTo>
                        <a:pt x="555066" y="576188"/>
                        <a:pt x="558806" y="565715"/>
                        <a:pt x="561050" y="555242"/>
                      </a:cubicBezTo>
                      <a:cubicBezTo>
                        <a:pt x="562546" y="545518"/>
                        <a:pt x="564789" y="535045"/>
                        <a:pt x="567033" y="520832"/>
                      </a:cubicBezTo>
                      <a:close/>
                      <a:moveTo>
                        <a:pt x="507573" y="322595"/>
                      </a:moveTo>
                      <a:cubicBezTo>
                        <a:pt x="516735" y="322782"/>
                        <a:pt x="525897" y="326336"/>
                        <a:pt x="534124" y="333068"/>
                      </a:cubicBezTo>
                      <a:cubicBezTo>
                        <a:pt x="569277" y="362243"/>
                        <a:pt x="565537" y="388425"/>
                        <a:pt x="544595" y="426576"/>
                      </a:cubicBezTo>
                      <a:cubicBezTo>
                        <a:pt x="525149" y="463979"/>
                        <a:pt x="492988" y="490161"/>
                        <a:pt x="457836" y="511855"/>
                      </a:cubicBezTo>
                      <a:cubicBezTo>
                        <a:pt x="418196" y="536541"/>
                        <a:pt x="384539" y="566463"/>
                        <a:pt x="364345" y="609103"/>
                      </a:cubicBezTo>
                      <a:cubicBezTo>
                        <a:pt x="362101" y="614339"/>
                        <a:pt x="356866" y="618828"/>
                        <a:pt x="353874" y="623316"/>
                      </a:cubicBezTo>
                      <a:cubicBezTo>
                        <a:pt x="350882" y="627804"/>
                        <a:pt x="349386" y="633041"/>
                        <a:pt x="347143" y="637529"/>
                      </a:cubicBezTo>
                      <a:cubicBezTo>
                        <a:pt x="359109" y="639773"/>
                        <a:pt x="368833" y="640521"/>
                        <a:pt x="378556" y="642765"/>
                      </a:cubicBezTo>
                      <a:cubicBezTo>
                        <a:pt x="396506" y="645758"/>
                        <a:pt x="406229" y="659971"/>
                        <a:pt x="412960" y="673436"/>
                      </a:cubicBezTo>
                      <a:cubicBezTo>
                        <a:pt x="416700" y="681665"/>
                        <a:pt x="412212" y="695130"/>
                        <a:pt x="409221" y="705603"/>
                      </a:cubicBezTo>
                      <a:cubicBezTo>
                        <a:pt x="397254" y="743754"/>
                        <a:pt x="383791" y="781157"/>
                        <a:pt x="371076" y="819308"/>
                      </a:cubicBezTo>
                      <a:cubicBezTo>
                        <a:pt x="369580" y="824544"/>
                        <a:pt x="371824" y="830529"/>
                        <a:pt x="371824" y="835765"/>
                      </a:cubicBezTo>
                      <a:cubicBezTo>
                        <a:pt x="376312" y="833521"/>
                        <a:pt x="383043" y="832025"/>
                        <a:pt x="386035" y="827536"/>
                      </a:cubicBezTo>
                      <a:cubicBezTo>
                        <a:pt x="406977" y="794622"/>
                        <a:pt x="435398" y="764699"/>
                        <a:pt x="432406" y="720564"/>
                      </a:cubicBezTo>
                      <a:cubicBezTo>
                        <a:pt x="429415" y="677924"/>
                        <a:pt x="430163" y="636033"/>
                        <a:pt x="429415" y="593393"/>
                      </a:cubicBezTo>
                      <a:cubicBezTo>
                        <a:pt x="429415" y="591149"/>
                        <a:pt x="428667" y="588905"/>
                        <a:pt x="427171" y="583669"/>
                      </a:cubicBezTo>
                      <a:cubicBezTo>
                        <a:pt x="421935" y="587409"/>
                        <a:pt x="418196" y="590401"/>
                        <a:pt x="414456" y="593393"/>
                      </a:cubicBezTo>
                      <a:cubicBezTo>
                        <a:pt x="409969" y="581424"/>
                        <a:pt x="424927" y="552250"/>
                        <a:pt x="440634" y="545518"/>
                      </a:cubicBezTo>
                      <a:cubicBezTo>
                        <a:pt x="459332" y="538037"/>
                        <a:pt x="476534" y="537289"/>
                        <a:pt x="508695" y="582921"/>
                      </a:cubicBezTo>
                      <a:cubicBezTo>
                        <a:pt x="513930" y="572448"/>
                        <a:pt x="518418" y="564219"/>
                        <a:pt x="522158" y="555242"/>
                      </a:cubicBezTo>
                      <a:cubicBezTo>
                        <a:pt x="529637" y="535793"/>
                        <a:pt x="532629" y="514847"/>
                        <a:pt x="553571" y="502878"/>
                      </a:cubicBezTo>
                      <a:cubicBezTo>
                        <a:pt x="559554" y="499138"/>
                        <a:pt x="560302" y="488665"/>
                        <a:pt x="564789" y="482680"/>
                      </a:cubicBezTo>
                      <a:cubicBezTo>
                        <a:pt x="579748" y="460987"/>
                        <a:pt x="601438" y="466223"/>
                        <a:pt x="621632" y="469215"/>
                      </a:cubicBezTo>
                      <a:cubicBezTo>
                        <a:pt x="633599" y="471460"/>
                        <a:pt x="650053" y="469963"/>
                        <a:pt x="654541" y="487169"/>
                      </a:cubicBezTo>
                      <a:cubicBezTo>
                        <a:pt x="655289" y="492405"/>
                        <a:pt x="656784" y="499886"/>
                        <a:pt x="654541" y="503626"/>
                      </a:cubicBezTo>
                      <a:cubicBezTo>
                        <a:pt x="644070" y="522328"/>
                        <a:pt x="632103" y="540281"/>
                        <a:pt x="621632" y="559731"/>
                      </a:cubicBezTo>
                      <a:cubicBezTo>
                        <a:pt x="609665" y="580676"/>
                        <a:pt x="599942" y="603118"/>
                        <a:pt x="589471" y="624812"/>
                      </a:cubicBezTo>
                      <a:cubicBezTo>
                        <a:pt x="587975" y="627056"/>
                        <a:pt x="586479" y="630048"/>
                        <a:pt x="584983" y="632293"/>
                      </a:cubicBezTo>
                      <a:cubicBezTo>
                        <a:pt x="573017" y="646506"/>
                        <a:pt x="576756" y="661467"/>
                        <a:pt x="595454" y="662215"/>
                      </a:cubicBezTo>
                      <a:cubicBezTo>
                        <a:pt x="621632" y="663711"/>
                        <a:pt x="632103" y="683161"/>
                        <a:pt x="644070" y="700366"/>
                      </a:cubicBezTo>
                      <a:cubicBezTo>
                        <a:pt x="656784" y="719068"/>
                        <a:pt x="642574" y="771432"/>
                        <a:pt x="627615" y="788637"/>
                      </a:cubicBezTo>
                      <a:cubicBezTo>
                        <a:pt x="607421" y="810331"/>
                        <a:pt x="583488" y="812575"/>
                        <a:pt x="557310" y="813323"/>
                      </a:cubicBezTo>
                      <a:cubicBezTo>
                        <a:pt x="530385" y="814819"/>
                        <a:pt x="485509" y="845490"/>
                        <a:pt x="478778" y="867932"/>
                      </a:cubicBezTo>
                      <a:cubicBezTo>
                        <a:pt x="477282" y="873916"/>
                        <a:pt x="478030" y="881397"/>
                        <a:pt x="480274" y="887381"/>
                      </a:cubicBezTo>
                      <a:cubicBezTo>
                        <a:pt x="481022" y="888877"/>
                        <a:pt x="491493" y="888129"/>
                        <a:pt x="495980" y="886633"/>
                      </a:cubicBezTo>
                      <a:cubicBezTo>
                        <a:pt x="539360" y="869428"/>
                        <a:pt x="582740" y="852222"/>
                        <a:pt x="626119" y="835017"/>
                      </a:cubicBezTo>
                      <a:cubicBezTo>
                        <a:pt x="640330" y="829781"/>
                        <a:pt x="651549" y="822300"/>
                        <a:pt x="662768" y="811827"/>
                      </a:cubicBezTo>
                      <a:cubicBezTo>
                        <a:pt x="673987" y="801354"/>
                        <a:pt x="688945" y="799858"/>
                        <a:pt x="706896" y="803599"/>
                      </a:cubicBezTo>
                      <a:cubicBezTo>
                        <a:pt x="723350" y="807339"/>
                        <a:pt x="739056" y="820056"/>
                        <a:pt x="757007" y="812575"/>
                      </a:cubicBezTo>
                      <a:cubicBezTo>
                        <a:pt x="758503" y="811827"/>
                        <a:pt x="760746" y="813323"/>
                        <a:pt x="762242" y="814071"/>
                      </a:cubicBezTo>
                      <a:cubicBezTo>
                        <a:pt x="772713" y="820804"/>
                        <a:pt x="768974" y="830529"/>
                        <a:pt x="767478" y="838757"/>
                      </a:cubicBezTo>
                      <a:cubicBezTo>
                        <a:pt x="766730" y="841750"/>
                        <a:pt x="761494" y="845490"/>
                        <a:pt x="757755" y="847734"/>
                      </a:cubicBezTo>
                      <a:cubicBezTo>
                        <a:pt x="732325" y="864191"/>
                        <a:pt x="702408" y="859703"/>
                        <a:pt x="675483" y="867184"/>
                      </a:cubicBezTo>
                      <a:cubicBezTo>
                        <a:pt x="652297" y="873168"/>
                        <a:pt x="628363" y="880649"/>
                        <a:pt x="607421" y="892618"/>
                      </a:cubicBezTo>
                      <a:cubicBezTo>
                        <a:pt x="576008" y="910571"/>
                        <a:pt x="542352" y="921792"/>
                        <a:pt x="507947" y="929273"/>
                      </a:cubicBezTo>
                      <a:cubicBezTo>
                        <a:pt x="481770" y="935257"/>
                        <a:pt x="481022" y="937501"/>
                        <a:pt x="483265" y="965180"/>
                      </a:cubicBezTo>
                      <a:cubicBezTo>
                        <a:pt x="484761" y="984629"/>
                        <a:pt x="481770" y="1005575"/>
                        <a:pt x="480274" y="1025773"/>
                      </a:cubicBezTo>
                      <a:cubicBezTo>
                        <a:pt x="477282" y="1055695"/>
                        <a:pt x="472794" y="1086365"/>
                        <a:pt x="469803" y="1117036"/>
                      </a:cubicBezTo>
                      <a:cubicBezTo>
                        <a:pt x="469055" y="1127509"/>
                        <a:pt x="473542" y="1138730"/>
                        <a:pt x="472794" y="1149203"/>
                      </a:cubicBezTo>
                      <a:cubicBezTo>
                        <a:pt x="471299" y="1193338"/>
                        <a:pt x="468307" y="1237474"/>
                        <a:pt x="465315" y="1280861"/>
                      </a:cubicBezTo>
                      <a:cubicBezTo>
                        <a:pt x="465315" y="1284602"/>
                        <a:pt x="464567" y="1288342"/>
                        <a:pt x="465315" y="1291334"/>
                      </a:cubicBezTo>
                      <a:cubicBezTo>
                        <a:pt x="468307" y="1305547"/>
                        <a:pt x="463819" y="1315272"/>
                        <a:pt x="454844" y="1326493"/>
                      </a:cubicBezTo>
                      <a:cubicBezTo>
                        <a:pt x="447365" y="1336218"/>
                        <a:pt x="445121" y="1349683"/>
                        <a:pt x="439138" y="1360904"/>
                      </a:cubicBezTo>
                      <a:cubicBezTo>
                        <a:pt x="434650" y="1370629"/>
                        <a:pt x="427919" y="1380353"/>
                        <a:pt x="421935" y="1390078"/>
                      </a:cubicBezTo>
                      <a:cubicBezTo>
                        <a:pt x="421187" y="1388582"/>
                        <a:pt x="419692" y="1387086"/>
                        <a:pt x="420439" y="1387086"/>
                      </a:cubicBezTo>
                      <a:cubicBezTo>
                        <a:pt x="425675" y="1363896"/>
                        <a:pt x="421187" y="1340706"/>
                        <a:pt x="423431" y="1317516"/>
                      </a:cubicBezTo>
                      <a:cubicBezTo>
                        <a:pt x="424927" y="1293578"/>
                        <a:pt x="424179" y="1268892"/>
                        <a:pt x="423431" y="1244954"/>
                      </a:cubicBezTo>
                      <a:cubicBezTo>
                        <a:pt x="423431" y="1220268"/>
                        <a:pt x="421187" y="1195582"/>
                        <a:pt x="421935" y="1171644"/>
                      </a:cubicBezTo>
                      <a:cubicBezTo>
                        <a:pt x="421935" y="1134989"/>
                        <a:pt x="424179" y="1099083"/>
                        <a:pt x="424927" y="1063176"/>
                      </a:cubicBezTo>
                      <a:cubicBezTo>
                        <a:pt x="424927" y="1054199"/>
                        <a:pt x="422683" y="1045222"/>
                        <a:pt x="422683" y="1036993"/>
                      </a:cubicBezTo>
                      <a:cubicBezTo>
                        <a:pt x="422683" y="1016796"/>
                        <a:pt x="422683" y="997346"/>
                        <a:pt x="422683" y="975652"/>
                      </a:cubicBezTo>
                      <a:cubicBezTo>
                        <a:pt x="416700" y="977149"/>
                        <a:pt x="412960" y="978645"/>
                        <a:pt x="409969" y="980141"/>
                      </a:cubicBezTo>
                      <a:cubicBezTo>
                        <a:pt x="371076" y="997346"/>
                        <a:pt x="340411" y="1027269"/>
                        <a:pt x="306007" y="1051207"/>
                      </a:cubicBezTo>
                      <a:cubicBezTo>
                        <a:pt x="281325" y="1068412"/>
                        <a:pt x="255148" y="1084121"/>
                        <a:pt x="230466" y="1100579"/>
                      </a:cubicBezTo>
                      <a:cubicBezTo>
                        <a:pt x="193070" y="1126013"/>
                        <a:pt x="156421" y="1152195"/>
                        <a:pt x="118276" y="1176881"/>
                      </a:cubicBezTo>
                      <a:cubicBezTo>
                        <a:pt x="101822" y="1187354"/>
                        <a:pt x="83124" y="1195582"/>
                        <a:pt x="63678" y="1203063"/>
                      </a:cubicBezTo>
                      <a:cubicBezTo>
                        <a:pt x="41988" y="1210544"/>
                        <a:pt x="28525" y="1204559"/>
                        <a:pt x="17306" y="1184361"/>
                      </a:cubicBezTo>
                      <a:cubicBezTo>
                        <a:pt x="16558" y="1182865"/>
                        <a:pt x="15810" y="1182117"/>
                        <a:pt x="14314" y="1180621"/>
                      </a:cubicBezTo>
                      <a:cubicBezTo>
                        <a:pt x="-2140" y="1159675"/>
                        <a:pt x="-8871" y="1138730"/>
                        <a:pt x="18802" y="1118532"/>
                      </a:cubicBezTo>
                      <a:cubicBezTo>
                        <a:pt x="34509" y="1125265"/>
                        <a:pt x="49467" y="1119280"/>
                        <a:pt x="67417" y="1113296"/>
                      </a:cubicBezTo>
                      <a:cubicBezTo>
                        <a:pt x="112293" y="1099831"/>
                        <a:pt x="148941" y="1073648"/>
                        <a:pt x="186338" y="1047466"/>
                      </a:cubicBezTo>
                      <a:cubicBezTo>
                        <a:pt x="207280" y="1033253"/>
                        <a:pt x="231962" y="1025773"/>
                        <a:pt x="253652" y="1013804"/>
                      </a:cubicBezTo>
                      <a:cubicBezTo>
                        <a:pt x="306007" y="984629"/>
                        <a:pt x="357614" y="955455"/>
                        <a:pt x="409221" y="925532"/>
                      </a:cubicBezTo>
                      <a:cubicBezTo>
                        <a:pt x="423431" y="917304"/>
                        <a:pt x="427171" y="903091"/>
                        <a:pt x="428667" y="887381"/>
                      </a:cubicBezTo>
                      <a:cubicBezTo>
                        <a:pt x="430163" y="865688"/>
                        <a:pt x="430910" y="843246"/>
                        <a:pt x="431658" y="820804"/>
                      </a:cubicBezTo>
                      <a:cubicBezTo>
                        <a:pt x="432406" y="817064"/>
                        <a:pt x="430910" y="813323"/>
                        <a:pt x="429415" y="806591"/>
                      </a:cubicBezTo>
                      <a:cubicBezTo>
                        <a:pt x="413708" y="822300"/>
                        <a:pt x="405481" y="839505"/>
                        <a:pt x="401741" y="857459"/>
                      </a:cubicBezTo>
                      <a:cubicBezTo>
                        <a:pt x="395758" y="883641"/>
                        <a:pt x="380799" y="904587"/>
                        <a:pt x="368085" y="927029"/>
                      </a:cubicBezTo>
                      <a:cubicBezTo>
                        <a:pt x="358362" y="944982"/>
                        <a:pt x="343403" y="955455"/>
                        <a:pt x="326949" y="964432"/>
                      </a:cubicBezTo>
                      <a:cubicBezTo>
                        <a:pt x="316478" y="969668"/>
                        <a:pt x="308250" y="972660"/>
                        <a:pt x="301519" y="960691"/>
                      </a:cubicBezTo>
                      <a:cubicBezTo>
                        <a:pt x="292544" y="944234"/>
                        <a:pt x="279829" y="929273"/>
                        <a:pt x="276090" y="911319"/>
                      </a:cubicBezTo>
                      <a:cubicBezTo>
                        <a:pt x="272350" y="898602"/>
                        <a:pt x="279081" y="882893"/>
                        <a:pt x="282821" y="868680"/>
                      </a:cubicBezTo>
                      <a:cubicBezTo>
                        <a:pt x="297779" y="820056"/>
                        <a:pt x="313486" y="772180"/>
                        <a:pt x="329192" y="723556"/>
                      </a:cubicBezTo>
                      <a:cubicBezTo>
                        <a:pt x="333680" y="710091"/>
                        <a:pt x="337420" y="696626"/>
                        <a:pt x="322461" y="686153"/>
                      </a:cubicBezTo>
                      <a:cubicBezTo>
                        <a:pt x="318721" y="683909"/>
                        <a:pt x="317973" y="674932"/>
                        <a:pt x="319469" y="669696"/>
                      </a:cubicBezTo>
                      <a:cubicBezTo>
                        <a:pt x="325453" y="631545"/>
                        <a:pt x="340411" y="597134"/>
                        <a:pt x="366589" y="567211"/>
                      </a:cubicBezTo>
                      <a:cubicBezTo>
                        <a:pt x="391270" y="538037"/>
                        <a:pt x="413708" y="507366"/>
                        <a:pt x="436894" y="476696"/>
                      </a:cubicBezTo>
                      <a:cubicBezTo>
                        <a:pt x="439138" y="474452"/>
                        <a:pt x="439886" y="471460"/>
                        <a:pt x="438390" y="466971"/>
                      </a:cubicBezTo>
                      <a:cubicBezTo>
                        <a:pt x="433902" y="469963"/>
                        <a:pt x="428667" y="472208"/>
                        <a:pt x="425675" y="476696"/>
                      </a:cubicBezTo>
                      <a:cubicBezTo>
                        <a:pt x="403237" y="508863"/>
                        <a:pt x="369580" y="529808"/>
                        <a:pt x="341159" y="556738"/>
                      </a:cubicBezTo>
                      <a:cubicBezTo>
                        <a:pt x="314982" y="582173"/>
                        <a:pt x="292544" y="610599"/>
                        <a:pt x="267114" y="636033"/>
                      </a:cubicBezTo>
                      <a:cubicBezTo>
                        <a:pt x="259635" y="643514"/>
                        <a:pt x="247668" y="648002"/>
                        <a:pt x="237197" y="650994"/>
                      </a:cubicBezTo>
                      <a:cubicBezTo>
                        <a:pt x="230466" y="653238"/>
                        <a:pt x="222239" y="650994"/>
                        <a:pt x="214759" y="652490"/>
                      </a:cubicBezTo>
                      <a:cubicBezTo>
                        <a:pt x="190077" y="656979"/>
                        <a:pt x="178859" y="642017"/>
                        <a:pt x="173623" y="620324"/>
                      </a:cubicBezTo>
                      <a:cubicBezTo>
                        <a:pt x="166892" y="592645"/>
                        <a:pt x="171379" y="567959"/>
                        <a:pt x="198305" y="551502"/>
                      </a:cubicBezTo>
                      <a:cubicBezTo>
                        <a:pt x="205036" y="547014"/>
                        <a:pt x="210272" y="540281"/>
                        <a:pt x="216255" y="534297"/>
                      </a:cubicBezTo>
                      <a:cubicBezTo>
                        <a:pt x="217003" y="535793"/>
                        <a:pt x="217003" y="537289"/>
                        <a:pt x="217003" y="538037"/>
                      </a:cubicBezTo>
                      <a:cubicBezTo>
                        <a:pt x="221491" y="538785"/>
                        <a:pt x="227474" y="541029"/>
                        <a:pt x="230466" y="539533"/>
                      </a:cubicBezTo>
                      <a:cubicBezTo>
                        <a:pt x="246172" y="531304"/>
                        <a:pt x="262627" y="523076"/>
                        <a:pt x="275342" y="511855"/>
                      </a:cubicBezTo>
                      <a:cubicBezTo>
                        <a:pt x="308250" y="483428"/>
                        <a:pt x="339663" y="453506"/>
                        <a:pt x="371824" y="425080"/>
                      </a:cubicBezTo>
                      <a:cubicBezTo>
                        <a:pt x="380051" y="418347"/>
                        <a:pt x="390522" y="413859"/>
                        <a:pt x="398002" y="407126"/>
                      </a:cubicBezTo>
                      <a:cubicBezTo>
                        <a:pt x="415952" y="391417"/>
                        <a:pt x="433154" y="375708"/>
                        <a:pt x="450357" y="360747"/>
                      </a:cubicBezTo>
                      <a:cubicBezTo>
                        <a:pt x="460828" y="351022"/>
                        <a:pt x="470551" y="341297"/>
                        <a:pt x="481022" y="332320"/>
                      </a:cubicBezTo>
                      <a:cubicBezTo>
                        <a:pt x="489249" y="325588"/>
                        <a:pt x="498411" y="322408"/>
                        <a:pt x="507573" y="322595"/>
                      </a:cubicBezTo>
                      <a:close/>
                      <a:moveTo>
                        <a:pt x="333338" y="182879"/>
                      </a:moveTo>
                      <a:cubicBezTo>
                        <a:pt x="320623" y="208271"/>
                        <a:pt x="334086" y="226195"/>
                        <a:pt x="349794" y="241878"/>
                      </a:cubicBezTo>
                      <a:cubicBezTo>
                        <a:pt x="360265" y="253827"/>
                        <a:pt x="366997" y="281460"/>
                        <a:pt x="361013" y="297143"/>
                      </a:cubicBezTo>
                      <a:cubicBezTo>
                        <a:pt x="358770" y="303864"/>
                        <a:pt x="359517" y="312079"/>
                        <a:pt x="356526" y="318054"/>
                      </a:cubicBezTo>
                      <a:cubicBezTo>
                        <a:pt x="349046" y="335231"/>
                        <a:pt x="334086" y="342699"/>
                        <a:pt x="316883" y="346433"/>
                      </a:cubicBezTo>
                      <a:cubicBezTo>
                        <a:pt x="304167" y="348674"/>
                        <a:pt x="290704" y="347927"/>
                        <a:pt x="277240" y="349420"/>
                      </a:cubicBezTo>
                      <a:cubicBezTo>
                        <a:pt x="250313" y="350914"/>
                        <a:pt x="206931" y="321041"/>
                        <a:pt x="200947" y="294156"/>
                      </a:cubicBezTo>
                      <a:cubicBezTo>
                        <a:pt x="196459" y="273245"/>
                        <a:pt x="192719" y="251587"/>
                        <a:pt x="191971" y="229929"/>
                      </a:cubicBezTo>
                      <a:cubicBezTo>
                        <a:pt x="191223" y="209765"/>
                        <a:pt x="197207" y="205284"/>
                        <a:pt x="216654" y="201550"/>
                      </a:cubicBezTo>
                      <a:cubicBezTo>
                        <a:pt x="236102" y="198562"/>
                        <a:pt x="254801" y="196322"/>
                        <a:pt x="274248" y="193335"/>
                      </a:cubicBezTo>
                      <a:cubicBezTo>
                        <a:pt x="275744" y="192588"/>
                        <a:pt x="277988" y="192588"/>
                        <a:pt x="279484" y="193335"/>
                      </a:cubicBezTo>
                      <a:cubicBezTo>
                        <a:pt x="300428" y="203790"/>
                        <a:pt x="316883" y="196322"/>
                        <a:pt x="333338" y="182879"/>
                      </a:cubicBezTo>
                      <a:close/>
                      <a:moveTo>
                        <a:pt x="632915" y="144"/>
                      </a:moveTo>
                      <a:cubicBezTo>
                        <a:pt x="668132" y="-2843"/>
                        <a:pt x="696605" y="41211"/>
                        <a:pt x="700352" y="67345"/>
                      </a:cubicBezTo>
                      <a:cubicBezTo>
                        <a:pt x="703349" y="87505"/>
                        <a:pt x="708594" y="109159"/>
                        <a:pt x="691360" y="126332"/>
                      </a:cubicBezTo>
                      <a:cubicBezTo>
                        <a:pt x="685366" y="133052"/>
                        <a:pt x="677124" y="137532"/>
                        <a:pt x="670380" y="143506"/>
                      </a:cubicBezTo>
                      <a:cubicBezTo>
                        <a:pt x="656143" y="156199"/>
                        <a:pt x="641907" y="169640"/>
                        <a:pt x="628419" y="183080"/>
                      </a:cubicBezTo>
                      <a:cubicBezTo>
                        <a:pt x="596199" y="215187"/>
                        <a:pt x="563980" y="247294"/>
                        <a:pt x="533258" y="280895"/>
                      </a:cubicBezTo>
                      <a:cubicBezTo>
                        <a:pt x="514526" y="301802"/>
                        <a:pt x="491298" y="312255"/>
                        <a:pt x="466571" y="323456"/>
                      </a:cubicBezTo>
                      <a:cubicBezTo>
                        <a:pt x="444841" y="332416"/>
                        <a:pt x="425359" y="348843"/>
                        <a:pt x="406627" y="363776"/>
                      </a:cubicBezTo>
                      <a:cubicBezTo>
                        <a:pt x="369162" y="392897"/>
                        <a:pt x="332446" y="422017"/>
                        <a:pt x="294981" y="451884"/>
                      </a:cubicBezTo>
                      <a:cubicBezTo>
                        <a:pt x="290486" y="455618"/>
                        <a:pt x="286739" y="460098"/>
                        <a:pt x="282243" y="463831"/>
                      </a:cubicBezTo>
                      <a:cubicBezTo>
                        <a:pt x="275500" y="469805"/>
                        <a:pt x="268007" y="475031"/>
                        <a:pt x="261263" y="480258"/>
                      </a:cubicBezTo>
                      <a:cubicBezTo>
                        <a:pt x="260514" y="479511"/>
                        <a:pt x="260514" y="478765"/>
                        <a:pt x="259764" y="477271"/>
                      </a:cubicBezTo>
                      <a:cubicBezTo>
                        <a:pt x="287488" y="448898"/>
                        <a:pt x="315962" y="421271"/>
                        <a:pt x="342936" y="392150"/>
                      </a:cubicBezTo>
                      <a:cubicBezTo>
                        <a:pt x="366165" y="366763"/>
                        <a:pt x="386396" y="339136"/>
                        <a:pt x="408875" y="313002"/>
                      </a:cubicBezTo>
                      <a:cubicBezTo>
                        <a:pt x="432103" y="285375"/>
                        <a:pt x="458328" y="259241"/>
                        <a:pt x="480807" y="230121"/>
                      </a:cubicBezTo>
                      <a:cubicBezTo>
                        <a:pt x="514526" y="187560"/>
                        <a:pt x="550492" y="145746"/>
                        <a:pt x="572971" y="95718"/>
                      </a:cubicBezTo>
                      <a:cubicBezTo>
                        <a:pt x="576718" y="88252"/>
                        <a:pt x="573720" y="77798"/>
                        <a:pt x="572971" y="69585"/>
                      </a:cubicBezTo>
                      <a:cubicBezTo>
                        <a:pt x="571473" y="54651"/>
                        <a:pt x="567726" y="39718"/>
                        <a:pt x="567726" y="25531"/>
                      </a:cubicBezTo>
                      <a:cubicBezTo>
                        <a:pt x="567726" y="20304"/>
                        <a:pt x="573720" y="11344"/>
                        <a:pt x="578966" y="9850"/>
                      </a:cubicBezTo>
                      <a:cubicBezTo>
                        <a:pt x="596949" y="5370"/>
                        <a:pt x="614932" y="1637"/>
                        <a:pt x="632915" y="1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2" name="ï$ľïḑé"/>
                <p:cNvSpPr/>
                <p:nvPr/>
              </p:nvSpPr>
              <p:spPr bwMode="auto">
                <a:xfrm>
                  <a:off x="8473073" y="2930801"/>
                  <a:ext cx="544745" cy="569028"/>
                </a:xfrm>
                <a:custGeom>
                  <a:avLst/>
                  <a:gdLst>
                    <a:gd name="connsiteX0" fmla="*/ 245261 w 544745"/>
                    <a:gd name="connsiteY0" fmla="*/ 326568 h 569028"/>
                    <a:gd name="connsiteX1" fmla="*/ 283446 w 544745"/>
                    <a:gd name="connsiteY1" fmla="*/ 363192 h 569028"/>
                    <a:gd name="connsiteX2" fmla="*/ 456397 w 544745"/>
                    <a:gd name="connsiteY2" fmla="*/ 476800 h 569028"/>
                    <a:gd name="connsiteX3" fmla="*/ 524530 w 544745"/>
                    <a:gd name="connsiteY3" fmla="*/ 505950 h 569028"/>
                    <a:gd name="connsiteX4" fmla="*/ 544745 w 544745"/>
                    <a:gd name="connsiteY4" fmla="*/ 510435 h 569028"/>
                    <a:gd name="connsiteX5" fmla="*/ 503566 w 544745"/>
                    <a:gd name="connsiteY5" fmla="*/ 546311 h 569028"/>
                    <a:gd name="connsiteX6" fmla="*/ 433936 w 544745"/>
                    <a:gd name="connsiteY6" fmla="*/ 562754 h 569028"/>
                    <a:gd name="connsiteX7" fmla="*/ 398747 w 544745"/>
                    <a:gd name="connsiteY7" fmla="*/ 556027 h 569028"/>
                    <a:gd name="connsiteX8" fmla="*/ 326871 w 544745"/>
                    <a:gd name="connsiteY8" fmla="*/ 470821 h 569028"/>
                    <a:gd name="connsiteX9" fmla="*/ 292430 w 544745"/>
                    <a:gd name="connsiteY9" fmla="*/ 429713 h 569028"/>
                    <a:gd name="connsiteX10" fmla="*/ 240020 w 544745"/>
                    <a:gd name="connsiteY10" fmla="*/ 346749 h 569028"/>
                    <a:gd name="connsiteX11" fmla="*/ 240020 w 544745"/>
                    <a:gd name="connsiteY11" fmla="*/ 329558 h 569028"/>
                    <a:gd name="connsiteX12" fmla="*/ 245261 w 544745"/>
                    <a:gd name="connsiteY12" fmla="*/ 326568 h 569028"/>
                    <a:gd name="connsiteX13" fmla="*/ 223188 w 544745"/>
                    <a:gd name="connsiteY13" fmla="*/ 139 h 569028"/>
                    <a:gd name="connsiteX14" fmla="*/ 245847 w 544745"/>
                    <a:gd name="connsiteY14" fmla="*/ 10986 h 569028"/>
                    <a:gd name="connsiteX15" fmla="*/ 255584 w 544745"/>
                    <a:gd name="connsiteY15" fmla="*/ 45396 h 569028"/>
                    <a:gd name="connsiteX16" fmla="*/ 236858 w 544745"/>
                    <a:gd name="connsiteY16" fmla="*/ 117208 h 569028"/>
                    <a:gd name="connsiteX17" fmla="*/ 236858 w 544745"/>
                    <a:gd name="connsiteY17" fmla="*/ 129925 h 569028"/>
                    <a:gd name="connsiteX18" fmla="*/ 240603 w 544745"/>
                    <a:gd name="connsiteY18" fmla="*/ 132917 h 569028"/>
                    <a:gd name="connsiteX19" fmla="*/ 267568 w 544745"/>
                    <a:gd name="connsiteY19" fmla="*/ 108232 h 569028"/>
                    <a:gd name="connsiteX20" fmla="*/ 297529 w 544745"/>
                    <a:gd name="connsiteY20" fmla="*/ 96263 h 569028"/>
                    <a:gd name="connsiteX21" fmla="*/ 334232 w 544745"/>
                    <a:gd name="connsiteY21" fmla="*/ 101499 h 569028"/>
                    <a:gd name="connsiteX22" fmla="*/ 353707 w 544745"/>
                    <a:gd name="connsiteY22" fmla="*/ 156107 h 569028"/>
                    <a:gd name="connsiteX23" fmla="*/ 306518 w 544745"/>
                    <a:gd name="connsiteY23" fmla="*/ 197997 h 569028"/>
                    <a:gd name="connsiteX24" fmla="*/ 278804 w 544745"/>
                    <a:gd name="connsiteY24" fmla="*/ 215202 h 569028"/>
                    <a:gd name="connsiteX25" fmla="*/ 249592 w 544745"/>
                    <a:gd name="connsiteY25" fmla="*/ 234651 h 569028"/>
                    <a:gd name="connsiteX26" fmla="*/ 218132 w 544745"/>
                    <a:gd name="connsiteY26" fmla="*/ 290755 h 569028"/>
                    <a:gd name="connsiteX27" fmla="*/ 126002 w 544745"/>
                    <a:gd name="connsiteY27" fmla="*/ 470286 h 569028"/>
                    <a:gd name="connsiteX28" fmla="*/ 87052 w 544745"/>
                    <a:gd name="connsiteY28" fmla="*/ 524893 h 569028"/>
                    <a:gd name="connsiteX29" fmla="*/ 37617 w 544745"/>
                    <a:gd name="connsiteY29" fmla="*/ 568280 h 569028"/>
                    <a:gd name="connsiteX30" fmla="*/ 12899 w 544745"/>
                    <a:gd name="connsiteY30" fmla="*/ 566036 h 569028"/>
                    <a:gd name="connsiteX31" fmla="*/ 6157 w 544745"/>
                    <a:gd name="connsiteY31" fmla="*/ 537610 h 569028"/>
                    <a:gd name="connsiteX32" fmla="*/ 40613 w 544745"/>
                    <a:gd name="connsiteY32" fmla="*/ 486743 h 569028"/>
                    <a:gd name="connsiteX33" fmla="*/ 45856 w 544745"/>
                    <a:gd name="connsiteY33" fmla="*/ 494972 h 569028"/>
                    <a:gd name="connsiteX34" fmla="*/ 73570 w 544745"/>
                    <a:gd name="connsiteY34" fmla="*/ 493475 h 569028"/>
                    <a:gd name="connsiteX35" fmla="*/ 111021 w 544745"/>
                    <a:gd name="connsiteY35" fmla="*/ 430640 h 569028"/>
                    <a:gd name="connsiteX36" fmla="*/ 164951 w 544745"/>
                    <a:gd name="connsiteY36" fmla="*/ 264573 h 569028"/>
                    <a:gd name="connsiteX37" fmla="*/ 132743 w 544745"/>
                    <a:gd name="connsiteY37" fmla="*/ 264573 h 569028"/>
                    <a:gd name="connsiteX38" fmla="*/ 114767 w 544745"/>
                    <a:gd name="connsiteY38" fmla="*/ 254101 h 569028"/>
                    <a:gd name="connsiteX39" fmla="*/ 106527 w 544745"/>
                    <a:gd name="connsiteY39" fmla="*/ 236896 h 569028"/>
                    <a:gd name="connsiteX40" fmla="*/ 110272 w 544745"/>
                    <a:gd name="connsiteY40" fmla="*/ 207722 h 569028"/>
                    <a:gd name="connsiteX41" fmla="*/ 117763 w 544745"/>
                    <a:gd name="connsiteY41" fmla="*/ 197249 h 569028"/>
                    <a:gd name="connsiteX42" fmla="*/ 132743 w 544745"/>
                    <a:gd name="connsiteY42" fmla="*/ 190517 h 569028"/>
                    <a:gd name="connsiteX43" fmla="*/ 182179 w 544745"/>
                    <a:gd name="connsiteY43" fmla="*/ 153114 h 569028"/>
                    <a:gd name="connsiteX44" fmla="*/ 179183 w 544745"/>
                    <a:gd name="connsiteY44" fmla="*/ 55120 h 569028"/>
                    <a:gd name="connsiteX45" fmla="*/ 179932 w 544745"/>
                    <a:gd name="connsiteY45" fmla="*/ 46892 h 569028"/>
                    <a:gd name="connsiteX46" fmla="*/ 206148 w 544745"/>
                    <a:gd name="connsiteY46" fmla="*/ 7246 h 569028"/>
                    <a:gd name="connsiteX47" fmla="*/ 223188 w 544745"/>
                    <a:gd name="connsiteY47" fmla="*/ 139 h 569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</a:cxnLst>
                  <a:rect l="l" t="t" r="r" b="b"/>
                  <a:pathLst>
                    <a:path w="544745" h="569028">
                      <a:moveTo>
                        <a:pt x="245261" y="326568"/>
                      </a:moveTo>
                      <a:cubicBezTo>
                        <a:pt x="257989" y="338527"/>
                        <a:pt x="272215" y="349738"/>
                        <a:pt x="283446" y="363192"/>
                      </a:cubicBezTo>
                      <a:cubicBezTo>
                        <a:pt x="330614" y="417754"/>
                        <a:pt x="388265" y="453630"/>
                        <a:pt x="456397" y="476800"/>
                      </a:cubicBezTo>
                      <a:cubicBezTo>
                        <a:pt x="479607" y="485022"/>
                        <a:pt x="502069" y="496234"/>
                        <a:pt x="524530" y="505950"/>
                      </a:cubicBezTo>
                      <a:cubicBezTo>
                        <a:pt x="531268" y="508192"/>
                        <a:pt x="538007" y="508940"/>
                        <a:pt x="544745" y="510435"/>
                      </a:cubicBezTo>
                      <a:cubicBezTo>
                        <a:pt x="538755" y="530615"/>
                        <a:pt x="524530" y="541826"/>
                        <a:pt x="503566" y="546311"/>
                      </a:cubicBezTo>
                      <a:cubicBezTo>
                        <a:pt x="480356" y="550795"/>
                        <a:pt x="457146" y="559017"/>
                        <a:pt x="433936" y="562754"/>
                      </a:cubicBezTo>
                      <a:cubicBezTo>
                        <a:pt x="422705" y="564249"/>
                        <a:pt x="410726" y="562754"/>
                        <a:pt x="398747" y="556027"/>
                      </a:cubicBezTo>
                      <a:cubicBezTo>
                        <a:pt x="364306" y="535847"/>
                        <a:pt x="347835" y="501465"/>
                        <a:pt x="326871" y="470821"/>
                      </a:cubicBezTo>
                      <a:cubicBezTo>
                        <a:pt x="316389" y="455873"/>
                        <a:pt x="305158" y="442419"/>
                        <a:pt x="292430" y="429713"/>
                      </a:cubicBezTo>
                      <a:cubicBezTo>
                        <a:pt x="268471" y="405795"/>
                        <a:pt x="249754" y="379635"/>
                        <a:pt x="240020" y="346749"/>
                      </a:cubicBezTo>
                      <a:cubicBezTo>
                        <a:pt x="238523" y="341517"/>
                        <a:pt x="240020" y="335537"/>
                        <a:pt x="240020" y="329558"/>
                      </a:cubicBezTo>
                      <a:cubicBezTo>
                        <a:pt x="241518" y="328810"/>
                        <a:pt x="243764" y="327316"/>
                        <a:pt x="245261" y="326568"/>
                      </a:cubicBezTo>
                      <a:close/>
                      <a:moveTo>
                        <a:pt x="223188" y="139"/>
                      </a:moveTo>
                      <a:cubicBezTo>
                        <a:pt x="229555" y="887"/>
                        <a:pt x="236859" y="4628"/>
                        <a:pt x="245847" y="10986"/>
                      </a:cubicBezTo>
                      <a:cubicBezTo>
                        <a:pt x="256333" y="18466"/>
                        <a:pt x="259329" y="31931"/>
                        <a:pt x="255584" y="45396"/>
                      </a:cubicBezTo>
                      <a:cubicBezTo>
                        <a:pt x="248843" y="69333"/>
                        <a:pt x="242850" y="93271"/>
                        <a:pt x="236858" y="117208"/>
                      </a:cubicBezTo>
                      <a:cubicBezTo>
                        <a:pt x="236109" y="120948"/>
                        <a:pt x="236858" y="126185"/>
                        <a:pt x="236858" y="129925"/>
                      </a:cubicBezTo>
                      <a:cubicBezTo>
                        <a:pt x="237607" y="131421"/>
                        <a:pt x="239105" y="132169"/>
                        <a:pt x="240603" y="132917"/>
                      </a:cubicBezTo>
                      <a:cubicBezTo>
                        <a:pt x="249592" y="124689"/>
                        <a:pt x="260078" y="117956"/>
                        <a:pt x="267568" y="108232"/>
                      </a:cubicBezTo>
                      <a:cubicBezTo>
                        <a:pt x="275808" y="97759"/>
                        <a:pt x="284796" y="94019"/>
                        <a:pt x="297529" y="96263"/>
                      </a:cubicBezTo>
                      <a:cubicBezTo>
                        <a:pt x="309514" y="97759"/>
                        <a:pt x="322247" y="97759"/>
                        <a:pt x="334232" y="101499"/>
                      </a:cubicBezTo>
                      <a:cubicBezTo>
                        <a:pt x="354456" y="107484"/>
                        <a:pt x="363444" y="135161"/>
                        <a:pt x="353707" y="156107"/>
                      </a:cubicBezTo>
                      <a:cubicBezTo>
                        <a:pt x="344718" y="177800"/>
                        <a:pt x="322247" y="184532"/>
                        <a:pt x="306518" y="197997"/>
                      </a:cubicBezTo>
                      <a:cubicBezTo>
                        <a:pt x="298279" y="204730"/>
                        <a:pt x="288541" y="209218"/>
                        <a:pt x="278804" y="215202"/>
                      </a:cubicBezTo>
                      <a:cubicBezTo>
                        <a:pt x="269066" y="221187"/>
                        <a:pt x="260078" y="228667"/>
                        <a:pt x="249592" y="234651"/>
                      </a:cubicBezTo>
                      <a:cubicBezTo>
                        <a:pt x="227121" y="247368"/>
                        <a:pt x="224125" y="269062"/>
                        <a:pt x="218132" y="290755"/>
                      </a:cubicBezTo>
                      <a:cubicBezTo>
                        <a:pt x="201654" y="358079"/>
                        <a:pt x="170195" y="417175"/>
                        <a:pt x="126002" y="470286"/>
                      </a:cubicBezTo>
                      <a:cubicBezTo>
                        <a:pt x="111770" y="487491"/>
                        <a:pt x="99786" y="506940"/>
                        <a:pt x="87052" y="524893"/>
                      </a:cubicBezTo>
                      <a:cubicBezTo>
                        <a:pt x="74319" y="544343"/>
                        <a:pt x="63084" y="564540"/>
                        <a:pt x="37617" y="568280"/>
                      </a:cubicBezTo>
                      <a:cubicBezTo>
                        <a:pt x="29377" y="569776"/>
                        <a:pt x="20389" y="569028"/>
                        <a:pt x="12899" y="566036"/>
                      </a:cubicBezTo>
                      <a:cubicBezTo>
                        <a:pt x="-2082" y="560800"/>
                        <a:pt x="-3580" y="549579"/>
                        <a:pt x="6157" y="537610"/>
                      </a:cubicBezTo>
                      <a:cubicBezTo>
                        <a:pt x="17393" y="521901"/>
                        <a:pt x="27879" y="505444"/>
                        <a:pt x="40613" y="486743"/>
                      </a:cubicBezTo>
                      <a:cubicBezTo>
                        <a:pt x="42860" y="489735"/>
                        <a:pt x="43609" y="492727"/>
                        <a:pt x="45856" y="494972"/>
                      </a:cubicBezTo>
                      <a:cubicBezTo>
                        <a:pt x="56342" y="506192"/>
                        <a:pt x="65331" y="506192"/>
                        <a:pt x="73570" y="493475"/>
                      </a:cubicBezTo>
                      <a:cubicBezTo>
                        <a:pt x="87052" y="473278"/>
                        <a:pt x="99786" y="452333"/>
                        <a:pt x="111021" y="430640"/>
                      </a:cubicBezTo>
                      <a:cubicBezTo>
                        <a:pt x="137237" y="379025"/>
                        <a:pt x="151469" y="322173"/>
                        <a:pt x="164951" y="264573"/>
                      </a:cubicBezTo>
                      <a:cubicBezTo>
                        <a:pt x="153716" y="264573"/>
                        <a:pt x="143230" y="263825"/>
                        <a:pt x="132743" y="264573"/>
                      </a:cubicBezTo>
                      <a:cubicBezTo>
                        <a:pt x="123755" y="265321"/>
                        <a:pt x="118512" y="262329"/>
                        <a:pt x="114767" y="254101"/>
                      </a:cubicBezTo>
                      <a:cubicBezTo>
                        <a:pt x="112519" y="248116"/>
                        <a:pt x="110272" y="242132"/>
                        <a:pt x="106527" y="236896"/>
                      </a:cubicBezTo>
                      <a:cubicBezTo>
                        <a:pt x="97539" y="225675"/>
                        <a:pt x="97539" y="216698"/>
                        <a:pt x="110272" y="207722"/>
                      </a:cubicBezTo>
                      <a:cubicBezTo>
                        <a:pt x="114017" y="205478"/>
                        <a:pt x="114767" y="200241"/>
                        <a:pt x="117763" y="197249"/>
                      </a:cubicBezTo>
                      <a:cubicBezTo>
                        <a:pt x="122257" y="194257"/>
                        <a:pt x="128249" y="190517"/>
                        <a:pt x="132743" y="190517"/>
                      </a:cubicBezTo>
                      <a:cubicBezTo>
                        <a:pt x="157461" y="192761"/>
                        <a:pt x="176187" y="177052"/>
                        <a:pt x="182179" y="153114"/>
                      </a:cubicBezTo>
                      <a:cubicBezTo>
                        <a:pt x="191167" y="120200"/>
                        <a:pt x="191167" y="87286"/>
                        <a:pt x="179183" y="55120"/>
                      </a:cubicBezTo>
                      <a:cubicBezTo>
                        <a:pt x="178434" y="52876"/>
                        <a:pt x="178434" y="48388"/>
                        <a:pt x="179932" y="46892"/>
                      </a:cubicBezTo>
                      <a:cubicBezTo>
                        <a:pt x="188171" y="33427"/>
                        <a:pt x="195662" y="18466"/>
                        <a:pt x="206148" y="7246"/>
                      </a:cubicBezTo>
                      <a:cubicBezTo>
                        <a:pt x="211391" y="1635"/>
                        <a:pt x="216822" y="-609"/>
                        <a:pt x="223188" y="13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3" name="ïṩľíďe"/>
                <p:cNvSpPr/>
                <p:nvPr/>
              </p:nvSpPr>
              <p:spPr bwMode="auto">
                <a:xfrm>
                  <a:off x="6439808" y="2824242"/>
                  <a:ext cx="728115" cy="922860"/>
                </a:xfrm>
                <a:custGeom>
                  <a:avLst/>
                  <a:gdLst>
                    <a:gd name="connsiteX0" fmla="*/ 299408 w 728115"/>
                    <a:gd name="connsiteY0" fmla="*/ 385230 h 922860"/>
                    <a:gd name="connsiteX1" fmla="*/ 335404 w 728115"/>
                    <a:gd name="connsiteY1" fmla="*/ 442576 h 922860"/>
                    <a:gd name="connsiteX2" fmla="*/ 320406 w 728115"/>
                    <a:gd name="connsiteY2" fmla="*/ 473111 h 922860"/>
                    <a:gd name="connsiteX3" fmla="*/ 327905 w 728115"/>
                    <a:gd name="connsiteY3" fmla="*/ 506625 h 922860"/>
                    <a:gd name="connsiteX4" fmla="*/ 330904 w 728115"/>
                    <a:gd name="connsiteY4" fmla="*/ 575142 h 922860"/>
                    <a:gd name="connsiteX5" fmla="*/ 291158 w 728115"/>
                    <a:gd name="connsiteY5" fmla="*/ 587803 h 922860"/>
                    <a:gd name="connsiteX6" fmla="*/ 262661 w 728115"/>
                    <a:gd name="connsiteY6" fmla="*/ 596740 h 922860"/>
                    <a:gd name="connsiteX7" fmla="*/ 249163 w 728115"/>
                    <a:gd name="connsiteY7" fmla="*/ 542373 h 922860"/>
                    <a:gd name="connsiteX8" fmla="*/ 246913 w 728115"/>
                    <a:gd name="connsiteY8" fmla="*/ 489495 h 922860"/>
                    <a:gd name="connsiteX9" fmla="*/ 237164 w 728115"/>
                    <a:gd name="connsiteY9" fmla="*/ 438852 h 922860"/>
                    <a:gd name="connsiteX10" fmla="*/ 224415 w 728115"/>
                    <a:gd name="connsiteY10" fmla="*/ 416510 h 922860"/>
                    <a:gd name="connsiteX11" fmla="*/ 255162 w 728115"/>
                    <a:gd name="connsiteY11" fmla="*/ 410552 h 922860"/>
                    <a:gd name="connsiteX12" fmla="*/ 299408 w 728115"/>
                    <a:gd name="connsiteY12" fmla="*/ 385230 h 922860"/>
                    <a:gd name="connsiteX13" fmla="*/ 609302 w 728115"/>
                    <a:gd name="connsiteY13" fmla="*/ 277548 h 922860"/>
                    <a:gd name="connsiteX14" fmla="*/ 580836 w 728115"/>
                    <a:gd name="connsiteY14" fmla="*/ 311197 h 922860"/>
                    <a:gd name="connsiteX15" fmla="*/ 578588 w 728115"/>
                    <a:gd name="connsiteY15" fmla="*/ 354567 h 922860"/>
                    <a:gd name="connsiteX16" fmla="*/ 577839 w 728115"/>
                    <a:gd name="connsiteY16" fmla="*/ 436072 h 922860"/>
                    <a:gd name="connsiteX17" fmla="*/ 589076 w 728115"/>
                    <a:gd name="connsiteY17" fmla="*/ 428595 h 922860"/>
                    <a:gd name="connsiteX18" fmla="*/ 631027 w 728115"/>
                    <a:gd name="connsiteY18" fmla="*/ 355315 h 922860"/>
                    <a:gd name="connsiteX19" fmla="*/ 638518 w 728115"/>
                    <a:gd name="connsiteY19" fmla="*/ 296990 h 922860"/>
                    <a:gd name="connsiteX20" fmla="*/ 609302 w 728115"/>
                    <a:gd name="connsiteY20" fmla="*/ 277548 h 922860"/>
                    <a:gd name="connsiteX21" fmla="*/ 516412 w 728115"/>
                    <a:gd name="connsiteY21" fmla="*/ 203521 h 922860"/>
                    <a:gd name="connsiteX22" fmla="*/ 493938 w 728115"/>
                    <a:gd name="connsiteY22" fmla="*/ 245395 h 922860"/>
                    <a:gd name="connsiteX23" fmla="*/ 477458 w 728115"/>
                    <a:gd name="connsiteY23" fmla="*/ 337369 h 922860"/>
                    <a:gd name="connsiteX24" fmla="*/ 475210 w 728115"/>
                    <a:gd name="connsiteY24" fmla="*/ 349333 h 922860"/>
                    <a:gd name="connsiteX25" fmla="*/ 517910 w 728115"/>
                    <a:gd name="connsiteY25" fmla="*/ 311945 h 922860"/>
                    <a:gd name="connsiteX26" fmla="*/ 520906 w 728115"/>
                    <a:gd name="connsiteY26" fmla="*/ 299233 h 922860"/>
                    <a:gd name="connsiteX27" fmla="*/ 520906 w 728115"/>
                    <a:gd name="connsiteY27" fmla="*/ 232683 h 922860"/>
                    <a:gd name="connsiteX28" fmla="*/ 516412 w 728115"/>
                    <a:gd name="connsiteY28" fmla="*/ 203521 h 922860"/>
                    <a:gd name="connsiteX29" fmla="*/ 261331 w 728115"/>
                    <a:gd name="connsiteY29" fmla="*/ 202496 h 922860"/>
                    <a:gd name="connsiteX30" fmla="*/ 301839 w 728115"/>
                    <a:gd name="connsiteY30" fmla="*/ 209962 h 922860"/>
                    <a:gd name="connsiteX31" fmla="*/ 320593 w 728115"/>
                    <a:gd name="connsiteY31" fmla="*/ 245050 h 922860"/>
                    <a:gd name="connsiteX32" fmla="*/ 317593 w 728115"/>
                    <a:gd name="connsiteY32" fmla="*/ 336131 h 922860"/>
                    <a:gd name="connsiteX33" fmla="*/ 301839 w 728115"/>
                    <a:gd name="connsiteY33" fmla="*/ 357782 h 922860"/>
                    <a:gd name="connsiteX34" fmla="*/ 296588 w 728115"/>
                    <a:gd name="connsiteY34" fmla="*/ 360768 h 922860"/>
                    <a:gd name="connsiteX35" fmla="*/ 273333 w 728115"/>
                    <a:gd name="connsiteY35" fmla="*/ 370474 h 922860"/>
                    <a:gd name="connsiteX36" fmla="*/ 232075 w 728115"/>
                    <a:gd name="connsiteY36" fmla="*/ 347330 h 922860"/>
                    <a:gd name="connsiteX37" fmla="*/ 232075 w 728115"/>
                    <a:gd name="connsiteY37" fmla="*/ 324186 h 922860"/>
                    <a:gd name="connsiteX38" fmla="*/ 244077 w 728115"/>
                    <a:gd name="connsiteY38" fmla="*/ 283125 h 922860"/>
                    <a:gd name="connsiteX39" fmla="*/ 222323 w 728115"/>
                    <a:gd name="connsiteY39" fmla="*/ 267447 h 922860"/>
                    <a:gd name="connsiteX40" fmla="*/ 215571 w 728115"/>
                    <a:gd name="connsiteY40" fmla="*/ 269687 h 922860"/>
                    <a:gd name="connsiteX41" fmla="*/ 235825 w 728115"/>
                    <a:gd name="connsiteY41" fmla="*/ 221160 h 922860"/>
                    <a:gd name="connsiteX42" fmla="*/ 261331 w 728115"/>
                    <a:gd name="connsiteY42" fmla="*/ 202496 h 922860"/>
                    <a:gd name="connsiteX43" fmla="*/ 671573 w 728115"/>
                    <a:gd name="connsiteY43" fmla="*/ 4337 h 922860"/>
                    <a:gd name="connsiteX44" fmla="*/ 699197 w 728115"/>
                    <a:gd name="connsiteY44" fmla="*/ 11347 h 922860"/>
                    <a:gd name="connsiteX45" fmla="*/ 708935 w 728115"/>
                    <a:gd name="connsiteY45" fmla="*/ 35276 h 922860"/>
                    <a:gd name="connsiteX46" fmla="*/ 663988 w 728115"/>
                    <a:gd name="connsiteY46" fmla="*/ 95844 h 922860"/>
                    <a:gd name="connsiteX47" fmla="*/ 580087 w 728115"/>
                    <a:gd name="connsiteY47" fmla="*/ 138466 h 922860"/>
                    <a:gd name="connsiteX48" fmla="*/ 567352 w 728115"/>
                    <a:gd name="connsiteY48" fmla="*/ 172115 h 922860"/>
                    <a:gd name="connsiteX49" fmla="*/ 583832 w 728115"/>
                    <a:gd name="connsiteY49" fmla="*/ 206512 h 922860"/>
                    <a:gd name="connsiteX50" fmla="*/ 582334 w 728115"/>
                    <a:gd name="connsiteY50" fmla="*/ 241656 h 922860"/>
                    <a:gd name="connsiteX51" fmla="*/ 599564 w 728115"/>
                    <a:gd name="connsiteY51" fmla="*/ 255863 h 922860"/>
                    <a:gd name="connsiteX52" fmla="*/ 622037 w 728115"/>
                    <a:gd name="connsiteY52" fmla="*/ 249134 h 922860"/>
                    <a:gd name="connsiteX53" fmla="*/ 656497 w 728115"/>
                    <a:gd name="connsiteY53" fmla="*/ 243899 h 922860"/>
                    <a:gd name="connsiteX54" fmla="*/ 714179 w 728115"/>
                    <a:gd name="connsiteY54" fmla="*/ 281287 h 922860"/>
                    <a:gd name="connsiteX55" fmla="*/ 698447 w 728115"/>
                    <a:gd name="connsiteY55" fmla="*/ 382982 h 922860"/>
                    <a:gd name="connsiteX56" fmla="*/ 629529 w 728115"/>
                    <a:gd name="connsiteY56" fmla="*/ 437568 h 922860"/>
                    <a:gd name="connsiteX57" fmla="*/ 583832 w 728115"/>
                    <a:gd name="connsiteY57" fmla="*/ 475703 h 922860"/>
                    <a:gd name="connsiteX58" fmla="*/ 577839 w 728115"/>
                    <a:gd name="connsiteY58" fmla="*/ 495892 h 922860"/>
                    <a:gd name="connsiteX59" fmla="*/ 574094 w 728115"/>
                    <a:gd name="connsiteY59" fmla="*/ 624506 h 922860"/>
                    <a:gd name="connsiteX60" fmla="*/ 563606 w 728115"/>
                    <a:gd name="connsiteY60" fmla="*/ 720967 h 922860"/>
                    <a:gd name="connsiteX61" fmla="*/ 558362 w 728115"/>
                    <a:gd name="connsiteY61" fmla="*/ 822661 h 922860"/>
                    <a:gd name="connsiteX62" fmla="*/ 539634 w 728115"/>
                    <a:gd name="connsiteY62" fmla="*/ 913887 h 922860"/>
                    <a:gd name="connsiteX63" fmla="*/ 535889 w 728115"/>
                    <a:gd name="connsiteY63" fmla="*/ 919121 h 922860"/>
                    <a:gd name="connsiteX64" fmla="*/ 528398 w 728115"/>
                    <a:gd name="connsiteY64" fmla="*/ 922860 h 922860"/>
                    <a:gd name="connsiteX65" fmla="*/ 520157 w 728115"/>
                    <a:gd name="connsiteY65" fmla="*/ 877247 h 922860"/>
                    <a:gd name="connsiteX66" fmla="*/ 514913 w 728115"/>
                    <a:gd name="connsiteY66" fmla="*/ 743399 h 922860"/>
                    <a:gd name="connsiteX67" fmla="*/ 516412 w 728115"/>
                    <a:gd name="connsiteY67" fmla="*/ 572163 h 922860"/>
                    <a:gd name="connsiteX68" fmla="*/ 517161 w 728115"/>
                    <a:gd name="connsiteY68" fmla="*/ 365035 h 922860"/>
                    <a:gd name="connsiteX69" fmla="*/ 515663 w 728115"/>
                    <a:gd name="connsiteY69" fmla="*/ 348585 h 922860"/>
                    <a:gd name="connsiteX70" fmla="*/ 490942 w 728115"/>
                    <a:gd name="connsiteY70" fmla="*/ 398684 h 922860"/>
                    <a:gd name="connsiteX71" fmla="*/ 485698 w 728115"/>
                    <a:gd name="connsiteY71" fmla="*/ 446541 h 922860"/>
                    <a:gd name="connsiteX72" fmla="*/ 466970 w 728115"/>
                    <a:gd name="connsiteY72" fmla="*/ 475703 h 922860"/>
                    <a:gd name="connsiteX73" fmla="*/ 431012 w 728115"/>
                    <a:gd name="connsiteY73" fmla="*/ 470469 h 922860"/>
                    <a:gd name="connsiteX74" fmla="*/ 419026 w 728115"/>
                    <a:gd name="connsiteY74" fmla="*/ 394946 h 922860"/>
                    <a:gd name="connsiteX75" fmla="*/ 460228 w 728115"/>
                    <a:gd name="connsiteY75" fmla="*/ 271566 h 922860"/>
                    <a:gd name="connsiteX76" fmla="*/ 493938 w 728115"/>
                    <a:gd name="connsiteY76" fmla="*/ 207259 h 922860"/>
                    <a:gd name="connsiteX77" fmla="*/ 508171 w 728115"/>
                    <a:gd name="connsiteY77" fmla="*/ 178844 h 922860"/>
                    <a:gd name="connsiteX78" fmla="*/ 529147 w 728115"/>
                    <a:gd name="connsiteY78" fmla="*/ 156412 h 922860"/>
                    <a:gd name="connsiteX79" fmla="*/ 569599 w 728115"/>
                    <a:gd name="connsiteY79" fmla="*/ 89862 h 922860"/>
                    <a:gd name="connsiteX80" fmla="*/ 516412 w 728115"/>
                    <a:gd name="connsiteY80" fmla="*/ 119024 h 922860"/>
                    <a:gd name="connsiteX81" fmla="*/ 478207 w 728115"/>
                    <a:gd name="connsiteY81" fmla="*/ 162394 h 922860"/>
                    <a:gd name="connsiteX82" fmla="*/ 413782 w 728115"/>
                    <a:gd name="connsiteY82" fmla="*/ 178844 h 922860"/>
                    <a:gd name="connsiteX83" fmla="*/ 416030 w 728115"/>
                    <a:gd name="connsiteY83" fmla="*/ 127997 h 922860"/>
                    <a:gd name="connsiteX84" fmla="*/ 505175 w 728115"/>
                    <a:gd name="connsiteY84" fmla="*/ 86123 h 922860"/>
                    <a:gd name="connsiteX85" fmla="*/ 571097 w 728115"/>
                    <a:gd name="connsiteY85" fmla="*/ 49483 h 922860"/>
                    <a:gd name="connsiteX86" fmla="*/ 644511 w 728115"/>
                    <a:gd name="connsiteY86" fmla="*/ 9104 h 922860"/>
                    <a:gd name="connsiteX87" fmla="*/ 671573 w 728115"/>
                    <a:gd name="connsiteY87" fmla="*/ 4337 h 922860"/>
                    <a:gd name="connsiteX88" fmla="*/ 242416 w 728115"/>
                    <a:gd name="connsiteY88" fmla="*/ 4 h 922860"/>
                    <a:gd name="connsiteX89" fmla="*/ 295809 w 728115"/>
                    <a:gd name="connsiteY89" fmla="*/ 17048 h 922860"/>
                    <a:gd name="connsiteX90" fmla="*/ 286822 w 728115"/>
                    <a:gd name="connsiteY90" fmla="*/ 112063 h 922860"/>
                    <a:gd name="connsiteX91" fmla="*/ 247880 w 728115"/>
                    <a:gd name="connsiteY91" fmla="*/ 132263 h 922860"/>
                    <a:gd name="connsiteX92" fmla="*/ 232154 w 728115"/>
                    <a:gd name="connsiteY92" fmla="*/ 144982 h 922860"/>
                    <a:gd name="connsiteX93" fmla="*/ 175238 w 728115"/>
                    <a:gd name="connsiteY93" fmla="*/ 251220 h 922860"/>
                    <a:gd name="connsiteX94" fmla="*/ 174489 w 728115"/>
                    <a:gd name="connsiteY94" fmla="*/ 259449 h 922860"/>
                    <a:gd name="connsiteX95" fmla="*/ 190216 w 728115"/>
                    <a:gd name="connsiteY95" fmla="*/ 301346 h 922860"/>
                    <a:gd name="connsiteX96" fmla="*/ 199951 w 728115"/>
                    <a:gd name="connsiteY96" fmla="*/ 342494 h 922860"/>
                    <a:gd name="connsiteX97" fmla="*/ 212682 w 728115"/>
                    <a:gd name="connsiteY97" fmla="*/ 423294 h 922860"/>
                    <a:gd name="connsiteX98" fmla="*/ 247131 w 728115"/>
                    <a:gd name="connsiteY98" fmla="*/ 599109 h 922860"/>
                    <a:gd name="connsiteX99" fmla="*/ 223167 w 728115"/>
                    <a:gd name="connsiteY99" fmla="*/ 673176 h 922860"/>
                    <a:gd name="connsiteX100" fmla="*/ 182727 w 728115"/>
                    <a:gd name="connsiteY100" fmla="*/ 668687 h 922860"/>
                    <a:gd name="connsiteX101" fmla="*/ 169996 w 728115"/>
                    <a:gd name="connsiteY101" fmla="*/ 633524 h 922860"/>
                    <a:gd name="connsiteX102" fmla="*/ 168498 w 728115"/>
                    <a:gd name="connsiteY102" fmla="*/ 469679 h 922860"/>
                    <a:gd name="connsiteX103" fmla="*/ 169247 w 728115"/>
                    <a:gd name="connsiteY103" fmla="*/ 287131 h 922860"/>
                    <a:gd name="connsiteX104" fmla="*/ 167749 w 728115"/>
                    <a:gd name="connsiteY104" fmla="*/ 278901 h 922860"/>
                    <a:gd name="connsiteX105" fmla="*/ 163256 w 728115"/>
                    <a:gd name="connsiteY105" fmla="*/ 275908 h 922860"/>
                    <a:gd name="connsiteX106" fmla="*/ 141539 w 728115"/>
                    <a:gd name="connsiteY106" fmla="*/ 310323 h 922860"/>
                    <a:gd name="connsiteX107" fmla="*/ 113081 w 728115"/>
                    <a:gd name="connsiteY107" fmla="*/ 346983 h 922860"/>
                    <a:gd name="connsiteX108" fmla="*/ 108588 w 728115"/>
                    <a:gd name="connsiteY108" fmla="*/ 351472 h 922860"/>
                    <a:gd name="connsiteX109" fmla="*/ 56166 w 728115"/>
                    <a:gd name="connsiteY109" fmla="*/ 386635 h 922860"/>
                    <a:gd name="connsiteX110" fmla="*/ 19471 w 728115"/>
                    <a:gd name="connsiteY110" fmla="*/ 409827 h 922860"/>
                    <a:gd name="connsiteX111" fmla="*/ 0 w 728115"/>
                    <a:gd name="connsiteY111" fmla="*/ 424790 h 922860"/>
                    <a:gd name="connsiteX112" fmla="*/ 52422 w 728115"/>
                    <a:gd name="connsiteY112" fmla="*/ 344738 h 922860"/>
                    <a:gd name="connsiteX113" fmla="*/ 91363 w 728115"/>
                    <a:gd name="connsiteY113" fmla="*/ 266931 h 922860"/>
                    <a:gd name="connsiteX114" fmla="*/ 140790 w 728115"/>
                    <a:gd name="connsiteY114" fmla="*/ 177901 h 922860"/>
                    <a:gd name="connsiteX115" fmla="*/ 211185 w 728115"/>
                    <a:gd name="connsiteY115" fmla="*/ 38745 h 922860"/>
                    <a:gd name="connsiteX116" fmla="*/ 223167 w 728115"/>
                    <a:gd name="connsiteY116" fmla="*/ 7322 h 922860"/>
                    <a:gd name="connsiteX117" fmla="*/ 226912 w 728115"/>
                    <a:gd name="connsiteY117" fmla="*/ 2833 h 922860"/>
                    <a:gd name="connsiteX118" fmla="*/ 242416 w 728115"/>
                    <a:gd name="connsiteY118" fmla="*/ 4 h 922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</a:cxnLst>
                  <a:rect l="l" t="t" r="r" b="b"/>
                  <a:pathLst>
                    <a:path w="728115" h="922860">
                      <a:moveTo>
                        <a:pt x="299408" y="385230"/>
                      </a:moveTo>
                      <a:cubicBezTo>
                        <a:pt x="329405" y="385975"/>
                        <a:pt x="347403" y="415765"/>
                        <a:pt x="335404" y="442576"/>
                      </a:cubicBezTo>
                      <a:cubicBezTo>
                        <a:pt x="330155" y="453003"/>
                        <a:pt x="324155" y="462684"/>
                        <a:pt x="320406" y="473111"/>
                      </a:cubicBezTo>
                      <a:cubicBezTo>
                        <a:pt x="315156" y="485772"/>
                        <a:pt x="315906" y="496198"/>
                        <a:pt x="327905" y="506625"/>
                      </a:cubicBezTo>
                      <a:cubicBezTo>
                        <a:pt x="351152" y="526733"/>
                        <a:pt x="352652" y="563971"/>
                        <a:pt x="330904" y="575142"/>
                      </a:cubicBezTo>
                      <a:cubicBezTo>
                        <a:pt x="318906" y="581845"/>
                        <a:pt x="304657" y="583335"/>
                        <a:pt x="291158" y="587803"/>
                      </a:cubicBezTo>
                      <a:cubicBezTo>
                        <a:pt x="282909" y="590037"/>
                        <a:pt x="273910" y="593016"/>
                        <a:pt x="262661" y="596740"/>
                      </a:cubicBezTo>
                      <a:cubicBezTo>
                        <a:pt x="267161" y="572908"/>
                        <a:pt x="261162" y="557268"/>
                        <a:pt x="249163" y="542373"/>
                      </a:cubicBezTo>
                      <a:cubicBezTo>
                        <a:pt x="239414" y="530457"/>
                        <a:pt x="237914" y="502901"/>
                        <a:pt x="246913" y="489495"/>
                      </a:cubicBezTo>
                      <a:cubicBezTo>
                        <a:pt x="261911" y="466408"/>
                        <a:pt x="259662" y="454492"/>
                        <a:pt x="237164" y="438852"/>
                      </a:cubicBezTo>
                      <a:cubicBezTo>
                        <a:pt x="230415" y="434384"/>
                        <a:pt x="228165" y="425447"/>
                        <a:pt x="224415" y="416510"/>
                      </a:cubicBezTo>
                      <a:cubicBezTo>
                        <a:pt x="237914" y="425447"/>
                        <a:pt x="246163" y="417999"/>
                        <a:pt x="255162" y="410552"/>
                      </a:cubicBezTo>
                      <a:cubicBezTo>
                        <a:pt x="268661" y="400125"/>
                        <a:pt x="279160" y="384485"/>
                        <a:pt x="299408" y="385230"/>
                      </a:cubicBezTo>
                      <a:close/>
                      <a:moveTo>
                        <a:pt x="609302" y="277548"/>
                      </a:moveTo>
                      <a:cubicBezTo>
                        <a:pt x="589076" y="282782"/>
                        <a:pt x="582334" y="291008"/>
                        <a:pt x="580836" y="311197"/>
                      </a:cubicBezTo>
                      <a:cubicBezTo>
                        <a:pt x="579338" y="326152"/>
                        <a:pt x="578588" y="340360"/>
                        <a:pt x="578588" y="354567"/>
                      </a:cubicBezTo>
                      <a:cubicBezTo>
                        <a:pt x="577839" y="380738"/>
                        <a:pt x="577839" y="406910"/>
                        <a:pt x="577839" y="436072"/>
                      </a:cubicBezTo>
                      <a:cubicBezTo>
                        <a:pt x="583083" y="433081"/>
                        <a:pt x="586829" y="431586"/>
                        <a:pt x="589076" y="428595"/>
                      </a:cubicBezTo>
                      <a:cubicBezTo>
                        <a:pt x="607804" y="406910"/>
                        <a:pt x="625034" y="383729"/>
                        <a:pt x="631027" y="355315"/>
                      </a:cubicBezTo>
                      <a:cubicBezTo>
                        <a:pt x="634772" y="335873"/>
                        <a:pt x="638518" y="316431"/>
                        <a:pt x="638518" y="296990"/>
                      </a:cubicBezTo>
                      <a:cubicBezTo>
                        <a:pt x="638518" y="278296"/>
                        <a:pt x="627281" y="272314"/>
                        <a:pt x="609302" y="277548"/>
                      </a:cubicBezTo>
                      <a:close/>
                      <a:moveTo>
                        <a:pt x="516412" y="203521"/>
                      </a:moveTo>
                      <a:cubicBezTo>
                        <a:pt x="499931" y="215485"/>
                        <a:pt x="494687" y="230440"/>
                        <a:pt x="493938" y="245395"/>
                      </a:cubicBezTo>
                      <a:cubicBezTo>
                        <a:pt x="493189" y="277548"/>
                        <a:pt x="493189" y="308954"/>
                        <a:pt x="477458" y="337369"/>
                      </a:cubicBezTo>
                      <a:cubicBezTo>
                        <a:pt x="475210" y="341855"/>
                        <a:pt x="475959" y="347089"/>
                        <a:pt x="475210" y="349333"/>
                      </a:cubicBezTo>
                      <a:cubicBezTo>
                        <a:pt x="488694" y="337369"/>
                        <a:pt x="503677" y="325404"/>
                        <a:pt x="517910" y="311945"/>
                      </a:cubicBezTo>
                      <a:cubicBezTo>
                        <a:pt x="520157" y="309702"/>
                        <a:pt x="520906" y="303720"/>
                        <a:pt x="520906" y="299233"/>
                      </a:cubicBezTo>
                      <a:cubicBezTo>
                        <a:pt x="521655" y="277548"/>
                        <a:pt x="521655" y="255116"/>
                        <a:pt x="520906" y="232683"/>
                      </a:cubicBezTo>
                      <a:cubicBezTo>
                        <a:pt x="520906" y="223710"/>
                        <a:pt x="518659" y="214737"/>
                        <a:pt x="516412" y="203521"/>
                      </a:cubicBezTo>
                      <a:close/>
                      <a:moveTo>
                        <a:pt x="261331" y="202496"/>
                      </a:moveTo>
                      <a:cubicBezTo>
                        <a:pt x="274834" y="205482"/>
                        <a:pt x="289087" y="205482"/>
                        <a:pt x="301839" y="209962"/>
                      </a:cubicBezTo>
                      <a:cubicBezTo>
                        <a:pt x="317593" y="215188"/>
                        <a:pt x="320593" y="230866"/>
                        <a:pt x="320593" y="245050"/>
                      </a:cubicBezTo>
                      <a:cubicBezTo>
                        <a:pt x="319843" y="275660"/>
                        <a:pt x="319093" y="305522"/>
                        <a:pt x="317593" y="336131"/>
                      </a:cubicBezTo>
                      <a:cubicBezTo>
                        <a:pt x="317593" y="346583"/>
                        <a:pt x="313842" y="354796"/>
                        <a:pt x="301839" y="357782"/>
                      </a:cubicBezTo>
                      <a:cubicBezTo>
                        <a:pt x="299589" y="358528"/>
                        <a:pt x="298089" y="360022"/>
                        <a:pt x="296588" y="360768"/>
                      </a:cubicBezTo>
                      <a:cubicBezTo>
                        <a:pt x="289087" y="363754"/>
                        <a:pt x="280085" y="371220"/>
                        <a:pt x="273333" y="370474"/>
                      </a:cubicBezTo>
                      <a:cubicBezTo>
                        <a:pt x="258330" y="366741"/>
                        <a:pt x="241077" y="364501"/>
                        <a:pt x="232075" y="347330"/>
                      </a:cubicBezTo>
                      <a:cubicBezTo>
                        <a:pt x="227574" y="338371"/>
                        <a:pt x="226824" y="331652"/>
                        <a:pt x="232075" y="324186"/>
                      </a:cubicBezTo>
                      <a:cubicBezTo>
                        <a:pt x="242577" y="312241"/>
                        <a:pt x="245578" y="298803"/>
                        <a:pt x="244077" y="283125"/>
                      </a:cubicBezTo>
                      <a:cubicBezTo>
                        <a:pt x="241827" y="265954"/>
                        <a:pt x="239576" y="262968"/>
                        <a:pt x="222323" y="267447"/>
                      </a:cubicBezTo>
                      <a:cubicBezTo>
                        <a:pt x="220072" y="268194"/>
                        <a:pt x="217072" y="268940"/>
                        <a:pt x="215571" y="269687"/>
                      </a:cubicBezTo>
                      <a:cubicBezTo>
                        <a:pt x="222323" y="253263"/>
                        <a:pt x="228324" y="236838"/>
                        <a:pt x="235825" y="221160"/>
                      </a:cubicBezTo>
                      <a:cubicBezTo>
                        <a:pt x="240326" y="211455"/>
                        <a:pt x="244827" y="198763"/>
                        <a:pt x="261331" y="202496"/>
                      </a:cubicBezTo>
                      <a:close/>
                      <a:moveTo>
                        <a:pt x="671573" y="4337"/>
                      </a:moveTo>
                      <a:cubicBezTo>
                        <a:pt x="680843" y="4992"/>
                        <a:pt x="690207" y="7609"/>
                        <a:pt x="699197" y="11347"/>
                      </a:cubicBezTo>
                      <a:cubicBezTo>
                        <a:pt x="708935" y="15086"/>
                        <a:pt x="714179" y="22564"/>
                        <a:pt x="708935" y="35276"/>
                      </a:cubicBezTo>
                      <a:cubicBezTo>
                        <a:pt x="698447" y="59204"/>
                        <a:pt x="683465" y="78645"/>
                        <a:pt x="663988" y="95844"/>
                      </a:cubicBezTo>
                      <a:cubicBezTo>
                        <a:pt x="639267" y="116781"/>
                        <a:pt x="612299" y="132484"/>
                        <a:pt x="580087" y="138466"/>
                      </a:cubicBezTo>
                      <a:cubicBezTo>
                        <a:pt x="559861" y="142952"/>
                        <a:pt x="556864" y="154168"/>
                        <a:pt x="567352" y="172115"/>
                      </a:cubicBezTo>
                      <a:cubicBezTo>
                        <a:pt x="573345" y="183331"/>
                        <a:pt x="580836" y="194547"/>
                        <a:pt x="583832" y="206512"/>
                      </a:cubicBezTo>
                      <a:cubicBezTo>
                        <a:pt x="586080" y="217728"/>
                        <a:pt x="583832" y="229692"/>
                        <a:pt x="582334" y="241656"/>
                      </a:cubicBezTo>
                      <a:cubicBezTo>
                        <a:pt x="581585" y="256611"/>
                        <a:pt x="584581" y="259602"/>
                        <a:pt x="599564" y="255863"/>
                      </a:cubicBezTo>
                      <a:cubicBezTo>
                        <a:pt x="607055" y="253620"/>
                        <a:pt x="614546" y="250629"/>
                        <a:pt x="622037" y="249134"/>
                      </a:cubicBezTo>
                      <a:cubicBezTo>
                        <a:pt x="634023" y="246890"/>
                        <a:pt x="646758" y="240160"/>
                        <a:pt x="656497" y="243899"/>
                      </a:cubicBezTo>
                      <a:cubicBezTo>
                        <a:pt x="678221" y="251377"/>
                        <a:pt x="702193" y="260350"/>
                        <a:pt x="714179" y="281287"/>
                      </a:cubicBezTo>
                      <a:cubicBezTo>
                        <a:pt x="735154" y="319422"/>
                        <a:pt x="734405" y="351576"/>
                        <a:pt x="698447" y="382982"/>
                      </a:cubicBezTo>
                      <a:cubicBezTo>
                        <a:pt x="676723" y="402423"/>
                        <a:pt x="652002" y="418874"/>
                        <a:pt x="629529" y="437568"/>
                      </a:cubicBezTo>
                      <a:cubicBezTo>
                        <a:pt x="613797" y="449532"/>
                        <a:pt x="598066" y="462244"/>
                        <a:pt x="583832" y="475703"/>
                      </a:cubicBezTo>
                      <a:cubicBezTo>
                        <a:pt x="579338" y="480190"/>
                        <a:pt x="577839" y="489163"/>
                        <a:pt x="577839" y="495892"/>
                      </a:cubicBezTo>
                      <a:cubicBezTo>
                        <a:pt x="576341" y="538514"/>
                        <a:pt x="576341" y="581884"/>
                        <a:pt x="574094" y="624506"/>
                      </a:cubicBezTo>
                      <a:cubicBezTo>
                        <a:pt x="571846" y="656660"/>
                        <a:pt x="565853" y="688813"/>
                        <a:pt x="563606" y="720967"/>
                      </a:cubicBezTo>
                      <a:cubicBezTo>
                        <a:pt x="561359" y="754615"/>
                        <a:pt x="555366" y="788264"/>
                        <a:pt x="558362" y="822661"/>
                      </a:cubicBezTo>
                      <a:cubicBezTo>
                        <a:pt x="561359" y="854067"/>
                        <a:pt x="558362" y="886220"/>
                        <a:pt x="539634" y="913887"/>
                      </a:cubicBezTo>
                      <a:cubicBezTo>
                        <a:pt x="538136" y="915383"/>
                        <a:pt x="537387" y="917626"/>
                        <a:pt x="535889" y="919121"/>
                      </a:cubicBezTo>
                      <a:cubicBezTo>
                        <a:pt x="535140" y="919869"/>
                        <a:pt x="533641" y="920617"/>
                        <a:pt x="528398" y="922860"/>
                      </a:cubicBezTo>
                      <a:cubicBezTo>
                        <a:pt x="525401" y="906410"/>
                        <a:pt x="520906" y="892202"/>
                        <a:pt x="520157" y="877247"/>
                      </a:cubicBezTo>
                      <a:cubicBezTo>
                        <a:pt x="517161" y="832382"/>
                        <a:pt x="515663" y="788264"/>
                        <a:pt x="514913" y="743399"/>
                      </a:cubicBezTo>
                      <a:cubicBezTo>
                        <a:pt x="514913" y="685822"/>
                        <a:pt x="515663" y="628993"/>
                        <a:pt x="516412" y="572163"/>
                      </a:cubicBezTo>
                      <a:cubicBezTo>
                        <a:pt x="516412" y="502622"/>
                        <a:pt x="517161" y="433829"/>
                        <a:pt x="517161" y="365035"/>
                      </a:cubicBezTo>
                      <a:cubicBezTo>
                        <a:pt x="517161" y="359801"/>
                        <a:pt x="516412" y="355315"/>
                        <a:pt x="515663" y="348585"/>
                      </a:cubicBezTo>
                      <a:cubicBezTo>
                        <a:pt x="494687" y="360549"/>
                        <a:pt x="492440" y="379243"/>
                        <a:pt x="490942" y="398684"/>
                      </a:cubicBezTo>
                      <a:cubicBezTo>
                        <a:pt x="490193" y="414387"/>
                        <a:pt x="490193" y="431586"/>
                        <a:pt x="485698" y="446541"/>
                      </a:cubicBezTo>
                      <a:cubicBezTo>
                        <a:pt x="483450" y="457757"/>
                        <a:pt x="474461" y="467478"/>
                        <a:pt x="466970" y="475703"/>
                      </a:cubicBezTo>
                      <a:cubicBezTo>
                        <a:pt x="458730" y="485424"/>
                        <a:pt x="434758" y="482433"/>
                        <a:pt x="431012" y="470469"/>
                      </a:cubicBezTo>
                      <a:cubicBezTo>
                        <a:pt x="422772" y="445793"/>
                        <a:pt x="404793" y="421117"/>
                        <a:pt x="419026" y="394946"/>
                      </a:cubicBezTo>
                      <a:cubicBezTo>
                        <a:pt x="439252" y="356062"/>
                        <a:pt x="445245" y="311945"/>
                        <a:pt x="460228" y="271566"/>
                      </a:cubicBezTo>
                      <a:cubicBezTo>
                        <a:pt x="468468" y="248386"/>
                        <a:pt x="482701" y="228196"/>
                        <a:pt x="493938" y="207259"/>
                      </a:cubicBezTo>
                      <a:cubicBezTo>
                        <a:pt x="499182" y="198286"/>
                        <a:pt x="502178" y="187817"/>
                        <a:pt x="508171" y="178844"/>
                      </a:cubicBezTo>
                      <a:cubicBezTo>
                        <a:pt x="513415" y="170619"/>
                        <a:pt x="520906" y="161646"/>
                        <a:pt x="529147" y="156412"/>
                      </a:cubicBezTo>
                      <a:cubicBezTo>
                        <a:pt x="546376" y="146691"/>
                        <a:pt x="569599" y="112294"/>
                        <a:pt x="569599" y="89862"/>
                      </a:cubicBezTo>
                      <a:cubicBezTo>
                        <a:pt x="550871" y="100330"/>
                        <a:pt x="534391" y="110799"/>
                        <a:pt x="516412" y="119024"/>
                      </a:cubicBezTo>
                      <a:cubicBezTo>
                        <a:pt x="497684" y="127997"/>
                        <a:pt x="485698" y="143700"/>
                        <a:pt x="478207" y="162394"/>
                      </a:cubicBezTo>
                      <a:cubicBezTo>
                        <a:pt x="466970" y="187817"/>
                        <a:pt x="438503" y="194547"/>
                        <a:pt x="413782" y="178844"/>
                      </a:cubicBezTo>
                      <a:cubicBezTo>
                        <a:pt x="393556" y="164637"/>
                        <a:pt x="393556" y="138466"/>
                        <a:pt x="416030" y="127997"/>
                      </a:cubicBezTo>
                      <a:cubicBezTo>
                        <a:pt x="445245" y="113042"/>
                        <a:pt x="475210" y="101078"/>
                        <a:pt x="505175" y="86123"/>
                      </a:cubicBezTo>
                      <a:cubicBezTo>
                        <a:pt x="527648" y="74907"/>
                        <a:pt x="548624" y="61447"/>
                        <a:pt x="571097" y="49483"/>
                      </a:cubicBezTo>
                      <a:cubicBezTo>
                        <a:pt x="595069" y="35276"/>
                        <a:pt x="619041" y="21068"/>
                        <a:pt x="644511" y="9104"/>
                      </a:cubicBezTo>
                      <a:cubicBezTo>
                        <a:pt x="653126" y="4992"/>
                        <a:pt x="662302" y="3683"/>
                        <a:pt x="671573" y="4337"/>
                      </a:cubicBezTo>
                      <a:close/>
                      <a:moveTo>
                        <a:pt x="242416" y="4"/>
                      </a:moveTo>
                      <a:cubicBezTo>
                        <a:pt x="260845" y="-206"/>
                        <a:pt x="285699" y="6948"/>
                        <a:pt x="295809" y="17048"/>
                      </a:cubicBezTo>
                      <a:cubicBezTo>
                        <a:pt x="325015" y="45478"/>
                        <a:pt x="321271" y="90367"/>
                        <a:pt x="286822" y="112063"/>
                      </a:cubicBezTo>
                      <a:cubicBezTo>
                        <a:pt x="274091" y="120293"/>
                        <a:pt x="260611" y="125530"/>
                        <a:pt x="247880" y="132263"/>
                      </a:cubicBezTo>
                      <a:cubicBezTo>
                        <a:pt x="241889" y="136004"/>
                        <a:pt x="235149" y="139745"/>
                        <a:pt x="232154" y="144982"/>
                      </a:cubicBezTo>
                      <a:cubicBezTo>
                        <a:pt x="212682" y="180145"/>
                        <a:pt x="193960" y="216056"/>
                        <a:pt x="175238" y="251220"/>
                      </a:cubicBezTo>
                      <a:cubicBezTo>
                        <a:pt x="173740" y="253464"/>
                        <a:pt x="173740" y="258701"/>
                        <a:pt x="174489" y="259449"/>
                      </a:cubicBezTo>
                      <a:cubicBezTo>
                        <a:pt x="190216" y="269923"/>
                        <a:pt x="187220" y="286383"/>
                        <a:pt x="190216" y="301346"/>
                      </a:cubicBezTo>
                      <a:cubicBezTo>
                        <a:pt x="193960" y="314812"/>
                        <a:pt x="197705" y="329027"/>
                        <a:pt x="199951" y="342494"/>
                      </a:cubicBezTo>
                      <a:cubicBezTo>
                        <a:pt x="205194" y="369427"/>
                        <a:pt x="208189" y="396361"/>
                        <a:pt x="212682" y="423294"/>
                      </a:cubicBezTo>
                      <a:cubicBezTo>
                        <a:pt x="223916" y="481650"/>
                        <a:pt x="235149" y="540754"/>
                        <a:pt x="247131" y="599109"/>
                      </a:cubicBezTo>
                      <a:cubicBezTo>
                        <a:pt x="252374" y="628287"/>
                        <a:pt x="244885" y="652976"/>
                        <a:pt x="223167" y="673176"/>
                      </a:cubicBezTo>
                      <a:cubicBezTo>
                        <a:pt x="207440" y="687391"/>
                        <a:pt x="195458" y="686643"/>
                        <a:pt x="182727" y="668687"/>
                      </a:cubicBezTo>
                      <a:cubicBezTo>
                        <a:pt x="175987" y="658961"/>
                        <a:pt x="171494" y="645495"/>
                        <a:pt x="169996" y="633524"/>
                      </a:cubicBezTo>
                      <a:cubicBezTo>
                        <a:pt x="161758" y="578909"/>
                        <a:pt x="165503" y="524294"/>
                        <a:pt x="168498" y="469679"/>
                      </a:cubicBezTo>
                      <a:cubicBezTo>
                        <a:pt x="171494" y="409079"/>
                        <a:pt x="169247" y="348479"/>
                        <a:pt x="169247" y="287131"/>
                      </a:cubicBezTo>
                      <a:cubicBezTo>
                        <a:pt x="169247" y="284138"/>
                        <a:pt x="168498" y="281894"/>
                        <a:pt x="167749" y="278901"/>
                      </a:cubicBezTo>
                      <a:cubicBezTo>
                        <a:pt x="166252" y="278153"/>
                        <a:pt x="164754" y="276657"/>
                        <a:pt x="163256" y="275908"/>
                      </a:cubicBezTo>
                      <a:cubicBezTo>
                        <a:pt x="155767" y="287131"/>
                        <a:pt x="146781" y="298353"/>
                        <a:pt x="141539" y="310323"/>
                      </a:cubicBezTo>
                      <a:cubicBezTo>
                        <a:pt x="135547" y="325286"/>
                        <a:pt x="129556" y="339501"/>
                        <a:pt x="113081" y="346983"/>
                      </a:cubicBezTo>
                      <a:cubicBezTo>
                        <a:pt x="111583" y="347731"/>
                        <a:pt x="110085" y="349975"/>
                        <a:pt x="108588" y="351472"/>
                      </a:cubicBezTo>
                      <a:cubicBezTo>
                        <a:pt x="94359" y="368679"/>
                        <a:pt x="83126" y="385887"/>
                        <a:pt x="56166" y="386635"/>
                      </a:cubicBezTo>
                      <a:cubicBezTo>
                        <a:pt x="44184" y="386635"/>
                        <a:pt x="31453" y="401598"/>
                        <a:pt x="19471" y="409827"/>
                      </a:cubicBezTo>
                      <a:cubicBezTo>
                        <a:pt x="13480" y="413568"/>
                        <a:pt x="8237" y="418805"/>
                        <a:pt x="0" y="424790"/>
                      </a:cubicBezTo>
                      <a:cubicBezTo>
                        <a:pt x="18722" y="396361"/>
                        <a:pt x="36695" y="371672"/>
                        <a:pt x="52422" y="344738"/>
                      </a:cubicBezTo>
                      <a:cubicBezTo>
                        <a:pt x="66650" y="319301"/>
                        <a:pt x="77884" y="292368"/>
                        <a:pt x="91363" y="266931"/>
                      </a:cubicBezTo>
                      <a:cubicBezTo>
                        <a:pt x="107090" y="237005"/>
                        <a:pt x="125063" y="207827"/>
                        <a:pt x="140790" y="177901"/>
                      </a:cubicBezTo>
                      <a:cubicBezTo>
                        <a:pt x="164754" y="132263"/>
                        <a:pt x="188718" y="85878"/>
                        <a:pt x="211185" y="38745"/>
                      </a:cubicBezTo>
                      <a:cubicBezTo>
                        <a:pt x="215678" y="29019"/>
                        <a:pt x="210436" y="14804"/>
                        <a:pt x="223167" y="7322"/>
                      </a:cubicBezTo>
                      <a:cubicBezTo>
                        <a:pt x="224665" y="5826"/>
                        <a:pt x="225414" y="3582"/>
                        <a:pt x="226912" y="2833"/>
                      </a:cubicBezTo>
                      <a:cubicBezTo>
                        <a:pt x="230843" y="963"/>
                        <a:pt x="236273" y="75"/>
                        <a:pt x="242416" y="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21" name="íṥliḋé"/>
              <p:cNvGrpSpPr/>
              <p:nvPr/>
            </p:nvGrpSpPr>
            <p:grpSpPr>
              <a:xfrm>
                <a:off x="2351088" y="1326048"/>
                <a:ext cx="1074470" cy="1082834"/>
                <a:chOff x="2346168" y="2513373"/>
                <a:chExt cx="1846173" cy="1860545"/>
              </a:xfrm>
              <a:grpFill/>
            </p:grpSpPr>
            <p:sp>
              <p:nvSpPr>
                <p:cNvPr id="22" name="ïṥ1îḓé"/>
                <p:cNvSpPr/>
                <p:nvPr/>
              </p:nvSpPr>
              <p:spPr bwMode="auto">
                <a:xfrm>
                  <a:off x="3972348" y="3555853"/>
                  <a:ext cx="79595" cy="40904"/>
                </a:xfrm>
                <a:custGeom>
                  <a:avLst/>
                  <a:gdLst>
                    <a:gd name="T0" fmla="*/ 0 w 107"/>
                    <a:gd name="T1" fmla="*/ 37 h 55"/>
                    <a:gd name="T2" fmla="*/ 6 w 107"/>
                    <a:gd name="T3" fmla="*/ 0 h 55"/>
                    <a:gd name="T4" fmla="*/ 107 w 107"/>
                    <a:gd name="T5" fmla="*/ 18 h 55"/>
                    <a:gd name="T6" fmla="*/ 101 w 107"/>
                    <a:gd name="T7" fmla="*/ 55 h 55"/>
                    <a:gd name="T8" fmla="*/ 0 w 107"/>
                    <a:gd name="T9" fmla="*/ 37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7" h="55">
                      <a:moveTo>
                        <a:pt x="0" y="37"/>
                      </a:moveTo>
                      <a:cubicBezTo>
                        <a:pt x="2" y="22"/>
                        <a:pt x="4" y="10"/>
                        <a:pt x="6" y="0"/>
                      </a:cubicBezTo>
                      <a:cubicBezTo>
                        <a:pt x="39" y="11"/>
                        <a:pt x="72" y="19"/>
                        <a:pt x="107" y="18"/>
                      </a:cubicBezTo>
                      <a:cubicBezTo>
                        <a:pt x="106" y="28"/>
                        <a:pt x="104" y="40"/>
                        <a:pt x="101" y="55"/>
                      </a:cubicBezTo>
                      <a:cubicBezTo>
                        <a:pt x="90" y="38"/>
                        <a:pt x="21" y="26"/>
                        <a:pt x="0" y="3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3" name="ïş1íde"/>
                <p:cNvSpPr/>
                <p:nvPr/>
              </p:nvSpPr>
              <p:spPr bwMode="auto">
                <a:xfrm>
                  <a:off x="3999985" y="3663086"/>
                  <a:ext cx="26532" cy="15477"/>
                </a:xfrm>
                <a:custGeom>
                  <a:avLst/>
                  <a:gdLst>
                    <a:gd name="T0" fmla="*/ 33 w 36"/>
                    <a:gd name="T1" fmla="*/ 21 h 21"/>
                    <a:gd name="T2" fmla="*/ 0 w 36"/>
                    <a:gd name="T3" fmla="*/ 12 h 21"/>
                    <a:gd name="T4" fmla="*/ 36 w 36"/>
                    <a:gd name="T5" fmla="*/ 0 h 21"/>
                    <a:gd name="T6" fmla="*/ 33 w 36"/>
                    <a:gd name="T7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21">
                      <a:moveTo>
                        <a:pt x="33" y="21"/>
                      </a:moveTo>
                      <a:cubicBezTo>
                        <a:pt x="22" y="18"/>
                        <a:pt x="13" y="16"/>
                        <a:pt x="0" y="12"/>
                      </a:cubicBezTo>
                      <a:cubicBezTo>
                        <a:pt x="14" y="7"/>
                        <a:pt x="25" y="4"/>
                        <a:pt x="36" y="0"/>
                      </a:cubicBezTo>
                      <a:cubicBezTo>
                        <a:pt x="35" y="6"/>
                        <a:pt x="34" y="13"/>
                        <a:pt x="33" y="2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4" name="iṡľîḓe"/>
                <p:cNvSpPr/>
                <p:nvPr/>
              </p:nvSpPr>
              <p:spPr bwMode="auto">
                <a:xfrm>
                  <a:off x="2346168" y="2513373"/>
                  <a:ext cx="1846173" cy="1860545"/>
                </a:xfrm>
                <a:custGeom>
                  <a:avLst/>
                  <a:gdLst>
                    <a:gd name="T0" fmla="*/ 2465 w 2466"/>
                    <a:gd name="T1" fmla="*/ 1229 h 2487"/>
                    <a:gd name="T2" fmla="*/ 1288 w 2466"/>
                    <a:gd name="T3" fmla="*/ 2460 h 2487"/>
                    <a:gd name="T4" fmla="*/ 6 w 2466"/>
                    <a:gd name="T5" fmla="*/ 1246 h 2487"/>
                    <a:gd name="T6" fmla="*/ 1232 w 2466"/>
                    <a:gd name="T7" fmla="*/ 1 h 2487"/>
                    <a:gd name="T8" fmla="*/ 2465 w 2466"/>
                    <a:gd name="T9" fmla="*/ 1229 h 2487"/>
                    <a:gd name="T10" fmla="*/ 1236 w 2466"/>
                    <a:gd name="T11" fmla="*/ 21 h 2487"/>
                    <a:gd name="T12" fmla="*/ 27 w 2466"/>
                    <a:gd name="T13" fmla="*/ 1242 h 2487"/>
                    <a:gd name="T14" fmla="*/ 1235 w 2466"/>
                    <a:gd name="T15" fmla="*/ 2441 h 2487"/>
                    <a:gd name="T16" fmla="*/ 2445 w 2466"/>
                    <a:gd name="T17" fmla="*/ 1205 h 2487"/>
                    <a:gd name="T18" fmla="*/ 1236 w 2466"/>
                    <a:gd name="T19" fmla="*/ 21 h 24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466" h="2487">
                      <a:moveTo>
                        <a:pt x="2465" y="1229"/>
                      </a:moveTo>
                      <a:cubicBezTo>
                        <a:pt x="2465" y="1909"/>
                        <a:pt x="1922" y="2436"/>
                        <a:pt x="1288" y="2460"/>
                      </a:cubicBezTo>
                      <a:cubicBezTo>
                        <a:pt x="565" y="2487"/>
                        <a:pt x="12" y="1910"/>
                        <a:pt x="6" y="1246"/>
                      </a:cubicBezTo>
                      <a:cubicBezTo>
                        <a:pt x="0" y="549"/>
                        <a:pt x="565" y="3"/>
                        <a:pt x="1232" y="1"/>
                      </a:cubicBezTo>
                      <a:cubicBezTo>
                        <a:pt x="1909" y="0"/>
                        <a:pt x="2466" y="555"/>
                        <a:pt x="2465" y="1229"/>
                      </a:cubicBezTo>
                      <a:close/>
                      <a:moveTo>
                        <a:pt x="1236" y="21"/>
                      </a:moveTo>
                      <a:cubicBezTo>
                        <a:pt x="567" y="23"/>
                        <a:pt x="21" y="567"/>
                        <a:pt x="27" y="1242"/>
                      </a:cubicBezTo>
                      <a:cubicBezTo>
                        <a:pt x="32" y="1894"/>
                        <a:pt x="561" y="2439"/>
                        <a:pt x="1235" y="2441"/>
                      </a:cubicBezTo>
                      <a:cubicBezTo>
                        <a:pt x="1902" y="2442"/>
                        <a:pt x="2458" y="1896"/>
                        <a:pt x="2445" y="1205"/>
                      </a:cubicBezTo>
                      <a:cubicBezTo>
                        <a:pt x="2433" y="563"/>
                        <a:pt x="1910" y="25"/>
                        <a:pt x="1236" y="21"/>
                      </a:cubicBezTo>
                      <a:close/>
                    </a:path>
                  </a:pathLst>
                </a:custGeom>
                <a:grpFill/>
                <a:ln w="19050">
                  <a:solidFill>
                    <a:srgbClr val="005768"/>
                  </a:solidFill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5" name="îŝļïḓé"/>
                <p:cNvSpPr/>
                <p:nvPr/>
              </p:nvSpPr>
              <p:spPr bwMode="auto">
                <a:xfrm>
                  <a:off x="2377122" y="2552066"/>
                  <a:ext cx="1789793" cy="1777633"/>
                </a:xfrm>
                <a:custGeom>
                  <a:avLst/>
                  <a:gdLst>
                    <a:gd name="T0" fmla="*/ 1193 w 2390"/>
                    <a:gd name="T1" fmla="*/ 2361 h 2377"/>
                    <a:gd name="T2" fmla="*/ 14 w 2390"/>
                    <a:gd name="T3" fmla="*/ 1179 h 2377"/>
                    <a:gd name="T4" fmla="*/ 1194 w 2390"/>
                    <a:gd name="T5" fmla="*/ 0 h 2377"/>
                    <a:gd name="T6" fmla="*/ 2374 w 2390"/>
                    <a:gd name="T7" fmla="*/ 1149 h 2377"/>
                    <a:gd name="T8" fmla="*/ 1193 w 2390"/>
                    <a:gd name="T9" fmla="*/ 2361 h 2377"/>
                    <a:gd name="T10" fmla="*/ 1194 w 2390"/>
                    <a:gd name="T11" fmla="*/ 8 h 2377"/>
                    <a:gd name="T12" fmla="*/ 22 w 2390"/>
                    <a:gd name="T13" fmla="*/ 1223 h 2377"/>
                    <a:gd name="T14" fmla="*/ 1243 w 2390"/>
                    <a:gd name="T15" fmla="*/ 2351 h 2377"/>
                    <a:gd name="T16" fmla="*/ 2366 w 2390"/>
                    <a:gd name="T17" fmla="*/ 1180 h 2377"/>
                    <a:gd name="T18" fmla="*/ 1194 w 2390"/>
                    <a:gd name="T19" fmla="*/ 8 h 23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390" h="2377">
                      <a:moveTo>
                        <a:pt x="1193" y="2361"/>
                      </a:moveTo>
                      <a:cubicBezTo>
                        <a:pt x="544" y="2358"/>
                        <a:pt x="13" y="1832"/>
                        <a:pt x="14" y="1179"/>
                      </a:cubicBezTo>
                      <a:cubicBezTo>
                        <a:pt x="14" y="530"/>
                        <a:pt x="539" y="0"/>
                        <a:pt x="1194" y="0"/>
                      </a:cubicBezTo>
                      <a:cubicBezTo>
                        <a:pt x="1847" y="0"/>
                        <a:pt x="2358" y="522"/>
                        <a:pt x="2374" y="1149"/>
                      </a:cubicBezTo>
                      <a:cubicBezTo>
                        <a:pt x="2390" y="1822"/>
                        <a:pt x="1848" y="2359"/>
                        <a:pt x="1193" y="2361"/>
                      </a:cubicBezTo>
                      <a:close/>
                      <a:moveTo>
                        <a:pt x="1194" y="8"/>
                      </a:moveTo>
                      <a:cubicBezTo>
                        <a:pt x="550" y="5"/>
                        <a:pt x="0" y="542"/>
                        <a:pt x="22" y="1223"/>
                      </a:cubicBezTo>
                      <a:cubicBezTo>
                        <a:pt x="42" y="1835"/>
                        <a:pt x="560" y="2377"/>
                        <a:pt x="1243" y="2351"/>
                      </a:cubicBezTo>
                      <a:cubicBezTo>
                        <a:pt x="1845" y="2328"/>
                        <a:pt x="2366" y="1832"/>
                        <a:pt x="2366" y="1180"/>
                      </a:cubicBezTo>
                      <a:cubicBezTo>
                        <a:pt x="2366" y="521"/>
                        <a:pt x="1829" y="6"/>
                        <a:pt x="1194" y="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6" name="işľïḍé"/>
                <p:cNvSpPr/>
                <p:nvPr/>
              </p:nvSpPr>
              <p:spPr bwMode="auto">
                <a:xfrm>
                  <a:off x="2664550" y="2816278"/>
                  <a:ext cx="1213831" cy="1233730"/>
                </a:xfrm>
                <a:custGeom>
                  <a:avLst/>
                  <a:gdLst>
                    <a:gd name="T0" fmla="*/ 2 w 1622"/>
                    <a:gd name="T1" fmla="*/ 825 h 1649"/>
                    <a:gd name="T2" fmla="*/ 859 w 1622"/>
                    <a:gd name="T3" fmla="*/ 980 h 1649"/>
                    <a:gd name="T4" fmla="*/ 753 w 1622"/>
                    <a:gd name="T5" fmla="*/ 979 h 1649"/>
                    <a:gd name="T6" fmla="*/ 431 w 1622"/>
                    <a:gd name="T7" fmla="*/ 1111 h 1649"/>
                    <a:gd name="T8" fmla="*/ 513 w 1622"/>
                    <a:gd name="T9" fmla="*/ 1205 h 1649"/>
                    <a:gd name="T10" fmla="*/ 745 w 1622"/>
                    <a:gd name="T11" fmla="*/ 1065 h 1649"/>
                    <a:gd name="T12" fmla="*/ 749 w 1622"/>
                    <a:gd name="T13" fmla="*/ 1164 h 1649"/>
                    <a:gd name="T14" fmla="*/ 441 w 1622"/>
                    <a:gd name="T15" fmla="*/ 1439 h 1649"/>
                    <a:gd name="T16" fmla="*/ 793 w 1622"/>
                    <a:gd name="T17" fmla="*/ 1238 h 1649"/>
                    <a:gd name="T18" fmla="*/ 1118 w 1622"/>
                    <a:gd name="T19" fmla="*/ 1445 h 1649"/>
                    <a:gd name="T20" fmla="*/ 1100 w 1622"/>
                    <a:gd name="T21" fmla="*/ 1326 h 1649"/>
                    <a:gd name="T22" fmla="*/ 858 w 1622"/>
                    <a:gd name="T23" fmla="*/ 1065 h 1649"/>
                    <a:gd name="T24" fmla="*/ 1103 w 1622"/>
                    <a:gd name="T25" fmla="*/ 1206 h 1649"/>
                    <a:gd name="T26" fmla="*/ 1185 w 1622"/>
                    <a:gd name="T27" fmla="*/ 1099 h 1649"/>
                    <a:gd name="T28" fmla="*/ 859 w 1622"/>
                    <a:gd name="T29" fmla="*/ 980 h 1649"/>
                    <a:gd name="T30" fmla="*/ 1165 w 1622"/>
                    <a:gd name="T31" fmla="*/ 813 h 1649"/>
                    <a:gd name="T32" fmla="*/ 1146 w 1622"/>
                    <a:gd name="T33" fmla="*/ 733 h 1649"/>
                    <a:gd name="T34" fmla="*/ 881 w 1622"/>
                    <a:gd name="T35" fmla="*/ 701 h 1649"/>
                    <a:gd name="T36" fmla="*/ 1196 w 1622"/>
                    <a:gd name="T37" fmla="*/ 686 h 1649"/>
                    <a:gd name="T38" fmla="*/ 859 w 1622"/>
                    <a:gd name="T39" fmla="*/ 616 h 1649"/>
                    <a:gd name="T40" fmla="*/ 837 w 1622"/>
                    <a:gd name="T41" fmla="*/ 357 h 1649"/>
                    <a:gd name="T42" fmla="*/ 763 w 1622"/>
                    <a:gd name="T43" fmla="*/ 501 h 1649"/>
                    <a:gd name="T44" fmla="*/ 465 w 1622"/>
                    <a:gd name="T45" fmla="*/ 617 h 1649"/>
                    <a:gd name="T46" fmla="*/ 741 w 1622"/>
                    <a:gd name="T47" fmla="*/ 701 h 1649"/>
                    <a:gd name="T48" fmla="*/ 736 w 1622"/>
                    <a:gd name="T49" fmla="*/ 733 h 1649"/>
                    <a:gd name="T50" fmla="*/ 423 w 1622"/>
                    <a:gd name="T51" fmla="*/ 797 h 1649"/>
                    <a:gd name="T52" fmla="*/ 762 w 1622"/>
                    <a:gd name="T53" fmla="*/ 814 h 1649"/>
                    <a:gd name="T54" fmla="*/ 570 w 1622"/>
                    <a:gd name="T55" fmla="*/ 321 h 1649"/>
                    <a:gd name="T56" fmla="*/ 650 w 1622"/>
                    <a:gd name="T57" fmla="*/ 329 h 1649"/>
                    <a:gd name="T58" fmla="*/ 792 w 1622"/>
                    <a:gd name="T59" fmla="*/ 247 h 1649"/>
                    <a:gd name="T60" fmla="*/ 713 w 1622"/>
                    <a:gd name="T61" fmla="*/ 227 h 1649"/>
                    <a:gd name="T62" fmla="*/ 612 w 1622"/>
                    <a:gd name="T63" fmla="*/ 192 h 1649"/>
                    <a:gd name="T64" fmla="*/ 527 w 1622"/>
                    <a:gd name="T65" fmla="*/ 244 h 1649"/>
                    <a:gd name="T66" fmla="*/ 432 w 1622"/>
                    <a:gd name="T67" fmla="*/ 227 h 1649"/>
                    <a:gd name="T68" fmla="*/ 570 w 1622"/>
                    <a:gd name="T69" fmla="*/ 321 h 1649"/>
                    <a:gd name="T70" fmla="*/ 1009 w 1622"/>
                    <a:gd name="T71" fmla="*/ 355 h 1649"/>
                    <a:gd name="T72" fmla="*/ 1115 w 1622"/>
                    <a:gd name="T73" fmla="*/ 319 h 1649"/>
                    <a:gd name="T74" fmla="*/ 1154 w 1622"/>
                    <a:gd name="T75" fmla="*/ 192 h 1649"/>
                    <a:gd name="T76" fmla="*/ 1065 w 1622"/>
                    <a:gd name="T77" fmla="*/ 244 h 1649"/>
                    <a:gd name="T78" fmla="*/ 992 w 1622"/>
                    <a:gd name="T79" fmla="*/ 196 h 1649"/>
                    <a:gd name="T80" fmla="*/ 927 w 1622"/>
                    <a:gd name="T81" fmla="*/ 244 h 1649"/>
                    <a:gd name="T82" fmla="*/ 831 w 1622"/>
                    <a:gd name="T83" fmla="*/ 229 h 1649"/>
                    <a:gd name="T84" fmla="*/ 970 w 1622"/>
                    <a:gd name="T85" fmla="*/ 321 h 1649"/>
                    <a:gd name="T86" fmla="*/ 421 w 1622"/>
                    <a:gd name="T87" fmla="*/ 573 h 1649"/>
                    <a:gd name="T88" fmla="*/ 637 w 1622"/>
                    <a:gd name="T89" fmla="*/ 575 h 1649"/>
                    <a:gd name="T90" fmla="*/ 725 w 1622"/>
                    <a:gd name="T91" fmla="*/ 519 h 1649"/>
                    <a:gd name="T92" fmla="*/ 439 w 1622"/>
                    <a:gd name="T93" fmla="*/ 397 h 1649"/>
                    <a:gd name="T94" fmla="*/ 513 w 1622"/>
                    <a:gd name="T95" fmla="*/ 459 h 1649"/>
                    <a:gd name="T96" fmla="*/ 740 w 1622"/>
                    <a:gd name="T97" fmla="*/ 451 h 1649"/>
                    <a:gd name="T98" fmla="*/ 1210 w 1622"/>
                    <a:gd name="T99" fmla="*/ 545 h 1649"/>
                    <a:gd name="T100" fmla="*/ 901 w 1622"/>
                    <a:gd name="T101" fmla="*/ 516 h 1649"/>
                    <a:gd name="T102" fmla="*/ 1030 w 1622"/>
                    <a:gd name="T103" fmla="*/ 566 h 1649"/>
                    <a:gd name="T104" fmla="*/ 1041 w 1622"/>
                    <a:gd name="T105" fmla="*/ 364 h 1649"/>
                    <a:gd name="T106" fmla="*/ 930 w 1622"/>
                    <a:gd name="T107" fmla="*/ 474 h 1649"/>
                    <a:gd name="T108" fmla="*/ 1162 w 1622"/>
                    <a:gd name="T109" fmla="*/ 477 h 1649"/>
                    <a:gd name="T110" fmla="*/ 1041 w 1622"/>
                    <a:gd name="T111" fmla="*/ 364 h 16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1622" h="1649">
                      <a:moveTo>
                        <a:pt x="1620" y="828"/>
                      </a:moveTo>
                      <a:cubicBezTo>
                        <a:pt x="1619" y="1272"/>
                        <a:pt x="1252" y="1649"/>
                        <a:pt x="785" y="1635"/>
                      </a:cubicBezTo>
                      <a:cubicBezTo>
                        <a:pt x="357" y="1622"/>
                        <a:pt x="0" y="1271"/>
                        <a:pt x="2" y="825"/>
                      </a:cubicBezTo>
                      <a:cubicBezTo>
                        <a:pt x="4" y="367"/>
                        <a:pt x="368" y="32"/>
                        <a:pt x="779" y="17"/>
                      </a:cubicBezTo>
                      <a:cubicBezTo>
                        <a:pt x="1253" y="0"/>
                        <a:pt x="1622" y="384"/>
                        <a:pt x="1620" y="828"/>
                      </a:cubicBezTo>
                      <a:close/>
                      <a:moveTo>
                        <a:pt x="859" y="980"/>
                      </a:moveTo>
                      <a:cubicBezTo>
                        <a:pt x="852" y="924"/>
                        <a:pt x="846" y="916"/>
                        <a:pt x="815" y="916"/>
                      </a:cubicBezTo>
                      <a:cubicBezTo>
                        <a:pt x="801" y="916"/>
                        <a:pt x="781" y="917"/>
                        <a:pt x="774" y="926"/>
                      </a:cubicBezTo>
                      <a:cubicBezTo>
                        <a:pt x="763" y="939"/>
                        <a:pt x="760" y="959"/>
                        <a:pt x="753" y="979"/>
                      </a:cubicBezTo>
                      <a:cubicBezTo>
                        <a:pt x="750" y="979"/>
                        <a:pt x="743" y="979"/>
                        <a:pt x="737" y="979"/>
                      </a:cubicBezTo>
                      <a:cubicBezTo>
                        <a:pt x="682" y="979"/>
                        <a:pt x="628" y="979"/>
                        <a:pt x="573" y="980"/>
                      </a:cubicBezTo>
                      <a:cubicBezTo>
                        <a:pt x="498" y="981"/>
                        <a:pt x="434" y="1039"/>
                        <a:pt x="431" y="1111"/>
                      </a:cubicBezTo>
                      <a:cubicBezTo>
                        <a:pt x="429" y="1143"/>
                        <a:pt x="430" y="1175"/>
                        <a:pt x="430" y="1207"/>
                      </a:cubicBezTo>
                      <a:cubicBezTo>
                        <a:pt x="431" y="1230"/>
                        <a:pt x="445" y="1241"/>
                        <a:pt x="473" y="1241"/>
                      </a:cubicBezTo>
                      <a:cubicBezTo>
                        <a:pt x="499" y="1241"/>
                        <a:pt x="512" y="1229"/>
                        <a:pt x="513" y="1205"/>
                      </a:cubicBezTo>
                      <a:cubicBezTo>
                        <a:pt x="513" y="1179"/>
                        <a:pt x="512" y="1153"/>
                        <a:pt x="514" y="1127"/>
                      </a:cubicBezTo>
                      <a:cubicBezTo>
                        <a:pt x="516" y="1088"/>
                        <a:pt x="540" y="1065"/>
                        <a:pt x="580" y="1064"/>
                      </a:cubicBezTo>
                      <a:cubicBezTo>
                        <a:pt x="635" y="1064"/>
                        <a:pt x="690" y="1065"/>
                        <a:pt x="745" y="1065"/>
                      </a:cubicBezTo>
                      <a:cubicBezTo>
                        <a:pt x="750" y="1065"/>
                        <a:pt x="754" y="1066"/>
                        <a:pt x="759" y="1067"/>
                      </a:cubicBezTo>
                      <a:cubicBezTo>
                        <a:pt x="759" y="1094"/>
                        <a:pt x="760" y="1120"/>
                        <a:pt x="759" y="1146"/>
                      </a:cubicBezTo>
                      <a:cubicBezTo>
                        <a:pt x="758" y="1152"/>
                        <a:pt x="754" y="1160"/>
                        <a:pt x="749" y="1164"/>
                      </a:cubicBezTo>
                      <a:cubicBezTo>
                        <a:pt x="692" y="1204"/>
                        <a:pt x="635" y="1244"/>
                        <a:pt x="578" y="1284"/>
                      </a:cubicBezTo>
                      <a:cubicBezTo>
                        <a:pt x="533" y="1315"/>
                        <a:pt x="489" y="1346"/>
                        <a:pt x="445" y="1379"/>
                      </a:cubicBezTo>
                      <a:cubicBezTo>
                        <a:pt x="422" y="1396"/>
                        <a:pt x="422" y="1415"/>
                        <a:pt x="441" y="1439"/>
                      </a:cubicBezTo>
                      <a:cubicBezTo>
                        <a:pt x="456" y="1459"/>
                        <a:pt x="475" y="1462"/>
                        <a:pt x="497" y="1447"/>
                      </a:cubicBezTo>
                      <a:cubicBezTo>
                        <a:pt x="518" y="1432"/>
                        <a:pt x="538" y="1416"/>
                        <a:pt x="560" y="1401"/>
                      </a:cubicBezTo>
                      <a:cubicBezTo>
                        <a:pt x="637" y="1347"/>
                        <a:pt x="716" y="1293"/>
                        <a:pt x="793" y="1238"/>
                      </a:cubicBezTo>
                      <a:cubicBezTo>
                        <a:pt x="805" y="1230"/>
                        <a:pt x="813" y="1230"/>
                        <a:pt x="823" y="1238"/>
                      </a:cubicBezTo>
                      <a:cubicBezTo>
                        <a:pt x="861" y="1264"/>
                        <a:pt x="898" y="1291"/>
                        <a:pt x="936" y="1317"/>
                      </a:cubicBezTo>
                      <a:cubicBezTo>
                        <a:pt x="997" y="1360"/>
                        <a:pt x="1057" y="1403"/>
                        <a:pt x="1118" y="1445"/>
                      </a:cubicBezTo>
                      <a:cubicBezTo>
                        <a:pt x="1143" y="1463"/>
                        <a:pt x="1161" y="1460"/>
                        <a:pt x="1177" y="1438"/>
                      </a:cubicBezTo>
                      <a:cubicBezTo>
                        <a:pt x="1195" y="1413"/>
                        <a:pt x="1193" y="1395"/>
                        <a:pt x="1169" y="1377"/>
                      </a:cubicBezTo>
                      <a:cubicBezTo>
                        <a:pt x="1147" y="1359"/>
                        <a:pt x="1123" y="1343"/>
                        <a:pt x="1100" y="1326"/>
                      </a:cubicBezTo>
                      <a:cubicBezTo>
                        <a:pt x="1025" y="1274"/>
                        <a:pt x="951" y="1222"/>
                        <a:pt x="876" y="1170"/>
                      </a:cubicBezTo>
                      <a:cubicBezTo>
                        <a:pt x="869" y="1165"/>
                        <a:pt x="860" y="1157"/>
                        <a:pt x="859" y="1150"/>
                      </a:cubicBezTo>
                      <a:cubicBezTo>
                        <a:pt x="857" y="1122"/>
                        <a:pt x="858" y="1094"/>
                        <a:pt x="858" y="1065"/>
                      </a:cubicBezTo>
                      <a:cubicBezTo>
                        <a:pt x="923" y="1065"/>
                        <a:pt x="987" y="1064"/>
                        <a:pt x="1051" y="1066"/>
                      </a:cubicBezTo>
                      <a:cubicBezTo>
                        <a:pt x="1082" y="1067"/>
                        <a:pt x="1102" y="1093"/>
                        <a:pt x="1103" y="1126"/>
                      </a:cubicBezTo>
                      <a:cubicBezTo>
                        <a:pt x="1104" y="1153"/>
                        <a:pt x="1103" y="1179"/>
                        <a:pt x="1103" y="1206"/>
                      </a:cubicBezTo>
                      <a:cubicBezTo>
                        <a:pt x="1104" y="1227"/>
                        <a:pt x="1119" y="1240"/>
                        <a:pt x="1141" y="1241"/>
                      </a:cubicBezTo>
                      <a:cubicBezTo>
                        <a:pt x="1170" y="1242"/>
                        <a:pt x="1187" y="1232"/>
                        <a:pt x="1188" y="1209"/>
                      </a:cubicBezTo>
                      <a:cubicBezTo>
                        <a:pt x="1189" y="1172"/>
                        <a:pt x="1189" y="1135"/>
                        <a:pt x="1185" y="1099"/>
                      </a:cubicBezTo>
                      <a:cubicBezTo>
                        <a:pt x="1183" y="1079"/>
                        <a:pt x="1173" y="1059"/>
                        <a:pt x="1162" y="1042"/>
                      </a:cubicBezTo>
                      <a:cubicBezTo>
                        <a:pt x="1133" y="998"/>
                        <a:pt x="1089" y="980"/>
                        <a:pt x="1038" y="980"/>
                      </a:cubicBezTo>
                      <a:cubicBezTo>
                        <a:pt x="978" y="979"/>
                        <a:pt x="919" y="980"/>
                        <a:pt x="859" y="980"/>
                      </a:cubicBezTo>
                      <a:close/>
                      <a:moveTo>
                        <a:pt x="862" y="813"/>
                      </a:moveTo>
                      <a:cubicBezTo>
                        <a:pt x="870" y="813"/>
                        <a:pt x="878" y="813"/>
                        <a:pt x="885" y="813"/>
                      </a:cubicBezTo>
                      <a:cubicBezTo>
                        <a:pt x="978" y="813"/>
                        <a:pt x="1071" y="813"/>
                        <a:pt x="1165" y="813"/>
                      </a:cubicBezTo>
                      <a:cubicBezTo>
                        <a:pt x="1192" y="813"/>
                        <a:pt x="1204" y="801"/>
                        <a:pt x="1205" y="775"/>
                      </a:cubicBezTo>
                      <a:cubicBezTo>
                        <a:pt x="1205" y="746"/>
                        <a:pt x="1195" y="735"/>
                        <a:pt x="1166" y="733"/>
                      </a:cubicBezTo>
                      <a:cubicBezTo>
                        <a:pt x="1159" y="733"/>
                        <a:pt x="1153" y="733"/>
                        <a:pt x="1146" y="733"/>
                      </a:cubicBezTo>
                      <a:cubicBezTo>
                        <a:pt x="1058" y="733"/>
                        <a:pt x="970" y="733"/>
                        <a:pt x="882" y="733"/>
                      </a:cubicBezTo>
                      <a:cubicBezTo>
                        <a:pt x="873" y="733"/>
                        <a:pt x="861" y="737"/>
                        <a:pt x="859" y="721"/>
                      </a:cubicBezTo>
                      <a:cubicBezTo>
                        <a:pt x="857" y="704"/>
                        <a:pt x="867" y="701"/>
                        <a:pt x="881" y="701"/>
                      </a:cubicBezTo>
                      <a:cubicBezTo>
                        <a:pt x="967" y="701"/>
                        <a:pt x="1054" y="701"/>
                        <a:pt x="1141" y="701"/>
                      </a:cubicBezTo>
                      <a:cubicBezTo>
                        <a:pt x="1152" y="701"/>
                        <a:pt x="1164" y="703"/>
                        <a:pt x="1174" y="700"/>
                      </a:cubicBezTo>
                      <a:cubicBezTo>
                        <a:pt x="1182" y="698"/>
                        <a:pt x="1192" y="693"/>
                        <a:pt x="1196" y="686"/>
                      </a:cubicBezTo>
                      <a:cubicBezTo>
                        <a:pt x="1216" y="652"/>
                        <a:pt x="1196" y="617"/>
                        <a:pt x="1157" y="617"/>
                      </a:cubicBezTo>
                      <a:cubicBezTo>
                        <a:pt x="1065" y="617"/>
                        <a:pt x="974" y="617"/>
                        <a:pt x="883" y="617"/>
                      </a:cubicBezTo>
                      <a:cubicBezTo>
                        <a:pt x="876" y="617"/>
                        <a:pt x="869" y="617"/>
                        <a:pt x="859" y="616"/>
                      </a:cubicBezTo>
                      <a:cubicBezTo>
                        <a:pt x="859" y="599"/>
                        <a:pt x="859" y="583"/>
                        <a:pt x="859" y="567"/>
                      </a:cubicBezTo>
                      <a:cubicBezTo>
                        <a:pt x="859" y="510"/>
                        <a:pt x="859" y="452"/>
                        <a:pt x="859" y="395"/>
                      </a:cubicBezTo>
                      <a:cubicBezTo>
                        <a:pt x="859" y="378"/>
                        <a:pt x="856" y="363"/>
                        <a:pt x="837" y="357"/>
                      </a:cubicBezTo>
                      <a:cubicBezTo>
                        <a:pt x="814" y="350"/>
                        <a:pt x="778" y="355"/>
                        <a:pt x="769" y="369"/>
                      </a:cubicBezTo>
                      <a:cubicBezTo>
                        <a:pt x="765" y="375"/>
                        <a:pt x="764" y="382"/>
                        <a:pt x="764" y="389"/>
                      </a:cubicBezTo>
                      <a:cubicBezTo>
                        <a:pt x="763" y="427"/>
                        <a:pt x="763" y="464"/>
                        <a:pt x="763" y="501"/>
                      </a:cubicBezTo>
                      <a:cubicBezTo>
                        <a:pt x="763" y="539"/>
                        <a:pt x="763" y="577"/>
                        <a:pt x="763" y="617"/>
                      </a:cubicBezTo>
                      <a:cubicBezTo>
                        <a:pt x="752" y="617"/>
                        <a:pt x="744" y="617"/>
                        <a:pt x="735" y="617"/>
                      </a:cubicBezTo>
                      <a:cubicBezTo>
                        <a:pt x="645" y="617"/>
                        <a:pt x="555" y="617"/>
                        <a:pt x="465" y="617"/>
                      </a:cubicBezTo>
                      <a:cubicBezTo>
                        <a:pt x="427" y="617"/>
                        <a:pt x="406" y="650"/>
                        <a:pt x="425" y="684"/>
                      </a:cubicBezTo>
                      <a:cubicBezTo>
                        <a:pt x="430" y="692"/>
                        <a:pt x="444" y="701"/>
                        <a:pt x="453" y="701"/>
                      </a:cubicBezTo>
                      <a:cubicBezTo>
                        <a:pt x="549" y="702"/>
                        <a:pt x="645" y="701"/>
                        <a:pt x="741" y="701"/>
                      </a:cubicBezTo>
                      <a:cubicBezTo>
                        <a:pt x="748" y="701"/>
                        <a:pt x="755" y="702"/>
                        <a:pt x="762" y="703"/>
                      </a:cubicBezTo>
                      <a:cubicBezTo>
                        <a:pt x="762" y="713"/>
                        <a:pt x="762" y="722"/>
                        <a:pt x="762" y="732"/>
                      </a:cubicBezTo>
                      <a:cubicBezTo>
                        <a:pt x="753" y="732"/>
                        <a:pt x="745" y="733"/>
                        <a:pt x="736" y="733"/>
                      </a:cubicBezTo>
                      <a:cubicBezTo>
                        <a:pt x="643" y="733"/>
                        <a:pt x="551" y="733"/>
                        <a:pt x="458" y="733"/>
                      </a:cubicBezTo>
                      <a:cubicBezTo>
                        <a:pt x="444" y="733"/>
                        <a:pt x="428" y="732"/>
                        <a:pt x="424" y="747"/>
                      </a:cubicBezTo>
                      <a:cubicBezTo>
                        <a:pt x="420" y="763"/>
                        <a:pt x="419" y="782"/>
                        <a:pt x="423" y="797"/>
                      </a:cubicBezTo>
                      <a:cubicBezTo>
                        <a:pt x="427" y="813"/>
                        <a:pt x="444" y="813"/>
                        <a:pt x="458" y="813"/>
                      </a:cubicBezTo>
                      <a:cubicBezTo>
                        <a:pt x="553" y="813"/>
                        <a:pt x="648" y="813"/>
                        <a:pt x="742" y="813"/>
                      </a:cubicBezTo>
                      <a:cubicBezTo>
                        <a:pt x="749" y="813"/>
                        <a:pt x="755" y="813"/>
                        <a:pt x="762" y="814"/>
                      </a:cubicBezTo>
                      <a:cubicBezTo>
                        <a:pt x="766" y="859"/>
                        <a:pt x="770" y="864"/>
                        <a:pt x="800" y="865"/>
                      </a:cubicBezTo>
                      <a:cubicBezTo>
                        <a:pt x="849" y="867"/>
                        <a:pt x="853" y="864"/>
                        <a:pt x="862" y="813"/>
                      </a:cubicBezTo>
                      <a:close/>
                      <a:moveTo>
                        <a:pt x="570" y="321"/>
                      </a:moveTo>
                      <a:cubicBezTo>
                        <a:pt x="571" y="323"/>
                        <a:pt x="572" y="326"/>
                        <a:pt x="573" y="328"/>
                      </a:cubicBezTo>
                      <a:cubicBezTo>
                        <a:pt x="577" y="350"/>
                        <a:pt x="594" y="356"/>
                        <a:pt x="613" y="356"/>
                      </a:cubicBezTo>
                      <a:cubicBezTo>
                        <a:pt x="631" y="356"/>
                        <a:pt x="645" y="350"/>
                        <a:pt x="650" y="329"/>
                      </a:cubicBezTo>
                      <a:cubicBezTo>
                        <a:pt x="651" y="325"/>
                        <a:pt x="659" y="321"/>
                        <a:pt x="664" y="321"/>
                      </a:cubicBezTo>
                      <a:cubicBezTo>
                        <a:pt x="684" y="319"/>
                        <a:pt x="704" y="320"/>
                        <a:pt x="724" y="318"/>
                      </a:cubicBezTo>
                      <a:cubicBezTo>
                        <a:pt x="774" y="315"/>
                        <a:pt x="791" y="298"/>
                        <a:pt x="792" y="247"/>
                      </a:cubicBezTo>
                      <a:cubicBezTo>
                        <a:pt x="792" y="242"/>
                        <a:pt x="792" y="237"/>
                        <a:pt x="792" y="231"/>
                      </a:cubicBezTo>
                      <a:cubicBezTo>
                        <a:pt x="791" y="205"/>
                        <a:pt x="779" y="193"/>
                        <a:pt x="755" y="192"/>
                      </a:cubicBezTo>
                      <a:cubicBezTo>
                        <a:pt x="729" y="191"/>
                        <a:pt x="718" y="202"/>
                        <a:pt x="713" y="227"/>
                      </a:cubicBezTo>
                      <a:cubicBezTo>
                        <a:pt x="712" y="233"/>
                        <a:pt x="704" y="242"/>
                        <a:pt x="698" y="243"/>
                      </a:cubicBezTo>
                      <a:cubicBezTo>
                        <a:pt x="683" y="245"/>
                        <a:pt x="668" y="244"/>
                        <a:pt x="653" y="244"/>
                      </a:cubicBezTo>
                      <a:cubicBezTo>
                        <a:pt x="646" y="202"/>
                        <a:pt x="637" y="191"/>
                        <a:pt x="612" y="192"/>
                      </a:cubicBezTo>
                      <a:cubicBezTo>
                        <a:pt x="602" y="193"/>
                        <a:pt x="589" y="194"/>
                        <a:pt x="584" y="201"/>
                      </a:cubicBezTo>
                      <a:cubicBezTo>
                        <a:pt x="576" y="212"/>
                        <a:pt x="573" y="228"/>
                        <a:pt x="566" y="244"/>
                      </a:cubicBezTo>
                      <a:cubicBezTo>
                        <a:pt x="555" y="244"/>
                        <a:pt x="541" y="243"/>
                        <a:pt x="527" y="244"/>
                      </a:cubicBezTo>
                      <a:cubicBezTo>
                        <a:pt x="515" y="244"/>
                        <a:pt x="510" y="237"/>
                        <a:pt x="509" y="225"/>
                      </a:cubicBezTo>
                      <a:cubicBezTo>
                        <a:pt x="506" y="202"/>
                        <a:pt x="493" y="191"/>
                        <a:pt x="469" y="192"/>
                      </a:cubicBezTo>
                      <a:cubicBezTo>
                        <a:pt x="445" y="193"/>
                        <a:pt x="433" y="204"/>
                        <a:pt x="432" y="227"/>
                      </a:cubicBezTo>
                      <a:cubicBezTo>
                        <a:pt x="431" y="240"/>
                        <a:pt x="431" y="254"/>
                        <a:pt x="433" y="267"/>
                      </a:cubicBezTo>
                      <a:cubicBezTo>
                        <a:pt x="437" y="299"/>
                        <a:pt x="456" y="315"/>
                        <a:pt x="488" y="317"/>
                      </a:cubicBezTo>
                      <a:cubicBezTo>
                        <a:pt x="515" y="319"/>
                        <a:pt x="542" y="320"/>
                        <a:pt x="570" y="321"/>
                      </a:cubicBezTo>
                      <a:close/>
                      <a:moveTo>
                        <a:pt x="970" y="321"/>
                      </a:moveTo>
                      <a:cubicBezTo>
                        <a:pt x="971" y="326"/>
                        <a:pt x="972" y="333"/>
                        <a:pt x="975" y="335"/>
                      </a:cubicBezTo>
                      <a:cubicBezTo>
                        <a:pt x="986" y="343"/>
                        <a:pt x="997" y="354"/>
                        <a:pt x="1009" y="355"/>
                      </a:cubicBezTo>
                      <a:cubicBezTo>
                        <a:pt x="1020" y="356"/>
                        <a:pt x="1041" y="349"/>
                        <a:pt x="1043" y="342"/>
                      </a:cubicBezTo>
                      <a:cubicBezTo>
                        <a:pt x="1049" y="314"/>
                        <a:pt x="1068" y="321"/>
                        <a:pt x="1085" y="320"/>
                      </a:cubicBezTo>
                      <a:cubicBezTo>
                        <a:pt x="1095" y="320"/>
                        <a:pt x="1105" y="319"/>
                        <a:pt x="1115" y="319"/>
                      </a:cubicBezTo>
                      <a:cubicBezTo>
                        <a:pt x="1192" y="317"/>
                        <a:pt x="1191" y="284"/>
                        <a:pt x="1191" y="232"/>
                      </a:cubicBezTo>
                      <a:cubicBezTo>
                        <a:pt x="1191" y="230"/>
                        <a:pt x="1191" y="228"/>
                        <a:pt x="1191" y="226"/>
                      </a:cubicBezTo>
                      <a:cubicBezTo>
                        <a:pt x="1188" y="203"/>
                        <a:pt x="1178" y="193"/>
                        <a:pt x="1154" y="192"/>
                      </a:cubicBezTo>
                      <a:cubicBezTo>
                        <a:pt x="1130" y="190"/>
                        <a:pt x="1116" y="200"/>
                        <a:pt x="1113" y="222"/>
                      </a:cubicBezTo>
                      <a:cubicBezTo>
                        <a:pt x="1112" y="240"/>
                        <a:pt x="1103" y="245"/>
                        <a:pt x="1087" y="244"/>
                      </a:cubicBezTo>
                      <a:cubicBezTo>
                        <a:pt x="1080" y="244"/>
                        <a:pt x="1073" y="243"/>
                        <a:pt x="1065" y="244"/>
                      </a:cubicBezTo>
                      <a:cubicBezTo>
                        <a:pt x="1054" y="245"/>
                        <a:pt x="1049" y="240"/>
                        <a:pt x="1048" y="228"/>
                      </a:cubicBezTo>
                      <a:cubicBezTo>
                        <a:pt x="1048" y="219"/>
                        <a:pt x="1045" y="208"/>
                        <a:pt x="1039" y="202"/>
                      </a:cubicBezTo>
                      <a:cubicBezTo>
                        <a:pt x="1025" y="189"/>
                        <a:pt x="1008" y="189"/>
                        <a:pt x="992" y="196"/>
                      </a:cubicBezTo>
                      <a:cubicBezTo>
                        <a:pt x="977" y="202"/>
                        <a:pt x="972" y="214"/>
                        <a:pt x="972" y="229"/>
                      </a:cubicBezTo>
                      <a:cubicBezTo>
                        <a:pt x="971" y="234"/>
                        <a:pt x="970" y="238"/>
                        <a:pt x="970" y="243"/>
                      </a:cubicBezTo>
                      <a:cubicBezTo>
                        <a:pt x="955" y="243"/>
                        <a:pt x="941" y="243"/>
                        <a:pt x="927" y="244"/>
                      </a:cubicBezTo>
                      <a:cubicBezTo>
                        <a:pt x="915" y="244"/>
                        <a:pt x="909" y="239"/>
                        <a:pt x="908" y="226"/>
                      </a:cubicBezTo>
                      <a:cubicBezTo>
                        <a:pt x="906" y="202"/>
                        <a:pt x="893" y="191"/>
                        <a:pt x="868" y="192"/>
                      </a:cubicBezTo>
                      <a:cubicBezTo>
                        <a:pt x="844" y="193"/>
                        <a:pt x="832" y="205"/>
                        <a:pt x="831" y="229"/>
                      </a:cubicBezTo>
                      <a:cubicBezTo>
                        <a:pt x="831" y="238"/>
                        <a:pt x="831" y="247"/>
                        <a:pt x="832" y="255"/>
                      </a:cubicBezTo>
                      <a:cubicBezTo>
                        <a:pt x="832" y="295"/>
                        <a:pt x="850" y="314"/>
                        <a:pt x="889" y="317"/>
                      </a:cubicBezTo>
                      <a:cubicBezTo>
                        <a:pt x="916" y="319"/>
                        <a:pt x="942" y="320"/>
                        <a:pt x="970" y="321"/>
                      </a:cubicBezTo>
                      <a:close/>
                      <a:moveTo>
                        <a:pt x="579" y="483"/>
                      </a:moveTo>
                      <a:cubicBezTo>
                        <a:pt x="528" y="486"/>
                        <a:pt x="480" y="498"/>
                        <a:pt x="433" y="519"/>
                      </a:cubicBezTo>
                      <a:cubicBezTo>
                        <a:pt x="414" y="528"/>
                        <a:pt x="411" y="545"/>
                        <a:pt x="421" y="573"/>
                      </a:cubicBezTo>
                      <a:cubicBezTo>
                        <a:pt x="430" y="594"/>
                        <a:pt x="443" y="601"/>
                        <a:pt x="463" y="595"/>
                      </a:cubicBezTo>
                      <a:cubicBezTo>
                        <a:pt x="479" y="591"/>
                        <a:pt x="493" y="585"/>
                        <a:pt x="508" y="579"/>
                      </a:cubicBezTo>
                      <a:cubicBezTo>
                        <a:pt x="551" y="564"/>
                        <a:pt x="593" y="558"/>
                        <a:pt x="637" y="575"/>
                      </a:cubicBezTo>
                      <a:cubicBezTo>
                        <a:pt x="657" y="583"/>
                        <a:pt x="677" y="589"/>
                        <a:pt x="697" y="595"/>
                      </a:cubicBezTo>
                      <a:cubicBezTo>
                        <a:pt x="720" y="601"/>
                        <a:pt x="731" y="593"/>
                        <a:pt x="740" y="568"/>
                      </a:cubicBezTo>
                      <a:cubicBezTo>
                        <a:pt x="749" y="542"/>
                        <a:pt x="746" y="529"/>
                        <a:pt x="725" y="519"/>
                      </a:cubicBezTo>
                      <a:cubicBezTo>
                        <a:pt x="679" y="498"/>
                        <a:pt x="631" y="485"/>
                        <a:pt x="579" y="483"/>
                      </a:cubicBezTo>
                      <a:close/>
                      <a:moveTo>
                        <a:pt x="582" y="364"/>
                      </a:moveTo>
                      <a:cubicBezTo>
                        <a:pt x="532" y="366"/>
                        <a:pt x="484" y="378"/>
                        <a:pt x="439" y="397"/>
                      </a:cubicBezTo>
                      <a:cubicBezTo>
                        <a:pt x="414" y="408"/>
                        <a:pt x="409" y="424"/>
                        <a:pt x="420" y="451"/>
                      </a:cubicBezTo>
                      <a:cubicBezTo>
                        <a:pt x="430" y="477"/>
                        <a:pt x="443" y="483"/>
                        <a:pt x="470" y="474"/>
                      </a:cubicBezTo>
                      <a:cubicBezTo>
                        <a:pt x="484" y="469"/>
                        <a:pt x="499" y="464"/>
                        <a:pt x="513" y="459"/>
                      </a:cubicBezTo>
                      <a:cubicBezTo>
                        <a:pt x="552" y="444"/>
                        <a:pt x="591" y="440"/>
                        <a:pt x="632" y="454"/>
                      </a:cubicBezTo>
                      <a:cubicBezTo>
                        <a:pt x="653" y="462"/>
                        <a:pt x="674" y="469"/>
                        <a:pt x="696" y="476"/>
                      </a:cubicBezTo>
                      <a:cubicBezTo>
                        <a:pt x="718" y="483"/>
                        <a:pt x="730" y="476"/>
                        <a:pt x="740" y="451"/>
                      </a:cubicBezTo>
                      <a:cubicBezTo>
                        <a:pt x="750" y="426"/>
                        <a:pt x="746" y="409"/>
                        <a:pt x="726" y="400"/>
                      </a:cubicBezTo>
                      <a:cubicBezTo>
                        <a:pt x="680" y="379"/>
                        <a:pt x="632" y="367"/>
                        <a:pt x="582" y="364"/>
                      </a:cubicBezTo>
                      <a:close/>
                      <a:moveTo>
                        <a:pt x="1210" y="545"/>
                      </a:moveTo>
                      <a:cubicBezTo>
                        <a:pt x="1203" y="536"/>
                        <a:pt x="1197" y="526"/>
                        <a:pt x="1188" y="520"/>
                      </a:cubicBezTo>
                      <a:cubicBezTo>
                        <a:pt x="1174" y="512"/>
                        <a:pt x="1158" y="508"/>
                        <a:pt x="1142" y="502"/>
                      </a:cubicBezTo>
                      <a:cubicBezTo>
                        <a:pt x="1060" y="470"/>
                        <a:pt x="979" y="483"/>
                        <a:pt x="901" y="516"/>
                      </a:cubicBezTo>
                      <a:cubicBezTo>
                        <a:pt x="887" y="522"/>
                        <a:pt x="877" y="532"/>
                        <a:pt x="877" y="548"/>
                      </a:cubicBezTo>
                      <a:cubicBezTo>
                        <a:pt x="876" y="586"/>
                        <a:pt x="900" y="603"/>
                        <a:pt x="936" y="592"/>
                      </a:cubicBezTo>
                      <a:cubicBezTo>
                        <a:pt x="967" y="582"/>
                        <a:pt x="998" y="571"/>
                        <a:pt x="1030" y="566"/>
                      </a:cubicBezTo>
                      <a:cubicBezTo>
                        <a:pt x="1071" y="559"/>
                        <a:pt x="1109" y="579"/>
                        <a:pt x="1147" y="591"/>
                      </a:cubicBezTo>
                      <a:cubicBezTo>
                        <a:pt x="1184" y="603"/>
                        <a:pt x="1206" y="588"/>
                        <a:pt x="1210" y="545"/>
                      </a:cubicBezTo>
                      <a:close/>
                      <a:moveTo>
                        <a:pt x="1041" y="364"/>
                      </a:moveTo>
                      <a:cubicBezTo>
                        <a:pt x="993" y="367"/>
                        <a:pt x="945" y="378"/>
                        <a:pt x="900" y="399"/>
                      </a:cubicBezTo>
                      <a:cubicBezTo>
                        <a:pt x="877" y="409"/>
                        <a:pt x="872" y="425"/>
                        <a:pt x="882" y="451"/>
                      </a:cubicBezTo>
                      <a:cubicBezTo>
                        <a:pt x="893" y="477"/>
                        <a:pt x="904" y="483"/>
                        <a:pt x="930" y="474"/>
                      </a:cubicBezTo>
                      <a:cubicBezTo>
                        <a:pt x="940" y="471"/>
                        <a:pt x="950" y="468"/>
                        <a:pt x="960" y="464"/>
                      </a:cubicBezTo>
                      <a:cubicBezTo>
                        <a:pt x="1014" y="441"/>
                        <a:pt x="1067" y="439"/>
                        <a:pt x="1121" y="463"/>
                      </a:cubicBezTo>
                      <a:cubicBezTo>
                        <a:pt x="1134" y="469"/>
                        <a:pt x="1148" y="473"/>
                        <a:pt x="1162" y="477"/>
                      </a:cubicBezTo>
                      <a:cubicBezTo>
                        <a:pt x="1183" y="482"/>
                        <a:pt x="1193" y="473"/>
                        <a:pt x="1203" y="448"/>
                      </a:cubicBezTo>
                      <a:cubicBezTo>
                        <a:pt x="1210" y="427"/>
                        <a:pt x="1206" y="408"/>
                        <a:pt x="1190" y="401"/>
                      </a:cubicBezTo>
                      <a:cubicBezTo>
                        <a:pt x="1143" y="380"/>
                        <a:pt x="1094" y="367"/>
                        <a:pt x="1041" y="36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7" name="îSľïḋe"/>
                <p:cNvSpPr/>
                <p:nvPr/>
              </p:nvSpPr>
              <p:spPr bwMode="auto">
                <a:xfrm>
                  <a:off x="2478825" y="2655864"/>
                  <a:ext cx="1586382" cy="1572129"/>
                </a:xfrm>
                <a:custGeom>
                  <a:avLst/>
                  <a:gdLst>
                    <a:gd name="connsiteX0" fmla="*/ 887404 w 1586382"/>
                    <a:gd name="connsiteY0" fmla="*/ 1525720 h 1572129"/>
                    <a:gd name="connsiteX1" fmla="*/ 888259 w 1586382"/>
                    <a:gd name="connsiteY1" fmla="*/ 1526065 h 1572129"/>
                    <a:gd name="connsiteX2" fmla="*/ 887556 w 1586382"/>
                    <a:gd name="connsiteY2" fmla="*/ 1526677 h 1572129"/>
                    <a:gd name="connsiteX3" fmla="*/ 805086 w 1586382"/>
                    <a:gd name="connsiteY3" fmla="*/ 1488855 h 1572129"/>
                    <a:gd name="connsiteX4" fmla="*/ 845989 w 1586382"/>
                    <a:gd name="connsiteY4" fmla="*/ 1525305 h 1572129"/>
                    <a:gd name="connsiteX5" fmla="*/ 817205 w 1586382"/>
                    <a:gd name="connsiteY5" fmla="*/ 1567706 h 1572129"/>
                    <a:gd name="connsiteX6" fmla="*/ 822508 w 1586382"/>
                    <a:gd name="connsiteY6" fmla="*/ 1504476 h 1572129"/>
                    <a:gd name="connsiteX7" fmla="*/ 806601 w 1586382"/>
                    <a:gd name="connsiteY7" fmla="*/ 1492574 h 1572129"/>
                    <a:gd name="connsiteX8" fmla="*/ 789937 w 1586382"/>
                    <a:gd name="connsiteY8" fmla="*/ 1504476 h 1572129"/>
                    <a:gd name="connsiteX9" fmla="*/ 797511 w 1586382"/>
                    <a:gd name="connsiteY9" fmla="*/ 1567706 h 1572129"/>
                    <a:gd name="connsiteX10" fmla="*/ 767213 w 1586382"/>
                    <a:gd name="connsiteY10" fmla="*/ 1530512 h 1572129"/>
                    <a:gd name="connsiteX11" fmla="*/ 805086 w 1586382"/>
                    <a:gd name="connsiteY11" fmla="*/ 1488855 h 1572129"/>
                    <a:gd name="connsiteX12" fmla="*/ 681430 w 1586382"/>
                    <a:gd name="connsiteY12" fmla="*/ 1484077 h 1572129"/>
                    <a:gd name="connsiteX13" fmla="*/ 713774 w 1586382"/>
                    <a:gd name="connsiteY13" fmla="*/ 1504970 h 1572129"/>
                    <a:gd name="connsiteX14" fmla="*/ 738597 w 1586382"/>
                    <a:gd name="connsiteY14" fmla="*/ 1546758 h 1572129"/>
                    <a:gd name="connsiteX15" fmla="*/ 738597 w 1586382"/>
                    <a:gd name="connsiteY15" fmla="*/ 1489300 h 1572129"/>
                    <a:gd name="connsiteX16" fmla="*/ 750632 w 1586382"/>
                    <a:gd name="connsiteY16" fmla="*/ 1490046 h 1572129"/>
                    <a:gd name="connsiteX17" fmla="*/ 740853 w 1586382"/>
                    <a:gd name="connsiteY17" fmla="*/ 1572129 h 1572129"/>
                    <a:gd name="connsiteX18" fmla="*/ 728066 w 1586382"/>
                    <a:gd name="connsiteY18" fmla="*/ 1560190 h 1572129"/>
                    <a:gd name="connsiteX19" fmla="*/ 703244 w 1586382"/>
                    <a:gd name="connsiteY19" fmla="*/ 1516910 h 1572129"/>
                    <a:gd name="connsiteX20" fmla="*/ 693465 w 1586382"/>
                    <a:gd name="connsiteY20" fmla="*/ 1502732 h 1572129"/>
                    <a:gd name="connsiteX21" fmla="*/ 695722 w 1586382"/>
                    <a:gd name="connsiteY21" fmla="*/ 1566160 h 1572129"/>
                    <a:gd name="connsiteX22" fmla="*/ 677669 w 1586382"/>
                    <a:gd name="connsiteY22" fmla="*/ 1564667 h 1572129"/>
                    <a:gd name="connsiteX23" fmla="*/ 681430 w 1586382"/>
                    <a:gd name="connsiteY23" fmla="*/ 1484077 h 1572129"/>
                    <a:gd name="connsiteX24" fmla="*/ 901939 w 1586382"/>
                    <a:gd name="connsiteY24" fmla="*/ 1482986 h 1572129"/>
                    <a:gd name="connsiteX25" fmla="*/ 923893 w 1586382"/>
                    <a:gd name="connsiteY25" fmla="*/ 1497298 h 1572129"/>
                    <a:gd name="connsiteX26" fmla="*/ 911780 w 1586382"/>
                    <a:gd name="connsiteY26" fmla="*/ 1518391 h 1572129"/>
                    <a:gd name="connsiteX27" fmla="*/ 904967 w 1586382"/>
                    <a:gd name="connsiteY27" fmla="*/ 1522157 h 1572129"/>
                    <a:gd name="connsiteX28" fmla="*/ 935248 w 1586382"/>
                    <a:gd name="connsiteY28" fmla="*/ 1556056 h 1572129"/>
                    <a:gd name="connsiteX29" fmla="*/ 917836 w 1586382"/>
                    <a:gd name="connsiteY29" fmla="*/ 1559069 h 1572129"/>
                    <a:gd name="connsiteX30" fmla="*/ 905724 w 1586382"/>
                    <a:gd name="connsiteY30" fmla="*/ 1544003 h 1572129"/>
                    <a:gd name="connsiteX31" fmla="*/ 900993 w 1586382"/>
                    <a:gd name="connsiteY31" fmla="*/ 1531197 h 1572129"/>
                    <a:gd name="connsiteX32" fmla="*/ 888259 w 1586382"/>
                    <a:gd name="connsiteY32" fmla="*/ 1526065 h 1572129"/>
                    <a:gd name="connsiteX33" fmla="*/ 905724 w 1586382"/>
                    <a:gd name="connsiteY33" fmla="*/ 1510858 h 1572129"/>
                    <a:gd name="connsiteX34" fmla="*/ 901182 w 1586382"/>
                    <a:gd name="connsiteY34" fmla="*/ 1490519 h 1572129"/>
                    <a:gd name="connsiteX35" fmla="*/ 888313 w 1586382"/>
                    <a:gd name="connsiteY35" fmla="*/ 1487506 h 1572129"/>
                    <a:gd name="connsiteX36" fmla="*/ 883013 w 1586382"/>
                    <a:gd name="connsiteY36" fmla="*/ 1498052 h 1572129"/>
                    <a:gd name="connsiteX37" fmla="*/ 887404 w 1586382"/>
                    <a:gd name="connsiteY37" fmla="*/ 1525720 h 1572129"/>
                    <a:gd name="connsiteX38" fmla="*/ 886041 w 1586382"/>
                    <a:gd name="connsiteY38" fmla="*/ 1525171 h 1572129"/>
                    <a:gd name="connsiteX39" fmla="*/ 892098 w 1586382"/>
                    <a:gd name="connsiteY39" fmla="*/ 1565096 h 1572129"/>
                    <a:gd name="connsiteX40" fmla="*/ 874686 w 1586382"/>
                    <a:gd name="connsiteY40" fmla="*/ 1566602 h 1572129"/>
                    <a:gd name="connsiteX41" fmla="*/ 865602 w 1586382"/>
                    <a:gd name="connsiteY41" fmla="*/ 1485999 h 1572129"/>
                    <a:gd name="connsiteX42" fmla="*/ 901939 w 1586382"/>
                    <a:gd name="connsiteY42" fmla="*/ 1482986 h 1572129"/>
                    <a:gd name="connsiteX43" fmla="*/ 612386 w 1586382"/>
                    <a:gd name="connsiteY43" fmla="*/ 1468212 h 1572129"/>
                    <a:gd name="connsiteX44" fmla="*/ 616168 w 1586382"/>
                    <a:gd name="connsiteY44" fmla="*/ 1468212 h 1572129"/>
                    <a:gd name="connsiteX45" fmla="*/ 629026 w 1586382"/>
                    <a:gd name="connsiteY45" fmla="*/ 1555546 h 1572129"/>
                    <a:gd name="connsiteX46" fmla="*/ 598771 w 1586382"/>
                    <a:gd name="connsiteY46" fmla="*/ 1547405 h 1572129"/>
                    <a:gd name="connsiteX47" fmla="*/ 607847 w 1586382"/>
                    <a:gd name="connsiteY47" fmla="*/ 1528162 h 1572129"/>
                    <a:gd name="connsiteX48" fmla="*/ 584399 w 1586382"/>
                    <a:gd name="connsiteY48" fmla="*/ 1516320 h 1572129"/>
                    <a:gd name="connsiteX49" fmla="*/ 572297 w 1586382"/>
                    <a:gd name="connsiteY49" fmla="*/ 1539264 h 1572129"/>
                    <a:gd name="connsiteX50" fmla="*/ 557169 w 1586382"/>
                    <a:gd name="connsiteY50" fmla="*/ 1534823 h 1572129"/>
                    <a:gd name="connsiteX51" fmla="*/ 592882 w 1586382"/>
                    <a:gd name="connsiteY51" fmla="*/ 1494782 h 1572129"/>
                    <a:gd name="connsiteX52" fmla="*/ 593213 w 1586382"/>
                    <a:gd name="connsiteY52" fmla="*/ 1494631 h 1572129"/>
                    <a:gd name="connsiteX53" fmla="*/ 585156 w 1586382"/>
                    <a:gd name="connsiteY53" fmla="*/ 1510399 h 1572129"/>
                    <a:gd name="connsiteX54" fmla="*/ 607091 w 1586382"/>
                    <a:gd name="connsiteY54" fmla="*/ 1517060 h 1572129"/>
                    <a:gd name="connsiteX55" fmla="*/ 604065 w 1586382"/>
                    <a:gd name="connsiteY55" fmla="*/ 1489676 h 1572129"/>
                    <a:gd name="connsiteX56" fmla="*/ 593213 w 1586382"/>
                    <a:gd name="connsiteY56" fmla="*/ 1494631 h 1572129"/>
                    <a:gd name="connsiteX57" fmla="*/ 593476 w 1586382"/>
                    <a:gd name="connsiteY57" fmla="*/ 1494116 h 1572129"/>
                    <a:gd name="connsiteX58" fmla="*/ 592882 w 1586382"/>
                    <a:gd name="connsiteY58" fmla="*/ 1494782 h 1572129"/>
                    <a:gd name="connsiteX59" fmla="*/ 592719 w 1586382"/>
                    <a:gd name="connsiteY59" fmla="*/ 1494856 h 1572129"/>
                    <a:gd name="connsiteX60" fmla="*/ 612386 w 1586382"/>
                    <a:gd name="connsiteY60" fmla="*/ 1468212 h 1572129"/>
                    <a:gd name="connsiteX61" fmla="*/ 1071334 w 1586382"/>
                    <a:gd name="connsiteY61" fmla="*/ 1458228 h 1572129"/>
                    <a:gd name="connsiteX62" fmla="*/ 1071334 w 1586382"/>
                    <a:gd name="connsiteY62" fmla="*/ 1487321 h 1572129"/>
                    <a:gd name="connsiteX63" fmla="*/ 1092314 w 1586382"/>
                    <a:gd name="connsiteY63" fmla="*/ 1477623 h 1572129"/>
                    <a:gd name="connsiteX64" fmla="*/ 1071334 w 1586382"/>
                    <a:gd name="connsiteY64" fmla="*/ 1458228 h 1572129"/>
                    <a:gd name="connsiteX65" fmla="*/ 1015177 w 1586382"/>
                    <a:gd name="connsiteY65" fmla="*/ 1454947 h 1572129"/>
                    <a:gd name="connsiteX66" fmla="*/ 1025644 w 1586382"/>
                    <a:gd name="connsiteY66" fmla="*/ 1493834 h 1572129"/>
                    <a:gd name="connsiteX67" fmla="*/ 1043586 w 1586382"/>
                    <a:gd name="connsiteY67" fmla="*/ 1529730 h 1572129"/>
                    <a:gd name="connsiteX68" fmla="*/ 1019663 w 1586382"/>
                    <a:gd name="connsiteY68" fmla="*/ 1537209 h 1572129"/>
                    <a:gd name="connsiteX69" fmla="*/ 1003216 w 1586382"/>
                    <a:gd name="connsiteY69" fmla="*/ 1473643 h 1572129"/>
                    <a:gd name="connsiteX70" fmla="*/ 999478 w 1586382"/>
                    <a:gd name="connsiteY70" fmla="*/ 1473643 h 1572129"/>
                    <a:gd name="connsiteX71" fmla="*/ 994992 w 1586382"/>
                    <a:gd name="connsiteY71" fmla="*/ 1544687 h 1572129"/>
                    <a:gd name="connsiteX72" fmla="*/ 989759 w 1586382"/>
                    <a:gd name="connsiteY72" fmla="*/ 1545435 h 1572129"/>
                    <a:gd name="connsiteX73" fmla="*/ 952379 w 1586382"/>
                    <a:gd name="connsiteY73" fmla="*/ 1487852 h 1572129"/>
                    <a:gd name="connsiteX74" fmla="*/ 949389 w 1586382"/>
                    <a:gd name="connsiteY74" fmla="*/ 1490095 h 1572129"/>
                    <a:gd name="connsiteX75" fmla="*/ 972564 w 1586382"/>
                    <a:gd name="connsiteY75" fmla="*/ 1550670 h 1572129"/>
                    <a:gd name="connsiteX76" fmla="*/ 956865 w 1586382"/>
                    <a:gd name="connsiteY76" fmla="*/ 1556652 h 1572129"/>
                    <a:gd name="connsiteX77" fmla="*/ 939670 w 1586382"/>
                    <a:gd name="connsiteY77" fmla="*/ 1478130 h 1572129"/>
                    <a:gd name="connsiteX78" fmla="*/ 959855 w 1586382"/>
                    <a:gd name="connsiteY78" fmla="*/ 1471399 h 1572129"/>
                    <a:gd name="connsiteX79" fmla="*/ 989759 w 1586382"/>
                    <a:gd name="connsiteY79" fmla="*/ 1517017 h 1572129"/>
                    <a:gd name="connsiteX80" fmla="*/ 994244 w 1586382"/>
                    <a:gd name="connsiteY80" fmla="*/ 1516269 h 1572129"/>
                    <a:gd name="connsiteX81" fmla="*/ 994244 w 1586382"/>
                    <a:gd name="connsiteY81" fmla="*/ 1484860 h 1572129"/>
                    <a:gd name="connsiteX82" fmla="*/ 1015177 w 1586382"/>
                    <a:gd name="connsiteY82" fmla="*/ 1454947 h 1572129"/>
                    <a:gd name="connsiteX83" fmla="*/ 1069087 w 1586382"/>
                    <a:gd name="connsiteY83" fmla="*/ 1430626 h 1572129"/>
                    <a:gd name="connsiteX84" fmla="*/ 1132026 w 1586382"/>
                    <a:gd name="connsiteY84" fmla="*/ 1495527 h 1572129"/>
                    <a:gd name="connsiteX85" fmla="*/ 1113294 w 1586382"/>
                    <a:gd name="connsiteY85" fmla="*/ 1503733 h 1572129"/>
                    <a:gd name="connsiteX86" fmla="*/ 1096061 w 1586382"/>
                    <a:gd name="connsiteY86" fmla="*/ 1483591 h 1572129"/>
                    <a:gd name="connsiteX87" fmla="*/ 1072833 w 1586382"/>
                    <a:gd name="connsiteY87" fmla="*/ 1492543 h 1572129"/>
                    <a:gd name="connsiteX88" fmla="*/ 1072833 w 1586382"/>
                    <a:gd name="connsiteY88" fmla="*/ 1519398 h 1572129"/>
                    <a:gd name="connsiteX89" fmla="*/ 1064591 w 1586382"/>
                    <a:gd name="connsiteY89" fmla="*/ 1522382 h 1572129"/>
                    <a:gd name="connsiteX90" fmla="*/ 1069087 w 1586382"/>
                    <a:gd name="connsiteY90" fmla="*/ 1430626 h 1572129"/>
                    <a:gd name="connsiteX91" fmla="*/ 496956 w 1586382"/>
                    <a:gd name="connsiteY91" fmla="*/ 1429519 h 1572129"/>
                    <a:gd name="connsiteX92" fmla="*/ 520271 w 1586382"/>
                    <a:gd name="connsiteY92" fmla="*/ 1454110 h 1572129"/>
                    <a:gd name="connsiteX93" fmla="*/ 534561 w 1586382"/>
                    <a:gd name="connsiteY93" fmla="*/ 1501057 h 1572129"/>
                    <a:gd name="connsiteX94" fmla="*/ 548851 w 1586382"/>
                    <a:gd name="connsiteY94" fmla="*/ 1448894 h 1572129"/>
                    <a:gd name="connsiteX95" fmla="*/ 559380 w 1586382"/>
                    <a:gd name="connsiteY95" fmla="*/ 1453365 h 1572129"/>
                    <a:gd name="connsiteX96" fmla="*/ 527792 w 1586382"/>
                    <a:gd name="connsiteY96" fmla="*/ 1530119 h 1572129"/>
                    <a:gd name="connsiteX97" fmla="*/ 498460 w 1586382"/>
                    <a:gd name="connsiteY97" fmla="*/ 1449639 h 1572129"/>
                    <a:gd name="connsiteX98" fmla="*/ 478906 w 1586382"/>
                    <a:gd name="connsiteY98" fmla="*/ 1507018 h 1572129"/>
                    <a:gd name="connsiteX99" fmla="*/ 467624 w 1586382"/>
                    <a:gd name="connsiteY99" fmla="*/ 1503292 h 1572129"/>
                    <a:gd name="connsiteX100" fmla="*/ 496956 w 1586382"/>
                    <a:gd name="connsiteY100" fmla="*/ 1429519 h 1572129"/>
                    <a:gd name="connsiteX101" fmla="*/ 459841 w 1586382"/>
                    <a:gd name="connsiteY101" fmla="*/ 1409620 h 1572129"/>
                    <a:gd name="connsiteX102" fmla="*/ 480889 w 1586382"/>
                    <a:gd name="connsiteY102" fmla="*/ 1420824 h 1572129"/>
                    <a:gd name="connsiteX103" fmla="*/ 446309 w 1586382"/>
                    <a:gd name="connsiteY103" fmla="*/ 1492532 h 1572129"/>
                    <a:gd name="connsiteX104" fmla="*/ 424509 w 1586382"/>
                    <a:gd name="connsiteY104" fmla="*/ 1481328 h 1572129"/>
                    <a:gd name="connsiteX105" fmla="*/ 459841 w 1586382"/>
                    <a:gd name="connsiteY105" fmla="*/ 1409620 h 1572129"/>
                    <a:gd name="connsiteX106" fmla="*/ 1134266 w 1586382"/>
                    <a:gd name="connsiteY106" fmla="*/ 1404094 h 1572129"/>
                    <a:gd name="connsiteX107" fmla="*/ 1167393 w 1586382"/>
                    <a:gd name="connsiteY107" fmla="*/ 1464348 h 1572129"/>
                    <a:gd name="connsiteX108" fmla="*/ 1184709 w 1586382"/>
                    <a:gd name="connsiteY108" fmla="*/ 1460629 h 1572129"/>
                    <a:gd name="connsiteX109" fmla="*/ 1191485 w 1586382"/>
                    <a:gd name="connsiteY109" fmla="*/ 1433105 h 1572129"/>
                    <a:gd name="connsiteX110" fmla="*/ 1202778 w 1586382"/>
                    <a:gd name="connsiteY110" fmla="*/ 1455422 h 1572129"/>
                    <a:gd name="connsiteX111" fmla="*/ 1155347 w 1586382"/>
                    <a:gd name="connsiteY111" fmla="*/ 1483689 h 1572129"/>
                    <a:gd name="connsiteX112" fmla="*/ 1115444 w 1586382"/>
                    <a:gd name="connsiteY112" fmla="*/ 1414508 h 1572129"/>
                    <a:gd name="connsiteX113" fmla="*/ 1134266 w 1586382"/>
                    <a:gd name="connsiteY113" fmla="*/ 1404094 h 1572129"/>
                    <a:gd name="connsiteX114" fmla="*/ 415186 w 1586382"/>
                    <a:gd name="connsiteY114" fmla="*/ 1385299 h 1572129"/>
                    <a:gd name="connsiteX115" fmla="*/ 432248 w 1586382"/>
                    <a:gd name="connsiteY115" fmla="*/ 1396512 h 1572129"/>
                    <a:gd name="connsiteX116" fmla="*/ 390705 w 1586382"/>
                    <a:gd name="connsiteY116" fmla="*/ 1463789 h 1572129"/>
                    <a:gd name="connsiteX117" fmla="*/ 375868 w 1586382"/>
                    <a:gd name="connsiteY117" fmla="*/ 1454071 h 1572129"/>
                    <a:gd name="connsiteX118" fmla="*/ 415186 w 1586382"/>
                    <a:gd name="connsiteY118" fmla="*/ 1385299 h 1572129"/>
                    <a:gd name="connsiteX119" fmla="*/ 377160 w 1586382"/>
                    <a:gd name="connsiteY119" fmla="*/ 1359873 h 1572129"/>
                    <a:gd name="connsiteX120" fmla="*/ 394661 w 1586382"/>
                    <a:gd name="connsiteY120" fmla="*/ 1371031 h 1572129"/>
                    <a:gd name="connsiteX121" fmla="*/ 354332 w 1586382"/>
                    <a:gd name="connsiteY121" fmla="*/ 1439468 h 1572129"/>
                    <a:gd name="connsiteX122" fmla="*/ 336070 w 1586382"/>
                    <a:gd name="connsiteY122" fmla="*/ 1427566 h 1572129"/>
                    <a:gd name="connsiteX123" fmla="*/ 377160 w 1586382"/>
                    <a:gd name="connsiteY123" fmla="*/ 1359873 h 1572129"/>
                    <a:gd name="connsiteX124" fmla="*/ 1215204 w 1586382"/>
                    <a:gd name="connsiteY124" fmla="*/ 1354346 h 1572129"/>
                    <a:gd name="connsiteX125" fmla="*/ 1264684 w 1586382"/>
                    <a:gd name="connsiteY125" fmla="*/ 1413202 h 1572129"/>
                    <a:gd name="connsiteX126" fmla="*/ 1237695 w 1586382"/>
                    <a:gd name="connsiteY126" fmla="*/ 1411712 h 1572129"/>
                    <a:gd name="connsiteX127" fmla="*/ 1214454 w 1586382"/>
                    <a:gd name="connsiteY127" fmla="*/ 1381167 h 1572129"/>
                    <a:gd name="connsiteX128" fmla="*/ 1199460 w 1586382"/>
                    <a:gd name="connsiteY128" fmla="*/ 1367011 h 1572129"/>
                    <a:gd name="connsiteX129" fmla="*/ 1215204 w 1586382"/>
                    <a:gd name="connsiteY129" fmla="*/ 1354346 h 1572129"/>
                    <a:gd name="connsiteX130" fmla="*/ 343506 w 1586382"/>
                    <a:gd name="connsiteY130" fmla="*/ 1337438 h 1572129"/>
                    <a:gd name="connsiteX131" fmla="*/ 360391 w 1586382"/>
                    <a:gd name="connsiteY131" fmla="*/ 1351192 h 1572129"/>
                    <a:gd name="connsiteX132" fmla="*/ 345471 w 1586382"/>
                    <a:gd name="connsiteY132" fmla="*/ 1368392 h 1572129"/>
                    <a:gd name="connsiteX133" fmla="*/ 346963 w 1586382"/>
                    <a:gd name="connsiteY133" fmla="*/ 1345209 h 1572129"/>
                    <a:gd name="connsiteX134" fmla="*/ 332765 w 1586382"/>
                    <a:gd name="connsiteY134" fmla="*/ 1328690 h 1572129"/>
                    <a:gd name="connsiteX135" fmla="*/ 341182 w 1586382"/>
                    <a:gd name="connsiteY135" fmla="*/ 1332215 h 1572129"/>
                    <a:gd name="connsiteX136" fmla="*/ 343506 w 1586382"/>
                    <a:gd name="connsiteY136" fmla="*/ 1337438 h 1572129"/>
                    <a:gd name="connsiteX137" fmla="*/ 1251204 w 1586382"/>
                    <a:gd name="connsiteY137" fmla="*/ 1326709 h 1572129"/>
                    <a:gd name="connsiteX138" fmla="*/ 1287900 w 1586382"/>
                    <a:gd name="connsiteY138" fmla="*/ 1386406 h 1572129"/>
                    <a:gd name="connsiteX139" fmla="*/ 1241469 w 1586382"/>
                    <a:gd name="connsiteY139" fmla="*/ 1334171 h 1572129"/>
                    <a:gd name="connsiteX140" fmla="*/ 1251204 w 1586382"/>
                    <a:gd name="connsiteY140" fmla="*/ 1326709 h 1572129"/>
                    <a:gd name="connsiteX141" fmla="*/ 302950 w 1586382"/>
                    <a:gd name="connsiteY141" fmla="*/ 1320811 h 1572129"/>
                    <a:gd name="connsiteX142" fmla="*/ 324584 w 1586382"/>
                    <a:gd name="connsiteY142" fmla="*/ 1322026 h 1572129"/>
                    <a:gd name="connsiteX143" fmla="*/ 332765 w 1586382"/>
                    <a:gd name="connsiteY143" fmla="*/ 1328690 h 1572129"/>
                    <a:gd name="connsiteX144" fmla="*/ 327568 w 1586382"/>
                    <a:gd name="connsiteY144" fmla="*/ 1326513 h 1572129"/>
                    <a:gd name="connsiteX145" fmla="*/ 286538 w 1586382"/>
                    <a:gd name="connsiteY145" fmla="*/ 1384097 h 1572129"/>
                    <a:gd name="connsiteX146" fmla="*/ 289522 w 1586382"/>
                    <a:gd name="connsiteY146" fmla="*/ 1390827 h 1572129"/>
                    <a:gd name="connsiteX147" fmla="*/ 283555 w 1586382"/>
                    <a:gd name="connsiteY147" fmla="*/ 1334739 h 1572129"/>
                    <a:gd name="connsiteX148" fmla="*/ 302950 w 1586382"/>
                    <a:gd name="connsiteY148" fmla="*/ 1320811 h 1572129"/>
                    <a:gd name="connsiteX149" fmla="*/ 205418 w 1586382"/>
                    <a:gd name="connsiteY149" fmla="*/ 1313679 h 1572129"/>
                    <a:gd name="connsiteX150" fmla="*/ 222038 w 1586382"/>
                    <a:gd name="connsiteY150" fmla="*/ 1318019 h 1572129"/>
                    <a:gd name="connsiteX151" fmla="*/ 243210 w 1586382"/>
                    <a:gd name="connsiteY151" fmla="*/ 1314969 h 1572129"/>
                    <a:gd name="connsiteX152" fmla="*/ 221308 w 1586382"/>
                    <a:gd name="connsiteY152" fmla="*/ 1335554 h 1572129"/>
                    <a:gd name="connsiteX153" fmla="*/ 204517 w 1586382"/>
                    <a:gd name="connsiteY153" fmla="*/ 1313444 h 1572129"/>
                    <a:gd name="connsiteX154" fmla="*/ 205247 w 1586382"/>
                    <a:gd name="connsiteY154" fmla="*/ 1313444 h 1572129"/>
                    <a:gd name="connsiteX155" fmla="*/ 205418 w 1586382"/>
                    <a:gd name="connsiteY155" fmla="*/ 1313679 h 1572129"/>
                    <a:gd name="connsiteX156" fmla="*/ 204464 w 1586382"/>
                    <a:gd name="connsiteY156" fmla="*/ 1312848 h 1572129"/>
                    <a:gd name="connsiteX157" fmla="*/ 204915 w 1586382"/>
                    <a:gd name="connsiteY157" fmla="*/ 1313443 h 1572129"/>
                    <a:gd name="connsiteX158" fmla="*/ 204163 w 1586382"/>
                    <a:gd name="connsiteY158" fmla="*/ 1313443 h 1572129"/>
                    <a:gd name="connsiteX159" fmla="*/ 1314958 w 1586382"/>
                    <a:gd name="connsiteY159" fmla="*/ 1267013 h 1572129"/>
                    <a:gd name="connsiteX160" fmla="*/ 1364179 w 1586382"/>
                    <a:gd name="connsiteY160" fmla="*/ 1326614 h 1572129"/>
                    <a:gd name="connsiteX161" fmla="*/ 1363433 w 1586382"/>
                    <a:gd name="connsiteY161" fmla="*/ 1331084 h 1572129"/>
                    <a:gd name="connsiteX162" fmla="*/ 1284382 w 1586382"/>
                    <a:gd name="connsiteY162" fmla="*/ 1322144 h 1572129"/>
                    <a:gd name="connsiteX163" fmla="*/ 1326145 w 1586382"/>
                    <a:gd name="connsiteY163" fmla="*/ 1366844 h 1572129"/>
                    <a:gd name="connsiteX164" fmla="*/ 1323162 w 1586382"/>
                    <a:gd name="connsiteY164" fmla="*/ 1369824 h 1572129"/>
                    <a:gd name="connsiteX165" fmla="*/ 1270212 w 1586382"/>
                    <a:gd name="connsiteY165" fmla="*/ 1310969 h 1572129"/>
                    <a:gd name="connsiteX166" fmla="*/ 1295568 w 1586382"/>
                    <a:gd name="connsiteY166" fmla="*/ 1303518 h 1572129"/>
                    <a:gd name="connsiteX167" fmla="*/ 1343297 w 1586382"/>
                    <a:gd name="connsiteY167" fmla="*/ 1312459 h 1572129"/>
                    <a:gd name="connsiteX168" fmla="*/ 1306009 w 1586382"/>
                    <a:gd name="connsiteY168" fmla="*/ 1275208 h 1572129"/>
                    <a:gd name="connsiteX169" fmla="*/ 1314958 w 1586382"/>
                    <a:gd name="connsiteY169" fmla="*/ 1267013 h 1572129"/>
                    <a:gd name="connsiteX170" fmla="*/ 240247 w 1586382"/>
                    <a:gd name="connsiteY170" fmla="*/ 1231637 h 1572129"/>
                    <a:gd name="connsiteX171" fmla="*/ 259792 w 1586382"/>
                    <a:gd name="connsiteY171" fmla="*/ 1254691 h 1572129"/>
                    <a:gd name="connsiteX172" fmla="*/ 242502 w 1586382"/>
                    <a:gd name="connsiteY172" fmla="*/ 1265103 h 1572129"/>
                    <a:gd name="connsiteX173" fmla="*/ 215439 w 1586382"/>
                    <a:gd name="connsiteY173" fmla="*/ 1291132 h 1572129"/>
                    <a:gd name="connsiteX174" fmla="*/ 204464 w 1586382"/>
                    <a:gd name="connsiteY174" fmla="*/ 1312848 h 1572129"/>
                    <a:gd name="connsiteX175" fmla="*/ 184618 w 1586382"/>
                    <a:gd name="connsiteY175" fmla="*/ 1286670 h 1572129"/>
                    <a:gd name="connsiteX176" fmla="*/ 240247 w 1586382"/>
                    <a:gd name="connsiteY176" fmla="*/ 1231637 h 1572129"/>
                    <a:gd name="connsiteX177" fmla="*/ 1347453 w 1586382"/>
                    <a:gd name="connsiteY177" fmla="*/ 1227215 h 1572129"/>
                    <a:gd name="connsiteX178" fmla="*/ 1402870 w 1586382"/>
                    <a:gd name="connsiteY178" fmla="*/ 1284701 h 1572129"/>
                    <a:gd name="connsiteX179" fmla="*/ 1390888 w 1586382"/>
                    <a:gd name="connsiteY179" fmla="*/ 1299072 h 1572129"/>
                    <a:gd name="connsiteX180" fmla="*/ 1333224 w 1586382"/>
                    <a:gd name="connsiteY180" fmla="*/ 1244612 h 1572129"/>
                    <a:gd name="connsiteX181" fmla="*/ 1347453 w 1586382"/>
                    <a:gd name="connsiteY181" fmla="*/ 1227215 h 1572129"/>
                    <a:gd name="connsiteX182" fmla="*/ 1373823 w 1586382"/>
                    <a:gd name="connsiteY182" fmla="*/ 1195155 h 1572129"/>
                    <a:gd name="connsiteX183" fmla="*/ 1428611 w 1586382"/>
                    <a:gd name="connsiteY183" fmla="*/ 1212393 h 1572129"/>
                    <a:gd name="connsiteX184" fmla="*/ 1440457 w 1586382"/>
                    <a:gd name="connsiteY184" fmla="*/ 1236377 h 1572129"/>
                    <a:gd name="connsiteX185" fmla="*/ 1436755 w 1586382"/>
                    <a:gd name="connsiteY185" fmla="*/ 1239375 h 1572129"/>
                    <a:gd name="connsiteX186" fmla="*/ 1359756 w 1586382"/>
                    <a:gd name="connsiteY186" fmla="*/ 1213892 h 1572129"/>
                    <a:gd name="connsiteX187" fmla="*/ 1373823 w 1586382"/>
                    <a:gd name="connsiteY187" fmla="*/ 1195155 h 1572129"/>
                    <a:gd name="connsiteX188" fmla="*/ 213361 w 1586382"/>
                    <a:gd name="connsiteY188" fmla="*/ 1190734 h 1572129"/>
                    <a:gd name="connsiteX189" fmla="*/ 190964 w 1586382"/>
                    <a:gd name="connsiteY189" fmla="*/ 1232935 h 1572129"/>
                    <a:gd name="connsiteX190" fmla="*/ 169313 w 1586382"/>
                    <a:gd name="connsiteY190" fmla="*/ 1271435 h 1572129"/>
                    <a:gd name="connsiteX191" fmla="*/ 155875 w 1586382"/>
                    <a:gd name="connsiteY191" fmla="*/ 1252185 h 1572129"/>
                    <a:gd name="connsiteX192" fmla="*/ 164087 w 1586382"/>
                    <a:gd name="connsiteY192" fmla="*/ 1218128 h 1572129"/>
                    <a:gd name="connsiteX193" fmla="*/ 176779 w 1586382"/>
                    <a:gd name="connsiteY193" fmla="*/ 1226272 h 1572129"/>
                    <a:gd name="connsiteX194" fmla="*/ 177005 w 1586382"/>
                    <a:gd name="connsiteY194" fmla="*/ 1225836 h 1572129"/>
                    <a:gd name="connsiteX195" fmla="*/ 164719 w 1586382"/>
                    <a:gd name="connsiteY195" fmla="*/ 1218002 h 1572129"/>
                    <a:gd name="connsiteX196" fmla="*/ 170683 w 1586382"/>
                    <a:gd name="connsiteY196" fmla="*/ 1201840 h 1572129"/>
                    <a:gd name="connsiteX197" fmla="*/ 170227 w 1586382"/>
                    <a:gd name="connsiteY197" fmla="*/ 1201840 h 1572129"/>
                    <a:gd name="connsiteX198" fmla="*/ 164250 w 1586382"/>
                    <a:gd name="connsiteY198" fmla="*/ 1218002 h 1572129"/>
                    <a:gd name="connsiteX199" fmla="*/ 134270 w 1586382"/>
                    <a:gd name="connsiteY199" fmla="*/ 1221687 h 1572129"/>
                    <a:gd name="connsiteX200" fmla="*/ 126026 w 1586382"/>
                    <a:gd name="connsiteY200" fmla="*/ 1209895 h 1572129"/>
                    <a:gd name="connsiteX201" fmla="*/ 170246 w 1586382"/>
                    <a:gd name="connsiteY201" fmla="*/ 1201788 h 1572129"/>
                    <a:gd name="connsiteX202" fmla="*/ 170244 w 1586382"/>
                    <a:gd name="connsiteY202" fmla="*/ 1201792 h 1572129"/>
                    <a:gd name="connsiteX203" fmla="*/ 1450006 w 1586382"/>
                    <a:gd name="connsiteY203" fmla="*/ 1145407 h 1572129"/>
                    <a:gd name="connsiteX204" fmla="*/ 1450152 w 1586382"/>
                    <a:gd name="connsiteY204" fmla="*/ 1146515 h 1572129"/>
                    <a:gd name="connsiteX205" fmla="*/ 1449387 w 1586382"/>
                    <a:gd name="connsiteY205" fmla="*/ 1145790 h 1572129"/>
                    <a:gd name="connsiteX206" fmla="*/ 1447091 w 1586382"/>
                    <a:gd name="connsiteY206" fmla="*/ 1123299 h 1572129"/>
                    <a:gd name="connsiteX207" fmla="*/ 1466990 w 1586382"/>
                    <a:gd name="connsiteY207" fmla="*/ 1134907 h 1572129"/>
                    <a:gd name="connsiteX208" fmla="*/ 1450006 w 1586382"/>
                    <a:gd name="connsiteY208" fmla="*/ 1145407 h 1572129"/>
                    <a:gd name="connsiteX209" fmla="*/ 153921 w 1586382"/>
                    <a:gd name="connsiteY209" fmla="*/ 1116800 h 1572129"/>
                    <a:gd name="connsiteX210" fmla="*/ 128237 w 1586382"/>
                    <a:gd name="connsiteY210" fmla="*/ 1132654 h 1572129"/>
                    <a:gd name="connsiteX211" fmla="*/ 142590 w 1586382"/>
                    <a:gd name="connsiteY211" fmla="*/ 1144734 h 1572129"/>
                    <a:gd name="connsiteX212" fmla="*/ 162986 w 1586382"/>
                    <a:gd name="connsiteY212" fmla="*/ 1125105 h 1572129"/>
                    <a:gd name="connsiteX213" fmla="*/ 153921 w 1586382"/>
                    <a:gd name="connsiteY213" fmla="*/ 1116800 h 1572129"/>
                    <a:gd name="connsiteX214" fmla="*/ 150899 w 1586382"/>
                    <a:gd name="connsiteY214" fmla="*/ 1095661 h 1572129"/>
                    <a:gd name="connsiteX215" fmla="*/ 166763 w 1586382"/>
                    <a:gd name="connsiteY215" fmla="*/ 1127370 h 1572129"/>
                    <a:gd name="connsiteX216" fmla="*/ 163741 w 1586382"/>
                    <a:gd name="connsiteY216" fmla="*/ 1156058 h 1572129"/>
                    <a:gd name="connsiteX217" fmla="*/ 137302 w 1586382"/>
                    <a:gd name="connsiteY217" fmla="*/ 1150773 h 1572129"/>
                    <a:gd name="connsiteX218" fmla="*/ 133525 w 1586382"/>
                    <a:gd name="connsiteY218" fmla="*/ 1149264 h 1572129"/>
                    <a:gd name="connsiteX219" fmla="*/ 116906 w 1586382"/>
                    <a:gd name="connsiteY219" fmla="*/ 1188522 h 1572129"/>
                    <a:gd name="connsiteX220" fmla="*/ 105574 w 1586382"/>
                    <a:gd name="connsiteY220" fmla="*/ 1175687 h 1572129"/>
                    <a:gd name="connsiteX221" fmla="*/ 112373 w 1586382"/>
                    <a:gd name="connsiteY221" fmla="*/ 1160588 h 1572129"/>
                    <a:gd name="connsiteX222" fmla="*/ 125971 w 1586382"/>
                    <a:gd name="connsiteY222" fmla="*/ 1146999 h 1572129"/>
                    <a:gd name="connsiteX223" fmla="*/ 125971 w 1586382"/>
                    <a:gd name="connsiteY223" fmla="*/ 1137939 h 1572129"/>
                    <a:gd name="connsiteX224" fmla="*/ 116906 w 1586382"/>
                    <a:gd name="connsiteY224" fmla="*/ 1136429 h 1572129"/>
                    <a:gd name="connsiteX225" fmla="*/ 92732 w 1586382"/>
                    <a:gd name="connsiteY225" fmla="*/ 1153038 h 1572129"/>
                    <a:gd name="connsiteX226" fmla="*/ 82912 w 1586382"/>
                    <a:gd name="connsiteY226" fmla="*/ 1137184 h 1572129"/>
                    <a:gd name="connsiteX227" fmla="*/ 150899 w 1586382"/>
                    <a:gd name="connsiteY227" fmla="*/ 1095661 h 1572129"/>
                    <a:gd name="connsiteX228" fmla="*/ 1435875 w 1586382"/>
                    <a:gd name="connsiteY228" fmla="*/ 1093450 h 1572129"/>
                    <a:gd name="connsiteX229" fmla="*/ 1459158 w 1586382"/>
                    <a:gd name="connsiteY229" fmla="*/ 1105523 h 1572129"/>
                    <a:gd name="connsiteX230" fmla="*/ 1437377 w 1586382"/>
                    <a:gd name="connsiteY230" fmla="*/ 1108541 h 1572129"/>
                    <a:gd name="connsiteX231" fmla="*/ 1422356 w 1586382"/>
                    <a:gd name="connsiteY231" fmla="*/ 1125895 h 1572129"/>
                    <a:gd name="connsiteX232" fmla="*/ 1432871 w 1586382"/>
                    <a:gd name="connsiteY232" fmla="*/ 1140232 h 1572129"/>
                    <a:gd name="connsiteX233" fmla="*/ 1450897 w 1586382"/>
                    <a:gd name="connsiteY233" fmla="*/ 1147022 h 1572129"/>
                    <a:gd name="connsiteX234" fmla="*/ 1450897 w 1586382"/>
                    <a:gd name="connsiteY234" fmla="*/ 1146268 h 1572129"/>
                    <a:gd name="connsiteX235" fmla="*/ 1480188 w 1586382"/>
                    <a:gd name="connsiteY235" fmla="*/ 1164377 h 1572129"/>
                    <a:gd name="connsiteX236" fmla="*/ 1480188 w 1586382"/>
                    <a:gd name="connsiteY236" fmla="*/ 1117595 h 1572129"/>
                    <a:gd name="connsiteX237" fmla="*/ 1503471 w 1586382"/>
                    <a:gd name="connsiteY237" fmla="*/ 1131177 h 1572129"/>
                    <a:gd name="connsiteX238" fmla="*/ 1472677 w 1586382"/>
                    <a:gd name="connsiteY238" fmla="*/ 1188522 h 1572129"/>
                    <a:gd name="connsiteX239" fmla="*/ 1405082 w 1586382"/>
                    <a:gd name="connsiteY239" fmla="*/ 1148532 h 1572129"/>
                    <a:gd name="connsiteX240" fmla="*/ 1435875 w 1586382"/>
                    <a:gd name="connsiteY240" fmla="*/ 1093450 h 1572129"/>
                    <a:gd name="connsiteX241" fmla="*/ 1466240 w 1586382"/>
                    <a:gd name="connsiteY241" fmla="*/ 1041731 h 1572129"/>
                    <a:gd name="connsiteX242" fmla="*/ 1455756 w 1586382"/>
                    <a:gd name="connsiteY242" fmla="*/ 1054429 h 1572129"/>
                    <a:gd name="connsiteX243" fmla="*/ 1481218 w 1586382"/>
                    <a:gd name="connsiteY243" fmla="*/ 1070115 h 1572129"/>
                    <a:gd name="connsiteX244" fmla="*/ 1487958 w 1586382"/>
                    <a:gd name="connsiteY244" fmla="*/ 1058911 h 1572129"/>
                    <a:gd name="connsiteX245" fmla="*/ 1466240 w 1586382"/>
                    <a:gd name="connsiteY245" fmla="*/ 1041731 h 1572129"/>
                    <a:gd name="connsiteX246" fmla="*/ 1481218 w 1586382"/>
                    <a:gd name="connsiteY246" fmla="*/ 1026045 h 1572129"/>
                    <a:gd name="connsiteX247" fmla="*/ 1493949 w 1586382"/>
                    <a:gd name="connsiteY247" fmla="*/ 1046960 h 1572129"/>
                    <a:gd name="connsiteX248" fmla="*/ 1493949 w 1586382"/>
                    <a:gd name="connsiteY248" fmla="*/ 1054429 h 1572129"/>
                    <a:gd name="connsiteX249" fmla="*/ 1496196 w 1586382"/>
                    <a:gd name="connsiteY249" fmla="*/ 1058164 h 1572129"/>
                    <a:gd name="connsiteX250" fmla="*/ 1535137 w 1586382"/>
                    <a:gd name="connsiteY250" fmla="*/ 1040237 h 1572129"/>
                    <a:gd name="connsiteX251" fmla="*/ 1533640 w 1586382"/>
                    <a:gd name="connsiteY251" fmla="*/ 1058911 h 1572129"/>
                    <a:gd name="connsiteX252" fmla="*/ 1516415 w 1586382"/>
                    <a:gd name="connsiteY252" fmla="*/ 1065634 h 1572129"/>
                    <a:gd name="connsiteX253" fmla="*/ 1491702 w 1586382"/>
                    <a:gd name="connsiteY253" fmla="*/ 1068621 h 1572129"/>
                    <a:gd name="connsiteX254" fmla="*/ 1511173 w 1586382"/>
                    <a:gd name="connsiteY254" fmla="*/ 1083561 h 1572129"/>
                    <a:gd name="connsiteX255" fmla="*/ 1523155 w 1586382"/>
                    <a:gd name="connsiteY255" fmla="*/ 1086548 h 1572129"/>
                    <a:gd name="connsiteX256" fmla="*/ 1515667 w 1586382"/>
                    <a:gd name="connsiteY256" fmla="*/ 1106716 h 1572129"/>
                    <a:gd name="connsiteX257" fmla="*/ 1443774 w 1586382"/>
                    <a:gd name="connsiteY257" fmla="*/ 1076838 h 1572129"/>
                    <a:gd name="connsiteX258" fmla="*/ 1460249 w 1586382"/>
                    <a:gd name="connsiteY258" fmla="*/ 1038743 h 1572129"/>
                    <a:gd name="connsiteX259" fmla="*/ 1481218 w 1586382"/>
                    <a:gd name="connsiteY259" fmla="*/ 1026045 h 1572129"/>
                    <a:gd name="connsiteX260" fmla="*/ 114767 w 1586382"/>
                    <a:gd name="connsiteY260" fmla="*/ 1012749 h 1572129"/>
                    <a:gd name="connsiteX261" fmla="*/ 142609 w 1586382"/>
                    <a:gd name="connsiteY261" fmla="*/ 1083645 h 1572129"/>
                    <a:gd name="connsiteX262" fmla="*/ 120035 w 1586382"/>
                    <a:gd name="connsiteY262" fmla="*/ 1092696 h 1572129"/>
                    <a:gd name="connsiteX263" fmla="*/ 131322 w 1586382"/>
                    <a:gd name="connsiteY263" fmla="*/ 1070069 h 1572129"/>
                    <a:gd name="connsiteX264" fmla="*/ 123044 w 1586382"/>
                    <a:gd name="connsiteY264" fmla="*/ 1061019 h 1572129"/>
                    <a:gd name="connsiteX265" fmla="*/ 66608 w 1586382"/>
                    <a:gd name="connsiteY265" fmla="*/ 1085154 h 1572129"/>
                    <a:gd name="connsiteX266" fmla="*/ 62846 w 1586382"/>
                    <a:gd name="connsiteY266" fmla="*/ 1093450 h 1572129"/>
                    <a:gd name="connsiteX267" fmla="*/ 53064 w 1586382"/>
                    <a:gd name="connsiteY267" fmla="*/ 1067807 h 1572129"/>
                    <a:gd name="connsiteX268" fmla="*/ 74886 w 1586382"/>
                    <a:gd name="connsiteY268" fmla="*/ 1061019 h 1572129"/>
                    <a:gd name="connsiteX269" fmla="*/ 111005 w 1586382"/>
                    <a:gd name="connsiteY269" fmla="*/ 1046689 h 1572129"/>
                    <a:gd name="connsiteX270" fmla="*/ 120787 w 1586382"/>
                    <a:gd name="connsiteY270" fmla="*/ 1038392 h 1572129"/>
                    <a:gd name="connsiteX271" fmla="*/ 109500 w 1586382"/>
                    <a:gd name="connsiteY271" fmla="*/ 1027079 h 1572129"/>
                    <a:gd name="connsiteX272" fmla="*/ 92193 w 1586382"/>
                    <a:gd name="connsiteY272" fmla="*/ 1022554 h 1572129"/>
                    <a:gd name="connsiteX273" fmla="*/ 114767 w 1586382"/>
                    <a:gd name="connsiteY273" fmla="*/ 1012749 h 1572129"/>
                    <a:gd name="connsiteX274" fmla="*/ 1543448 w 1586382"/>
                    <a:gd name="connsiteY274" fmla="*/ 960822 h 1572129"/>
                    <a:gd name="connsiteX275" fmla="*/ 1556146 w 1586382"/>
                    <a:gd name="connsiteY275" fmla="*/ 982496 h 1572129"/>
                    <a:gd name="connsiteX276" fmla="*/ 1556146 w 1586382"/>
                    <a:gd name="connsiteY276" fmla="*/ 988475 h 1572129"/>
                    <a:gd name="connsiteX277" fmla="*/ 1545689 w 1586382"/>
                    <a:gd name="connsiteY277" fmla="*/ 975022 h 1572129"/>
                    <a:gd name="connsiteX278" fmla="*/ 1528509 w 1586382"/>
                    <a:gd name="connsiteY278" fmla="*/ 983991 h 1572129"/>
                    <a:gd name="connsiteX279" fmla="*/ 1516558 w 1586382"/>
                    <a:gd name="connsiteY279" fmla="*/ 998939 h 1572129"/>
                    <a:gd name="connsiteX280" fmla="*/ 1488173 w 1586382"/>
                    <a:gd name="connsiteY280" fmla="*/ 1003423 h 1572129"/>
                    <a:gd name="connsiteX281" fmla="*/ 1482945 w 1586382"/>
                    <a:gd name="connsiteY281" fmla="*/ 973528 h 1572129"/>
                    <a:gd name="connsiteX282" fmla="*/ 1488173 w 1586382"/>
                    <a:gd name="connsiteY282" fmla="*/ 991465 h 1572129"/>
                    <a:gd name="connsiteX283" fmla="*/ 1506100 w 1586382"/>
                    <a:gd name="connsiteY283" fmla="*/ 983991 h 1572129"/>
                    <a:gd name="connsiteX284" fmla="*/ 1518798 w 1586382"/>
                    <a:gd name="connsiteY284" fmla="*/ 968296 h 1572129"/>
                    <a:gd name="connsiteX285" fmla="*/ 1543448 w 1586382"/>
                    <a:gd name="connsiteY285" fmla="*/ 960822 h 1572129"/>
                    <a:gd name="connsiteX286" fmla="*/ 1490826 w 1586382"/>
                    <a:gd name="connsiteY286" fmla="*/ 947525 h 1572129"/>
                    <a:gd name="connsiteX287" fmla="*/ 1506787 w 1586382"/>
                    <a:gd name="connsiteY287" fmla="*/ 952760 h 1572129"/>
                    <a:gd name="connsiteX288" fmla="*/ 1482466 w 1586382"/>
                    <a:gd name="connsiteY288" fmla="*/ 972952 h 1572129"/>
                    <a:gd name="connsiteX289" fmla="*/ 1490826 w 1586382"/>
                    <a:gd name="connsiteY289" fmla="*/ 947525 h 1572129"/>
                    <a:gd name="connsiteX290" fmla="*/ 93252 w 1586382"/>
                    <a:gd name="connsiteY290" fmla="*/ 937576 h 1572129"/>
                    <a:gd name="connsiteX291" fmla="*/ 87235 w 1586382"/>
                    <a:gd name="connsiteY291" fmla="*/ 965359 h 1572129"/>
                    <a:gd name="connsiteX292" fmla="*/ 57903 w 1586382"/>
                    <a:gd name="connsiteY292" fmla="*/ 1006658 h 1572129"/>
                    <a:gd name="connsiteX293" fmla="*/ 106789 w 1586382"/>
                    <a:gd name="connsiteY293" fmla="*/ 989388 h 1572129"/>
                    <a:gd name="connsiteX294" fmla="*/ 110550 w 1586382"/>
                    <a:gd name="connsiteY294" fmla="*/ 1002904 h 1572129"/>
                    <a:gd name="connsiteX295" fmla="*/ 92500 w 1586382"/>
                    <a:gd name="connsiteY295" fmla="*/ 1002904 h 1572129"/>
                    <a:gd name="connsiteX296" fmla="*/ 46622 w 1586382"/>
                    <a:gd name="connsiteY296" fmla="*/ 1015669 h 1572129"/>
                    <a:gd name="connsiteX297" fmla="*/ 34588 w 1586382"/>
                    <a:gd name="connsiteY297" fmla="*/ 1016420 h 1572129"/>
                    <a:gd name="connsiteX298" fmla="*/ 38348 w 1586382"/>
                    <a:gd name="connsiteY298" fmla="*/ 1004406 h 1572129"/>
                    <a:gd name="connsiteX299" fmla="*/ 70689 w 1586382"/>
                    <a:gd name="connsiteY299" fmla="*/ 960103 h 1572129"/>
                    <a:gd name="connsiteX300" fmla="*/ 76705 w 1586382"/>
                    <a:gd name="connsiteY300" fmla="*/ 948088 h 1572129"/>
                    <a:gd name="connsiteX301" fmla="*/ 21050 w 1586382"/>
                    <a:gd name="connsiteY301" fmla="*/ 969114 h 1572129"/>
                    <a:gd name="connsiteX302" fmla="*/ 18794 w 1586382"/>
                    <a:gd name="connsiteY302" fmla="*/ 959352 h 1572129"/>
                    <a:gd name="connsiteX303" fmla="*/ 93252 w 1586382"/>
                    <a:gd name="connsiteY303" fmla="*/ 937576 h 1572129"/>
                    <a:gd name="connsiteX304" fmla="*/ 46623 w 1586382"/>
                    <a:gd name="connsiteY304" fmla="*/ 882773 h 1572129"/>
                    <a:gd name="connsiteX305" fmla="*/ 59061 w 1586382"/>
                    <a:gd name="connsiteY305" fmla="*/ 900840 h 1572129"/>
                    <a:gd name="connsiteX306" fmla="*/ 37969 w 1586382"/>
                    <a:gd name="connsiteY306" fmla="*/ 903816 h 1572129"/>
                    <a:gd name="connsiteX307" fmla="*/ 47762 w 1586382"/>
                    <a:gd name="connsiteY307" fmla="*/ 880005 h 1572129"/>
                    <a:gd name="connsiteX308" fmla="*/ 46623 w 1586382"/>
                    <a:gd name="connsiteY308" fmla="*/ 882773 h 1572129"/>
                    <a:gd name="connsiteX309" fmla="*/ 46255 w 1586382"/>
                    <a:gd name="connsiteY309" fmla="*/ 882238 h 1572129"/>
                    <a:gd name="connsiteX310" fmla="*/ 47219 w 1586382"/>
                    <a:gd name="connsiteY310" fmla="*/ 880017 h 1572129"/>
                    <a:gd name="connsiteX311" fmla="*/ 80154 w 1586382"/>
                    <a:gd name="connsiteY311" fmla="*/ 850242 h 1572129"/>
                    <a:gd name="connsiteX312" fmla="*/ 87687 w 1586382"/>
                    <a:gd name="connsiteY312" fmla="*/ 915721 h 1572129"/>
                    <a:gd name="connsiteX313" fmla="*/ 66594 w 1586382"/>
                    <a:gd name="connsiteY313" fmla="*/ 920186 h 1572129"/>
                    <a:gd name="connsiteX314" fmla="*/ 78647 w 1586382"/>
                    <a:gd name="connsiteY314" fmla="*/ 879261 h 1572129"/>
                    <a:gd name="connsiteX315" fmla="*/ 48515 w 1586382"/>
                    <a:gd name="connsiteY315" fmla="*/ 877029 h 1572129"/>
                    <a:gd name="connsiteX316" fmla="*/ 47219 w 1586382"/>
                    <a:gd name="connsiteY316" fmla="*/ 880017 h 1572129"/>
                    <a:gd name="connsiteX317" fmla="*/ 25445 w 1586382"/>
                    <a:gd name="connsiteY317" fmla="*/ 880470 h 1572129"/>
                    <a:gd name="connsiteX318" fmla="*/ 9343 w 1586382"/>
                    <a:gd name="connsiteY318" fmla="*/ 890423 h 1572129"/>
                    <a:gd name="connsiteX319" fmla="*/ 36462 w 1586382"/>
                    <a:gd name="connsiteY319" fmla="*/ 924651 h 1572129"/>
                    <a:gd name="connsiteX320" fmla="*/ 19889 w 1586382"/>
                    <a:gd name="connsiteY320" fmla="*/ 927627 h 1572129"/>
                    <a:gd name="connsiteX321" fmla="*/ 10097 w 1586382"/>
                    <a:gd name="connsiteY321" fmla="*/ 920186 h 1572129"/>
                    <a:gd name="connsiteX322" fmla="*/ 3317 w 1586382"/>
                    <a:gd name="connsiteY322" fmla="*/ 861403 h 1572129"/>
                    <a:gd name="connsiteX323" fmla="*/ 80154 w 1586382"/>
                    <a:gd name="connsiteY323" fmla="*/ 850242 h 1572129"/>
                    <a:gd name="connsiteX324" fmla="*/ 1508677 w 1586382"/>
                    <a:gd name="connsiteY324" fmla="*/ 807128 h 1572129"/>
                    <a:gd name="connsiteX325" fmla="*/ 1530250 w 1586382"/>
                    <a:gd name="connsiteY325" fmla="*/ 808630 h 1572129"/>
                    <a:gd name="connsiteX326" fmla="*/ 1507190 w 1586382"/>
                    <a:gd name="connsiteY326" fmla="*/ 831921 h 1572129"/>
                    <a:gd name="connsiteX327" fmla="*/ 1510165 w 1586382"/>
                    <a:gd name="connsiteY327" fmla="*/ 837180 h 1572129"/>
                    <a:gd name="connsiteX328" fmla="*/ 1583065 w 1586382"/>
                    <a:gd name="connsiteY328" fmla="*/ 840937 h 1572129"/>
                    <a:gd name="connsiteX329" fmla="*/ 1582321 w 1586382"/>
                    <a:gd name="connsiteY329" fmla="*/ 860471 h 1572129"/>
                    <a:gd name="connsiteX330" fmla="*/ 1510165 w 1586382"/>
                    <a:gd name="connsiteY330" fmla="*/ 853709 h 1572129"/>
                    <a:gd name="connsiteX331" fmla="*/ 1506446 w 1586382"/>
                    <a:gd name="connsiteY331" fmla="*/ 858968 h 1572129"/>
                    <a:gd name="connsiteX332" fmla="*/ 1523555 w 1586382"/>
                    <a:gd name="connsiteY332" fmla="*/ 884513 h 1572129"/>
                    <a:gd name="connsiteX333" fmla="*/ 1503470 w 1586382"/>
                    <a:gd name="connsiteY333" fmla="*/ 883010 h 1572129"/>
                    <a:gd name="connsiteX334" fmla="*/ 1508677 w 1586382"/>
                    <a:gd name="connsiteY334" fmla="*/ 807128 h 1572129"/>
                    <a:gd name="connsiteX335" fmla="*/ 43339 w 1586382"/>
                    <a:gd name="connsiteY335" fmla="*/ 760648 h 1572129"/>
                    <a:gd name="connsiteX336" fmla="*/ 62767 w 1586382"/>
                    <a:gd name="connsiteY336" fmla="*/ 770417 h 1572129"/>
                    <a:gd name="connsiteX337" fmla="*/ 75470 w 1586382"/>
                    <a:gd name="connsiteY337" fmla="*/ 810609 h 1572129"/>
                    <a:gd name="connsiteX338" fmla="*/ 71734 w 1586382"/>
                    <a:gd name="connsiteY338" fmla="*/ 831449 h 1572129"/>
                    <a:gd name="connsiteX339" fmla="*/ 51559 w 1586382"/>
                    <a:gd name="connsiteY339" fmla="*/ 831449 h 1572129"/>
                    <a:gd name="connsiteX340" fmla="*/ 66503 w 1586382"/>
                    <a:gd name="connsiteY340" fmla="*/ 820284 h 1572129"/>
                    <a:gd name="connsiteX341" fmla="*/ 59778 w 1586382"/>
                    <a:gd name="connsiteY341" fmla="*/ 782325 h 1572129"/>
                    <a:gd name="connsiteX342" fmla="*/ 0 w 1586382"/>
                    <a:gd name="connsiteY342" fmla="*/ 797956 h 1572129"/>
                    <a:gd name="connsiteX343" fmla="*/ 21670 w 1586382"/>
                    <a:gd name="connsiteY343" fmla="*/ 763718 h 1572129"/>
                    <a:gd name="connsiteX344" fmla="*/ 43339 w 1586382"/>
                    <a:gd name="connsiteY344" fmla="*/ 760648 h 1572129"/>
                    <a:gd name="connsiteX345" fmla="*/ 1506787 w 1586382"/>
                    <a:gd name="connsiteY345" fmla="*/ 728637 h 1572129"/>
                    <a:gd name="connsiteX346" fmla="*/ 1586382 w 1586382"/>
                    <a:gd name="connsiteY346" fmla="*/ 748098 h 1572129"/>
                    <a:gd name="connsiteX347" fmla="*/ 1586382 w 1586382"/>
                    <a:gd name="connsiteY347" fmla="*/ 776542 h 1572129"/>
                    <a:gd name="connsiteX348" fmla="*/ 1509791 w 1586382"/>
                    <a:gd name="connsiteY348" fmla="*/ 800494 h 1572129"/>
                    <a:gd name="connsiteX349" fmla="*/ 1509791 w 1586382"/>
                    <a:gd name="connsiteY349" fmla="*/ 772050 h 1572129"/>
                    <a:gd name="connsiteX350" fmla="*/ 1545834 w 1586382"/>
                    <a:gd name="connsiteY350" fmla="*/ 757829 h 1572129"/>
                    <a:gd name="connsiteX351" fmla="*/ 1508289 w 1586382"/>
                    <a:gd name="connsiteY351" fmla="*/ 749595 h 1572129"/>
                    <a:gd name="connsiteX352" fmla="*/ 1506787 w 1586382"/>
                    <a:gd name="connsiteY352" fmla="*/ 728637 h 1572129"/>
                    <a:gd name="connsiteX353" fmla="*/ 1336496 w 1586382"/>
                    <a:gd name="connsiteY353" fmla="*/ 308550 h 1572129"/>
                    <a:gd name="connsiteX354" fmla="*/ 1338753 w 1586382"/>
                    <a:gd name="connsiteY354" fmla="*/ 312344 h 1572129"/>
                    <a:gd name="connsiteX355" fmla="*/ 1319192 w 1586382"/>
                    <a:gd name="connsiteY355" fmla="*/ 322206 h 1572129"/>
                    <a:gd name="connsiteX356" fmla="*/ 1324459 w 1586382"/>
                    <a:gd name="connsiteY356" fmla="*/ 344967 h 1572129"/>
                    <a:gd name="connsiteX357" fmla="*/ 1322201 w 1586382"/>
                    <a:gd name="connsiteY357" fmla="*/ 347243 h 1572129"/>
                    <a:gd name="connsiteX358" fmla="*/ 1314678 w 1586382"/>
                    <a:gd name="connsiteY358" fmla="*/ 335863 h 1572129"/>
                    <a:gd name="connsiteX359" fmla="*/ 1284584 w 1586382"/>
                    <a:gd name="connsiteY359" fmla="*/ 347243 h 1572129"/>
                    <a:gd name="connsiteX360" fmla="*/ 1301136 w 1586382"/>
                    <a:gd name="connsiteY360" fmla="*/ 327517 h 1572129"/>
                    <a:gd name="connsiteX361" fmla="*/ 1316183 w 1586382"/>
                    <a:gd name="connsiteY361" fmla="*/ 319930 h 1572129"/>
                    <a:gd name="connsiteX362" fmla="*/ 1336496 w 1586382"/>
                    <a:gd name="connsiteY362" fmla="*/ 308550 h 1572129"/>
                    <a:gd name="connsiteX363" fmla="*/ 1290133 w 1586382"/>
                    <a:gd name="connsiteY363" fmla="*/ 266541 h 1572129"/>
                    <a:gd name="connsiteX364" fmla="*/ 1326594 w 1586382"/>
                    <a:gd name="connsiteY364" fmla="*/ 284229 h 1572129"/>
                    <a:gd name="connsiteX365" fmla="*/ 1290133 w 1586382"/>
                    <a:gd name="connsiteY365" fmla="*/ 266541 h 1572129"/>
                    <a:gd name="connsiteX366" fmla="*/ 294090 w 1586382"/>
                    <a:gd name="connsiteY366" fmla="*/ 264330 h 1572129"/>
                    <a:gd name="connsiteX367" fmla="*/ 298567 w 1586382"/>
                    <a:gd name="connsiteY367" fmla="*/ 265822 h 1572129"/>
                    <a:gd name="connsiteX368" fmla="*/ 288867 w 1586382"/>
                    <a:gd name="connsiteY368" fmla="*/ 289690 h 1572129"/>
                    <a:gd name="connsiteX369" fmla="*/ 297821 w 1586382"/>
                    <a:gd name="connsiteY369" fmla="*/ 326238 h 1572129"/>
                    <a:gd name="connsiteX370" fmla="*/ 321700 w 1586382"/>
                    <a:gd name="connsiteY370" fmla="*/ 348614 h 1572129"/>
                    <a:gd name="connsiteX371" fmla="*/ 319461 w 1586382"/>
                    <a:gd name="connsiteY371" fmla="*/ 350851 h 1572129"/>
                    <a:gd name="connsiteX372" fmla="*/ 280658 w 1586382"/>
                    <a:gd name="connsiteY372" fmla="*/ 318779 h 1572129"/>
                    <a:gd name="connsiteX373" fmla="*/ 264242 w 1586382"/>
                    <a:gd name="connsiteY373" fmla="*/ 388145 h 1572129"/>
                    <a:gd name="connsiteX374" fmla="*/ 256780 w 1586382"/>
                    <a:gd name="connsiteY374" fmla="*/ 385908 h 1572129"/>
                    <a:gd name="connsiteX375" fmla="*/ 269465 w 1586382"/>
                    <a:gd name="connsiteY375" fmla="*/ 338917 h 1572129"/>
                    <a:gd name="connsiteX376" fmla="*/ 232901 w 1586382"/>
                    <a:gd name="connsiteY376" fmla="*/ 293419 h 1572129"/>
                    <a:gd name="connsiteX377" fmla="*/ 257526 w 1586382"/>
                    <a:gd name="connsiteY377" fmla="*/ 308337 h 1572129"/>
                    <a:gd name="connsiteX378" fmla="*/ 232155 w 1586382"/>
                    <a:gd name="connsiteY378" fmla="*/ 272535 h 1572129"/>
                    <a:gd name="connsiteX379" fmla="*/ 233647 w 1586382"/>
                    <a:gd name="connsiteY379" fmla="*/ 268805 h 1572129"/>
                    <a:gd name="connsiteX380" fmla="*/ 247825 w 1586382"/>
                    <a:gd name="connsiteY380" fmla="*/ 274772 h 1572129"/>
                    <a:gd name="connsiteX381" fmla="*/ 276181 w 1586382"/>
                    <a:gd name="connsiteY381" fmla="*/ 304607 h 1572129"/>
                    <a:gd name="connsiteX382" fmla="*/ 294090 w 1586382"/>
                    <a:gd name="connsiteY382" fmla="*/ 264330 h 1572129"/>
                    <a:gd name="connsiteX383" fmla="*/ 174377 w 1586382"/>
                    <a:gd name="connsiteY383" fmla="*/ 251055 h 1572129"/>
                    <a:gd name="connsiteX384" fmla="*/ 187272 w 1586382"/>
                    <a:gd name="connsiteY384" fmla="*/ 251894 h 1572129"/>
                    <a:gd name="connsiteX385" fmla="*/ 190178 w 1586382"/>
                    <a:gd name="connsiteY385" fmla="*/ 264580 h 1572129"/>
                    <a:gd name="connsiteX386" fmla="*/ 166931 w 1586382"/>
                    <a:gd name="connsiteY386" fmla="*/ 263088 h 1572129"/>
                    <a:gd name="connsiteX387" fmla="*/ 174377 w 1586382"/>
                    <a:gd name="connsiteY387" fmla="*/ 251055 h 1572129"/>
                    <a:gd name="connsiteX388" fmla="*/ 1367469 w 1586382"/>
                    <a:gd name="connsiteY388" fmla="*/ 242221 h 1572129"/>
                    <a:gd name="connsiteX389" fmla="*/ 1366717 w 1586382"/>
                    <a:gd name="connsiteY389" fmla="*/ 251218 h 1572129"/>
                    <a:gd name="connsiteX390" fmla="*/ 1353179 w 1586382"/>
                    <a:gd name="connsiteY390" fmla="*/ 264712 h 1572129"/>
                    <a:gd name="connsiteX391" fmla="*/ 1387023 w 1586382"/>
                    <a:gd name="connsiteY391" fmla="*/ 254966 h 1572129"/>
                    <a:gd name="connsiteX392" fmla="*/ 1389280 w 1586382"/>
                    <a:gd name="connsiteY392" fmla="*/ 257965 h 1572129"/>
                    <a:gd name="connsiteX393" fmla="*/ 1364460 w 1586382"/>
                    <a:gd name="connsiteY393" fmla="*/ 275208 h 1572129"/>
                    <a:gd name="connsiteX394" fmla="*/ 1422372 w 1586382"/>
                    <a:gd name="connsiteY394" fmla="*/ 263213 h 1572129"/>
                    <a:gd name="connsiteX395" fmla="*/ 1417859 w 1586382"/>
                    <a:gd name="connsiteY395" fmla="*/ 276707 h 1572129"/>
                    <a:gd name="connsiteX396" fmla="*/ 1404322 w 1586382"/>
                    <a:gd name="connsiteY396" fmla="*/ 287953 h 1572129"/>
                    <a:gd name="connsiteX397" fmla="*/ 1384015 w 1586382"/>
                    <a:gd name="connsiteY397" fmla="*/ 296200 h 1572129"/>
                    <a:gd name="connsiteX398" fmla="*/ 1367469 w 1586382"/>
                    <a:gd name="connsiteY398" fmla="*/ 297699 h 1572129"/>
                    <a:gd name="connsiteX399" fmla="*/ 1380254 w 1586382"/>
                    <a:gd name="connsiteY399" fmla="*/ 287203 h 1572129"/>
                    <a:gd name="connsiteX400" fmla="*/ 1377998 w 1586382"/>
                    <a:gd name="connsiteY400" fmla="*/ 282705 h 1572129"/>
                    <a:gd name="connsiteX401" fmla="*/ 1347914 w 1586382"/>
                    <a:gd name="connsiteY401" fmla="*/ 290202 h 1572129"/>
                    <a:gd name="connsiteX402" fmla="*/ 1364460 w 1586382"/>
                    <a:gd name="connsiteY402" fmla="*/ 269210 h 1572129"/>
                    <a:gd name="connsiteX403" fmla="*/ 1335129 w 1586382"/>
                    <a:gd name="connsiteY403" fmla="*/ 281206 h 1572129"/>
                    <a:gd name="connsiteX404" fmla="*/ 1332120 w 1586382"/>
                    <a:gd name="connsiteY404" fmla="*/ 276707 h 1572129"/>
                    <a:gd name="connsiteX405" fmla="*/ 1341897 w 1586382"/>
                    <a:gd name="connsiteY405" fmla="*/ 265462 h 1572129"/>
                    <a:gd name="connsiteX406" fmla="*/ 1359948 w 1586382"/>
                    <a:gd name="connsiteY406" fmla="*/ 245970 h 1572129"/>
                    <a:gd name="connsiteX407" fmla="*/ 1367469 w 1586382"/>
                    <a:gd name="connsiteY407" fmla="*/ 242221 h 1572129"/>
                    <a:gd name="connsiteX408" fmla="*/ 246373 w 1586382"/>
                    <a:gd name="connsiteY408" fmla="*/ 241115 h 1572129"/>
                    <a:gd name="connsiteX409" fmla="*/ 256102 w 1586382"/>
                    <a:gd name="connsiteY409" fmla="*/ 264893 h 1572129"/>
                    <a:gd name="connsiteX410" fmla="*/ 273313 w 1586382"/>
                    <a:gd name="connsiteY410" fmla="*/ 286441 h 1572129"/>
                    <a:gd name="connsiteX411" fmla="*/ 268075 w 1586382"/>
                    <a:gd name="connsiteY411" fmla="*/ 272323 h 1572129"/>
                    <a:gd name="connsiteX412" fmla="*/ 254605 w 1586382"/>
                    <a:gd name="connsiteY412" fmla="*/ 270094 h 1572129"/>
                    <a:gd name="connsiteX413" fmla="*/ 241135 w 1586382"/>
                    <a:gd name="connsiteY413" fmla="*/ 241858 h 1572129"/>
                    <a:gd name="connsiteX414" fmla="*/ 246373 w 1586382"/>
                    <a:gd name="connsiteY414" fmla="*/ 241115 h 1572129"/>
                    <a:gd name="connsiteX415" fmla="*/ 208940 w 1586382"/>
                    <a:gd name="connsiteY415" fmla="*/ 240423 h 1572129"/>
                    <a:gd name="connsiteX416" fmla="*/ 208940 w 1586382"/>
                    <a:gd name="connsiteY416" fmla="*/ 241176 h 1572129"/>
                    <a:gd name="connsiteX417" fmla="*/ 208883 w 1586382"/>
                    <a:gd name="connsiteY417" fmla="*/ 240554 h 1572129"/>
                    <a:gd name="connsiteX418" fmla="*/ 222574 w 1586382"/>
                    <a:gd name="connsiteY418" fmla="*/ 240093 h 1572129"/>
                    <a:gd name="connsiteX419" fmla="*/ 226996 w 1586382"/>
                    <a:gd name="connsiteY419" fmla="*/ 252438 h 1572129"/>
                    <a:gd name="connsiteX420" fmla="*/ 226996 w 1586382"/>
                    <a:gd name="connsiteY420" fmla="*/ 280120 h 1572129"/>
                    <a:gd name="connsiteX421" fmla="*/ 220363 w 1586382"/>
                    <a:gd name="connsiteY421" fmla="*/ 267401 h 1572129"/>
                    <a:gd name="connsiteX422" fmla="*/ 220363 w 1586382"/>
                    <a:gd name="connsiteY422" fmla="*/ 298824 h 1572129"/>
                    <a:gd name="connsiteX423" fmla="*/ 212993 w 1586382"/>
                    <a:gd name="connsiteY423" fmla="*/ 308550 h 1572129"/>
                    <a:gd name="connsiteX424" fmla="*/ 207834 w 1586382"/>
                    <a:gd name="connsiteY424" fmla="*/ 296580 h 1572129"/>
                    <a:gd name="connsiteX425" fmla="*/ 209308 w 1586382"/>
                    <a:gd name="connsiteY425" fmla="*/ 240467 h 1572129"/>
                    <a:gd name="connsiteX426" fmla="*/ 209308 w 1586382"/>
                    <a:gd name="connsiteY426" fmla="*/ 241216 h 1572129"/>
                    <a:gd name="connsiteX427" fmla="*/ 222574 w 1586382"/>
                    <a:gd name="connsiteY427" fmla="*/ 240093 h 1572129"/>
                    <a:gd name="connsiteX428" fmla="*/ 198757 w 1586382"/>
                    <a:gd name="connsiteY428" fmla="*/ 188453 h 1572129"/>
                    <a:gd name="connsiteX429" fmla="*/ 205303 w 1586382"/>
                    <a:gd name="connsiteY429" fmla="*/ 201257 h 1572129"/>
                    <a:gd name="connsiteX430" fmla="*/ 208883 w 1586382"/>
                    <a:gd name="connsiteY430" fmla="*/ 240554 h 1572129"/>
                    <a:gd name="connsiteX431" fmla="*/ 202394 w 1586382"/>
                    <a:gd name="connsiteY431" fmla="*/ 255487 h 1572129"/>
                    <a:gd name="connsiteX432" fmla="*/ 181302 w 1586382"/>
                    <a:gd name="connsiteY432" fmla="*/ 193725 h 1572129"/>
                    <a:gd name="connsiteX433" fmla="*/ 198757 w 1586382"/>
                    <a:gd name="connsiteY433" fmla="*/ 188453 h 1572129"/>
                    <a:gd name="connsiteX434" fmla="*/ 1156347 w 1586382"/>
                    <a:gd name="connsiteY434" fmla="*/ 148254 h 1572129"/>
                    <a:gd name="connsiteX435" fmla="*/ 1179563 w 1586382"/>
                    <a:gd name="connsiteY435" fmla="*/ 188013 h 1572129"/>
                    <a:gd name="connsiteX436" fmla="*/ 1160092 w 1586382"/>
                    <a:gd name="connsiteY436" fmla="*/ 176010 h 1572129"/>
                    <a:gd name="connsiteX437" fmla="*/ 1156347 w 1586382"/>
                    <a:gd name="connsiteY437" fmla="*/ 148254 h 1572129"/>
                    <a:gd name="connsiteX438" fmla="*/ 1183507 w 1586382"/>
                    <a:gd name="connsiteY438" fmla="*/ 94084 h 1572129"/>
                    <a:gd name="connsiteX439" fmla="*/ 1172247 w 1586382"/>
                    <a:gd name="connsiteY439" fmla="*/ 110622 h 1572129"/>
                    <a:gd name="connsiteX440" fmla="*/ 1189512 w 1586382"/>
                    <a:gd name="connsiteY440" fmla="*/ 118891 h 1572129"/>
                    <a:gd name="connsiteX441" fmla="*/ 1128710 w 1586382"/>
                    <a:gd name="connsiteY441" fmla="*/ 150464 h 1572129"/>
                    <a:gd name="connsiteX442" fmla="*/ 1145975 w 1586382"/>
                    <a:gd name="connsiteY442" fmla="*/ 114381 h 1572129"/>
                    <a:gd name="connsiteX443" fmla="*/ 1183507 w 1586382"/>
                    <a:gd name="connsiteY443" fmla="*/ 94084 h 1572129"/>
                    <a:gd name="connsiteX444" fmla="*/ 932099 w 1586382"/>
                    <a:gd name="connsiteY444" fmla="*/ 90768 h 1572129"/>
                    <a:gd name="connsiteX445" fmla="*/ 942612 w 1586382"/>
                    <a:gd name="connsiteY445" fmla="*/ 119511 h 1572129"/>
                    <a:gd name="connsiteX446" fmla="*/ 961384 w 1586382"/>
                    <a:gd name="connsiteY446" fmla="*/ 119511 h 1572129"/>
                    <a:gd name="connsiteX447" fmla="*/ 960633 w 1586382"/>
                    <a:gd name="connsiteY447" fmla="*/ 131614 h 1572129"/>
                    <a:gd name="connsiteX448" fmla="*/ 947117 w 1586382"/>
                    <a:gd name="connsiteY448" fmla="*/ 133127 h 1572129"/>
                    <a:gd name="connsiteX449" fmla="*/ 932099 w 1586382"/>
                    <a:gd name="connsiteY449" fmla="*/ 90768 h 1572129"/>
                    <a:gd name="connsiteX450" fmla="*/ 412532 w 1586382"/>
                    <a:gd name="connsiteY450" fmla="*/ 87452 h 1572129"/>
                    <a:gd name="connsiteX451" fmla="*/ 423063 w 1586382"/>
                    <a:gd name="connsiteY451" fmla="*/ 94236 h 1572129"/>
                    <a:gd name="connsiteX452" fmla="*/ 429081 w 1586382"/>
                    <a:gd name="connsiteY452" fmla="*/ 103281 h 1572129"/>
                    <a:gd name="connsiteX453" fmla="*/ 455407 w 1586382"/>
                    <a:gd name="connsiteY453" fmla="*/ 101773 h 1572129"/>
                    <a:gd name="connsiteX454" fmla="*/ 461425 w 1586382"/>
                    <a:gd name="connsiteY454" fmla="*/ 116848 h 1572129"/>
                    <a:gd name="connsiteX455" fmla="*/ 465186 w 1586382"/>
                    <a:gd name="connsiteY455" fmla="*/ 177148 h 1572129"/>
                    <a:gd name="connsiteX456" fmla="*/ 476469 w 1586382"/>
                    <a:gd name="connsiteY456" fmla="*/ 200514 h 1572129"/>
                    <a:gd name="connsiteX457" fmla="*/ 470451 w 1586382"/>
                    <a:gd name="connsiteY457" fmla="*/ 203529 h 1572129"/>
                    <a:gd name="connsiteX458" fmla="*/ 441868 w 1586382"/>
                    <a:gd name="connsiteY458" fmla="*/ 154536 h 1572129"/>
                    <a:gd name="connsiteX459" fmla="*/ 403506 w 1586382"/>
                    <a:gd name="connsiteY459" fmla="*/ 137199 h 1572129"/>
                    <a:gd name="connsiteX460" fmla="*/ 417798 w 1586382"/>
                    <a:gd name="connsiteY460" fmla="*/ 141722 h 1572129"/>
                    <a:gd name="connsiteX461" fmla="*/ 429081 w 1586382"/>
                    <a:gd name="connsiteY461" fmla="*/ 155289 h 1572129"/>
                    <a:gd name="connsiteX462" fmla="*/ 434346 w 1586382"/>
                    <a:gd name="connsiteY462" fmla="*/ 152274 h 1572129"/>
                    <a:gd name="connsiteX463" fmla="*/ 425320 w 1586382"/>
                    <a:gd name="connsiteY463" fmla="*/ 125893 h 1572129"/>
                    <a:gd name="connsiteX464" fmla="*/ 417798 w 1586382"/>
                    <a:gd name="connsiteY464" fmla="*/ 141722 h 1572129"/>
                    <a:gd name="connsiteX465" fmla="*/ 413284 w 1586382"/>
                    <a:gd name="connsiteY465" fmla="*/ 99512 h 1572129"/>
                    <a:gd name="connsiteX466" fmla="*/ 412532 w 1586382"/>
                    <a:gd name="connsiteY466" fmla="*/ 87452 h 1572129"/>
                    <a:gd name="connsiteX467" fmla="*/ 955148 w 1586382"/>
                    <a:gd name="connsiteY467" fmla="*/ 59815 h 1572129"/>
                    <a:gd name="connsiteX468" fmla="*/ 948183 w 1586382"/>
                    <a:gd name="connsiteY468" fmla="*/ 80199 h 1572129"/>
                    <a:gd name="connsiteX469" fmla="*/ 938897 w 1586382"/>
                    <a:gd name="connsiteY469" fmla="*/ 83974 h 1572129"/>
                    <a:gd name="connsiteX470" fmla="*/ 931932 w 1586382"/>
                    <a:gd name="connsiteY470" fmla="*/ 90769 h 1572129"/>
                    <a:gd name="connsiteX471" fmla="*/ 931932 w 1586382"/>
                    <a:gd name="connsiteY471" fmla="*/ 77180 h 1572129"/>
                    <a:gd name="connsiteX472" fmla="*/ 945088 w 1586382"/>
                    <a:gd name="connsiteY472" fmla="*/ 67365 h 1572129"/>
                    <a:gd name="connsiteX473" fmla="*/ 955148 w 1586382"/>
                    <a:gd name="connsiteY473" fmla="*/ 59815 h 1572129"/>
                    <a:gd name="connsiteX474" fmla="*/ 632148 w 1586382"/>
                    <a:gd name="connsiteY474" fmla="*/ 46675 h 1572129"/>
                    <a:gd name="connsiteX475" fmla="*/ 645715 w 1586382"/>
                    <a:gd name="connsiteY475" fmla="*/ 84469 h 1572129"/>
                    <a:gd name="connsiteX476" fmla="*/ 646346 w 1586382"/>
                    <a:gd name="connsiteY476" fmla="*/ 85107 h 1572129"/>
                    <a:gd name="connsiteX477" fmla="*/ 650031 w 1586382"/>
                    <a:gd name="connsiteY477" fmla="*/ 62026 h 1572129"/>
                    <a:gd name="connsiteX478" fmla="*/ 655927 w 1586382"/>
                    <a:gd name="connsiteY478" fmla="*/ 62771 h 1572129"/>
                    <a:gd name="connsiteX479" fmla="*/ 661086 w 1586382"/>
                    <a:gd name="connsiteY479" fmla="*/ 88829 h 1572129"/>
                    <a:gd name="connsiteX480" fmla="*/ 651966 w 1586382"/>
                    <a:gd name="connsiteY480" fmla="*/ 91900 h 1572129"/>
                    <a:gd name="connsiteX481" fmla="*/ 645727 w 1586382"/>
                    <a:gd name="connsiteY481" fmla="*/ 84502 h 1572129"/>
                    <a:gd name="connsiteX482" fmla="*/ 645978 w 1586382"/>
                    <a:gd name="connsiteY482" fmla="*/ 85201 h 1572129"/>
                    <a:gd name="connsiteX483" fmla="*/ 645241 w 1586382"/>
                    <a:gd name="connsiteY483" fmla="*/ 84451 h 1572129"/>
                    <a:gd name="connsiteX484" fmla="*/ 646715 w 1586382"/>
                    <a:gd name="connsiteY484" fmla="*/ 107706 h 1572129"/>
                    <a:gd name="connsiteX485" fmla="*/ 640819 w 1586382"/>
                    <a:gd name="connsiteY485" fmla="*/ 108456 h 1572129"/>
                    <a:gd name="connsiteX486" fmla="*/ 678913 w 1586382"/>
                    <a:gd name="connsiteY486" fmla="*/ 35494 h 1572129"/>
                    <a:gd name="connsiteX487" fmla="*/ 686513 w 1586382"/>
                    <a:gd name="connsiteY487" fmla="*/ 55255 h 1572129"/>
                    <a:gd name="connsiteX488" fmla="*/ 680986 w 1586382"/>
                    <a:gd name="connsiteY488" fmla="*/ 71976 h 1572129"/>
                    <a:gd name="connsiteX489" fmla="*/ 675458 w 1586382"/>
                    <a:gd name="connsiteY489" fmla="*/ 71216 h 1572129"/>
                    <a:gd name="connsiteX490" fmla="*/ 678913 w 1586382"/>
                    <a:gd name="connsiteY490" fmla="*/ 35494 h 1572129"/>
                    <a:gd name="connsiteX491" fmla="*/ 646346 w 1586382"/>
                    <a:gd name="connsiteY491" fmla="*/ 34388 h 1572129"/>
                    <a:gd name="connsiteX492" fmla="*/ 656664 w 1586382"/>
                    <a:gd name="connsiteY492" fmla="*/ 47868 h 1572129"/>
                    <a:gd name="connsiteX493" fmla="*/ 647820 w 1586382"/>
                    <a:gd name="connsiteY493" fmla="*/ 57604 h 1572129"/>
                    <a:gd name="connsiteX494" fmla="*/ 641924 w 1586382"/>
                    <a:gd name="connsiteY494" fmla="*/ 40379 h 1572129"/>
                    <a:gd name="connsiteX495" fmla="*/ 646346 w 1586382"/>
                    <a:gd name="connsiteY495" fmla="*/ 34388 h 1572129"/>
                    <a:gd name="connsiteX496" fmla="*/ 692409 w 1586382"/>
                    <a:gd name="connsiteY496" fmla="*/ 17806 h 1572129"/>
                    <a:gd name="connsiteX497" fmla="*/ 696094 w 1586382"/>
                    <a:gd name="connsiteY497" fmla="*/ 34917 h 1572129"/>
                    <a:gd name="connsiteX498" fmla="*/ 707886 w 1586382"/>
                    <a:gd name="connsiteY498" fmla="*/ 34917 h 1572129"/>
                    <a:gd name="connsiteX499" fmla="*/ 716730 w 1586382"/>
                    <a:gd name="connsiteY499" fmla="*/ 50540 h 1572129"/>
                    <a:gd name="connsiteX500" fmla="*/ 701990 w 1586382"/>
                    <a:gd name="connsiteY500" fmla="*/ 131630 h 1572129"/>
                    <a:gd name="connsiteX501" fmla="*/ 700516 w 1586382"/>
                    <a:gd name="connsiteY501" fmla="*/ 136094 h 1572129"/>
                    <a:gd name="connsiteX502" fmla="*/ 687250 w 1586382"/>
                    <a:gd name="connsiteY502" fmla="*/ 55004 h 1572129"/>
                    <a:gd name="connsiteX503" fmla="*/ 685039 w 1586382"/>
                    <a:gd name="connsiteY503" fmla="*/ 29709 h 1572129"/>
                    <a:gd name="connsiteX504" fmla="*/ 692409 w 1586382"/>
                    <a:gd name="connsiteY504" fmla="*/ 17806 h 1572129"/>
                    <a:gd name="connsiteX505" fmla="*/ 644865 w 1586382"/>
                    <a:gd name="connsiteY505" fmla="*/ 4540 h 1572129"/>
                    <a:gd name="connsiteX506" fmla="*/ 644119 w 1586382"/>
                    <a:gd name="connsiteY506" fmla="*/ 17972 h 1572129"/>
                    <a:gd name="connsiteX507" fmla="*/ 632189 w 1586382"/>
                    <a:gd name="connsiteY507" fmla="*/ 46328 h 1572129"/>
                    <a:gd name="connsiteX508" fmla="*/ 632189 w 1586382"/>
                    <a:gd name="connsiteY508" fmla="*/ 45582 h 1572129"/>
                    <a:gd name="connsiteX509" fmla="*/ 632021 w 1586382"/>
                    <a:gd name="connsiteY509" fmla="*/ 45773 h 1572129"/>
                    <a:gd name="connsiteX510" fmla="*/ 632148 w 1586382"/>
                    <a:gd name="connsiteY510" fmla="*/ 46675 h 1572129"/>
                    <a:gd name="connsiteX511" fmla="*/ 631975 w 1586382"/>
                    <a:gd name="connsiteY511" fmla="*/ 46193 h 1572129"/>
                    <a:gd name="connsiteX512" fmla="*/ 631975 w 1586382"/>
                    <a:gd name="connsiteY512" fmla="*/ 45826 h 1572129"/>
                    <a:gd name="connsiteX513" fmla="*/ 615787 w 1586382"/>
                    <a:gd name="connsiteY513" fmla="*/ 64237 h 1572129"/>
                    <a:gd name="connsiteX514" fmla="*/ 613550 w 1586382"/>
                    <a:gd name="connsiteY514" fmla="*/ 62745 h 1572129"/>
                    <a:gd name="connsiteX515" fmla="*/ 635172 w 1586382"/>
                    <a:gd name="connsiteY515" fmla="*/ 6779 h 1572129"/>
                    <a:gd name="connsiteX516" fmla="*/ 644865 w 1586382"/>
                    <a:gd name="connsiteY516" fmla="*/ 4540 h 1572129"/>
                    <a:gd name="connsiteX517" fmla="*/ 930442 w 1586382"/>
                    <a:gd name="connsiteY517" fmla="*/ 2738 h 1572129"/>
                    <a:gd name="connsiteX518" fmla="*/ 922247 w 1586382"/>
                    <a:gd name="connsiteY518" fmla="*/ 23606 h 1572129"/>
                    <a:gd name="connsiteX519" fmla="*/ 919267 w 1586382"/>
                    <a:gd name="connsiteY519" fmla="*/ 42238 h 1572129"/>
                    <a:gd name="connsiteX520" fmla="*/ 914052 w 1586382"/>
                    <a:gd name="connsiteY520" fmla="*/ 63851 h 1572129"/>
                    <a:gd name="connsiteX521" fmla="*/ 917777 w 1586382"/>
                    <a:gd name="connsiteY521" fmla="*/ 83228 h 1572129"/>
                    <a:gd name="connsiteX522" fmla="*/ 914797 w 1586382"/>
                    <a:gd name="connsiteY522" fmla="*/ 99624 h 1572129"/>
                    <a:gd name="connsiteX523" fmla="*/ 893937 w 1586382"/>
                    <a:gd name="connsiteY523" fmla="*/ 131671 h 1572129"/>
                    <a:gd name="connsiteX524" fmla="*/ 892447 w 1586382"/>
                    <a:gd name="connsiteY524" fmla="*/ 109313 h 1572129"/>
                    <a:gd name="connsiteX525" fmla="*/ 866371 w 1586382"/>
                    <a:gd name="connsiteY525" fmla="*/ 119001 h 1572129"/>
                    <a:gd name="connsiteX526" fmla="*/ 863391 w 1586382"/>
                    <a:gd name="connsiteY526" fmla="*/ 114530 h 1572129"/>
                    <a:gd name="connsiteX527" fmla="*/ 900642 w 1586382"/>
                    <a:gd name="connsiteY527" fmla="*/ 72794 h 1572129"/>
                    <a:gd name="connsiteX528" fmla="*/ 883506 w 1586382"/>
                    <a:gd name="connsiteY528" fmla="*/ 92172 h 1572129"/>
                    <a:gd name="connsiteX529" fmla="*/ 891702 w 1586382"/>
                    <a:gd name="connsiteY529" fmla="*/ 70559 h 1572129"/>
                    <a:gd name="connsiteX530" fmla="*/ 903622 w 1586382"/>
                    <a:gd name="connsiteY530" fmla="*/ 53417 h 1572129"/>
                    <a:gd name="connsiteX531" fmla="*/ 917032 w 1586382"/>
                    <a:gd name="connsiteY531" fmla="*/ 19880 h 1572129"/>
                    <a:gd name="connsiteX532" fmla="*/ 913307 w 1586382"/>
                    <a:gd name="connsiteY532" fmla="*/ 17644 h 1572129"/>
                    <a:gd name="connsiteX533" fmla="*/ 902877 w 1586382"/>
                    <a:gd name="connsiteY533" fmla="*/ 22115 h 1572129"/>
                    <a:gd name="connsiteX534" fmla="*/ 930442 w 1586382"/>
                    <a:gd name="connsiteY534" fmla="*/ 2738 h 1572129"/>
                    <a:gd name="connsiteX535" fmla="*/ 978363 w 1586382"/>
                    <a:gd name="connsiteY535" fmla="*/ 1223 h 1572129"/>
                    <a:gd name="connsiteX536" fmla="*/ 964531 w 1586382"/>
                    <a:gd name="connsiteY536" fmla="*/ 35494 h 1572129"/>
                    <a:gd name="connsiteX537" fmla="*/ 960163 w 1586382"/>
                    <a:gd name="connsiteY537" fmla="*/ 34004 h 1572129"/>
                    <a:gd name="connsiteX538" fmla="*/ 960163 w 1586382"/>
                    <a:gd name="connsiteY538" fmla="*/ 22083 h 1572129"/>
                    <a:gd name="connsiteX539" fmla="*/ 948514 w 1586382"/>
                    <a:gd name="connsiteY539" fmla="*/ 28789 h 1572129"/>
                    <a:gd name="connsiteX540" fmla="*/ 978363 w 1586382"/>
                    <a:gd name="connsiteY540" fmla="*/ 1223 h 1572129"/>
                    <a:gd name="connsiteX541" fmla="*/ 711939 w 1586382"/>
                    <a:gd name="connsiteY541" fmla="*/ 203 h 1572129"/>
                    <a:gd name="connsiteX542" fmla="*/ 692040 w 1586382"/>
                    <a:gd name="connsiteY542" fmla="*/ 17806 h 1572129"/>
                    <a:gd name="connsiteX543" fmla="*/ 689829 w 1586382"/>
                    <a:gd name="connsiteY543" fmla="*/ 10153 h 1572129"/>
                    <a:gd name="connsiteX544" fmla="*/ 669930 w 1586382"/>
                    <a:gd name="connsiteY544" fmla="*/ 27756 h 1572129"/>
                    <a:gd name="connsiteX545" fmla="*/ 711939 w 1586382"/>
                    <a:gd name="connsiteY545" fmla="*/ 203 h 15721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</a:cxnLst>
                  <a:rect l="l" t="t" r="r" b="b"/>
                  <a:pathLst>
                    <a:path w="1586382" h="1572129">
                      <a:moveTo>
                        <a:pt x="887404" y="1525720"/>
                      </a:moveTo>
                      <a:lnTo>
                        <a:pt x="888259" y="1526065"/>
                      </a:lnTo>
                      <a:lnTo>
                        <a:pt x="887556" y="1526677"/>
                      </a:lnTo>
                      <a:close/>
                      <a:moveTo>
                        <a:pt x="805086" y="1488855"/>
                      </a:moveTo>
                      <a:cubicBezTo>
                        <a:pt x="824023" y="1488111"/>
                        <a:pt x="842202" y="1503733"/>
                        <a:pt x="845989" y="1525305"/>
                      </a:cubicBezTo>
                      <a:cubicBezTo>
                        <a:pt x="849019" y="1543902"/>
                        <a:pt x="837657" y="1561755"/>
                        <a:pt x="817205" y="1567706"/>
                      </a:cubicBezTo>
                      <a:cubicBezTo>
                        <a:pt x="831597" y="1547622"/>
                        <a:pt x="829325" y="1526049"/>
                        <a:pt x="822508" y="1504476"/>
                      </a:cubicBezTo>
                      <a:cubicBezTo>
                        <a:pt x="820235" y="1499269"/>
                        <a:pt x="811903" y="1492574"/>
                        <a:pt x="806601" y="1492574"/>
                      </a:cubicBezTo>
                      <a:cubicBezTo>
                        <a:pt x="800541" y="1492574"/>
                        <a:pt x="791452" y="1498525"/>
                        <a:pt x="789937" y="1504476"/>
                      </a:cubicBezTo>
                      <a:cubicBezTo>
                        <a:pt x="783120" y="1526049"/>
                        <a:pt x="783120" y="1547622"/>
                        <a:pt x="797511" y="1567706"/>
                      </a:cubicBezTo>
                      <a:cubicBezTo>
                        <a:pt x="779332" y="1567706"/>
                        <a:pt x="767213" y="1546134"/>
                        <a:pt x="767213" y="1530512"/>
                      </a:cubicBezTo>
                      <a:cubicBezTo>
                        <a:pt x="767213" y="1508940"/>
                        <a:pt x="784635" y="1490343"/>
                        <a:pt x="805086" y="1488855"/>
                      </a:cubicBezTo>
                      <a:close/>
                      <a:moveTo>
                        <a:pt x="681430" y="1484077"/>
                      </a:moveTo>
                      <a:cubicBezTo>
                        <a:pt x="697226" y="1482584"/>
                        <a:pt x="707757" y="1489300"/>
                        <a:pt x="713774" y="1504970"/>
                      </a:cubicBezTo>
                      <a:cubicBezTo>
                        <a:pt x="719792" y="1518402"/>
                        <a:pt x="728818" y="1530341"/>
                        <a:pt x="738597" y="1546758"/>
                      </a:cubicBezTo>
                      <a:cubicBezTo>
                        <a:pt x="743110" y="1525118"/>
                        <a:pt x="747623" y="1507955"/>
                        <a:pt x="738597" y="1489300"/>
                      </a:cubicBezTo>
                      <a:cubicBezTo>
                        <a:pt x="743110" y="1489300"/>
                        <a:pt x="748375" y="1490046"/>
                        <a:pt x="750632" y="1490046"/>
                      </a:cubicBezTo>
                      <a:cubicBezTo>
                        <a:pt x="747623" y="1516164"/>
                        <a:pt x="743862" y="1542281"/>
                        <a:pt x="740853" y="1572129"/>
                      </a:cubicBezTo>
                      <a:cubicBezTo>
                        <a:pt x="734836" y="1566906"/>
                        <a:pt x="730323" y="1563921"/>
                        <a:pt x="728066" y="1560190"/>
                      </a:cubicBezTo>
                      <a:cubicBezTo>
                        <a:pt x="719792" y="1546012"/>
                        <a:pt x="711518" y="1531088"/>
                        <a:pt x="703244" y="1516910"/>
                      </a:cubicBezTo>
                      <a:cubicBezTo>
                        <a:pt x="700987" y="1512432"/>
                        <a:pt x="697226" y="1508701"/>
                        <a:pt x="693465" y="1502732"/>
                      </a:cubicBezTo>
                      <a:cubicBezTo>
                        <a:pt x="684439" y="1537057"/>
                        <a:pt x="685191" y="1555713"/>
                        <a:pt x="695722" y="1566160"/>
                      </a:cubicBezTo>
                      <a:cubicBezTo>
                        <a:pt x="688200" y="1565413"/>
                        <a:pt x="682934" y="1564667"/>
                        <a:pt x="677669" y="1564667"/>
                      </a:cubicBezTo>
                      <a:cubicBezTo>
                        <a:pt x="687447" y="1547504"/>
                        <a:pt x="689704" y="1493777"/>
                        <a:pt x="681430" y="1484077"/>
                      </a:cubicBezTo>
                      <a:close/>
                      <a:moveTo>
                        <a:pt x="901939" y="1482986"/>
                      </a:moveTo>
                      <a:cubicBezTo>
                        <a:pt x="913294" y="1481479"/>
                        <a:pt x="920864" y="1486752"/>
                        <a:pt x="923893" y="1497298"/>
                      </a:cubicBezTo>
                      <a:cubicBezTo>
                        <a:pt x="926921" y="1507845"/>
                        <a:pt x="920864" y="1513871"/>
                        <a:pt x="911780" y="1518391"/>
                      </a:cubicBezTo>
                      <a:cubicBezTo>
                        <a:pt x="909509" y="1519144"/>
                        <a:pt x="906481" y="1520651"/>
                        <a:pt x="904967" y="1522157"/>
                      </a:cubicBezTo>
                      <a:cubicBezTo>
                        <a:pt x="914051" y="1532704"/>
                        <a:pt x="923893" y="1543250"/>
                        <a:pt x="935248" y="1556056"/>
                      </a:cubicBezTo>
                      <a:cubicBezTo>
                        <a:pt x="930706" y="1556809"/>
                        <a:pt x="923136" y="1561329"/>
                        <a:pt x="917836" y="1559069"/>
                      </a:cubicBezTo>
                      <a:cubicBezTo>
                        <a:pt x="912537" y="1557563"/>
                        <a:pt x="907995" y="1550030"/>
                        <a:pt x="905724" y="1544003"/>
                      </a:cubicBezTo>
                      <a:cubicBezTo>
                        <a:pt x="904589" y="1539483"/>
                        <a:pt x="903642" y="1534775"/>
                        <a:pt x="900993" y="1531197"/>
                      </a:cubicBezTo>
                      <a:lnTo>
                        <a:pt x="888259" y="1526065"/>
                      </a:lnTo>
                      <a:lnTo>
                        <a:pt x="905724" y="1510858"/>
                      </a:lnTo>
                      <a:cubicBezTo>
                        <a:pt x="907995" y="1504831"/>
                        <a:pt x="904967" y="1496545"/>
                        <a:pt x="901182" y="1490519"/>
                      </a:cubicBezTo>
                      <a:cubicBezTo>
                        <a:pt x="899668" y="1487506"/>
                        <a:pt x="892098" y="1485999"/>
                        <a:pt x="888313" y="1487506"/>
                      </a:cubicBezTo>
                      <a:cubicBezTo>
                        <a:pt x="885284" y="1488259"/>
                        <a:pt x="883013" y="1494285"/>
                        <a:pt x="883013" y="1498052"/>
                      </a:cubicBezTo>
                      <a:lnTo>
                        <a:pt x="887404" y="1525720"/>
                      </a:lnTo>
                      <a:lnTo>
                        <a:pt x="886041" y="1525171"/>
                      </a:lnTo>
                      <a:cubicBezTo>
                        <a:pt x="888313" y="1538730"/>
                        <a:pt x="890584" y="1550783"/>
                        <a:pt x="892098" y="1565096"/>
                      </a:cubicBezTo>
                      <a:cubicBezTo>
                        <a:pt x="886798" y="1565096"/>
                        <a:pt x="878471" y="1565849"/>
                        <a:pt x="874686" y="1566602"/>
                      </a:cubicBezTo>
                      <a:cubicBezTo>
                        <a:pt x="871658" y="1539483"/>
                        <a:pt x="868630" y="1513871"/>
                        <a:pt x="865602" y="1485999"/>
                      </a:cubicBezTo>
                      <a:cubicBezTo>
                        <a:pt x="874686" y="1485246"/>
                        <a:pt x="888313" y="1483739"/>
                        <a:pt x="901939" y="1482986"/>
                      </a:cubicBezTo>
                      <a:close/>
                      <a:moveTo>
                        <a:pt x="612386" y="1468212"/>
                      </a:moveTo>
                      <a:cubicBezTo>
                        <a:pt x="613898" y="1468212"/>
                        <a:pt x="614655" y="1468212"/>
                        <a:pt x="616168" y="1468212"/>
                      </a:cubicBezTo>
                      <a:cubicBezTo>
                        <a:pt x="620706" y="1497077"/>
                        <a:pt x="624488" y="1526681"/>
                        <a:pt x="629026" y="1555546"/>
                      </a:cubicBezTo>
                      <a:cubicBezTo>
                        <a:pt x="620706" y="1553326"/>
                        <a:pt x="610873" y="1550365"/>
                        <a:pt x="598771" y="1547405"/>
                      </a:cubicBezTo>
                      <a:cubicBezTo>
                        <a:pt x="613898" y="1544444"/>
                        <a:pt x="612386" y="1533343"/>
                        <a:pt x="607847" y="1528162"/>
                      </a:cubicBezTo>
                      <a:cubicBezTo>
                        <a:pt x="602552" y="1521501"/>
                        <a:pt x="591963" y="1515580"/>
                        <a:pt x="584399" y="1516320"/>
                      </a:cubicBezTo>
                      <a:cubicBezTo>
                        <a:pt x="572297" y="1516320"/>
                        <a:pt x="569271" y="1526681"/>
                        <a:pt x="572297" y="1539264"/>
                      </a:cubicBezTo>
                      <a:cubicBezTo>
                        <a:pt x="566246" y="1537043"/>
                        <a:pt x="560951" y="1535563"/>
                        <a:pt x="557169" y="1534823"/>
                      </a:cubicBezTo>
                      <a:lnTo>
                        <a:pt x="592882" y="1494782"/>
                      </a:lnTo>
                      <a:lnTo>
                        <a:pt x="593213" y="1494631"/>
                      </a:lnTo>
                      <a:lnTo>
                        <a:pt x="585156" y="1510399"/>
                      </a:lnTo>
                      <a:cubicBezTo>
                        <a:pt x="591963" y="1512619"/>
                        <a:pt x="598014" y="1514840"/>
                        <a:pt x="607091" y="1517060"/>
                      </a:cubicBezTo>
                      <a:cubicBezTo>
                        <a:pt x="605578" y="1506698"/>
                        <a:pt x="604822" y="1499297"/>
                        <a:pt x="604065" y="1489676"/>
                      </a:cubicBezTo>
                      <a:lnTo>
                        <a:pt x="593213" y="1494631"/>
                      </a:lnTo>
                      <a:lnTo>
                        <a:pt x="593476" y="1494116"/>
                      </a:lnTo>
                      <a:lnTo>
                        <a:pt x="592882" y="1494782"/>
                      </a:lnTo>
                      <a:lnTo>
                        <a:pt x="592719" y="1494856"/>
                      </a:lnTo>
                      <a:cubicBezTo>
                        <a:pt x="599527" y="1485975"/>
                        <a:pt x="605578" y="1477094"/>
                        <a:pt x="612386" y="1468212"/>
                      </a:cubicBezTo>
                      <a:close/>
                      <a:moveTo>
                        <a:pt x="1071334" y="1458228"/>
                      </a:moveTo>
                      <a:cubicBezTo>
                        <a:pt x="1071334" y="1468671"/>
                        <a:pt x="1071334" y="1476877"/>
                        <a:pt x="1071334" y="1487321"/>
                      </a:cubicBezTo>
                      <a:cubicBezTo>
                        <a:pt x="1078827" y="1484337"/>
                        <a:pt x="1084821" y="1481353"/>
                        <a:pt x="1092314" y="1477623"/>
                      </a:cubicBezTo>
                      <a:cubicBezTo>
                        <a:pt x="1084821" y="1470909"/>
                        <a:pt x="1078827" y="1464941"/>
                        <a:pt x="1071334" y="1458228"/>
                      </a:cubicBezTo>
                      <a:close/>
                      <a:moveTo>
                        <a:pt x="1015177" y="1454947"/>
                      </a:moveTo>
                      <a:cubicBezTo>
                        <a:pt x="1018915" y="1468408"/>
                        <a:pt x="1021158" y="1481869"/>
                        <a:pt x="1025644" y="1493834"/>
                      </a:cubicBezTo>
                      <a:cubicBezTo>
                        <a:pt x="1030129" y="1505800"/>
                        <a:pt x="1025644" y="1523000"/>
                        <a:pt x="1043586" y="1529730"/>
                      </a:cubicBezTo>
                      <a:cubicBezTo>
                        <a:pt x="1034615" y="1532722"/>
                        <a:pt x="1025644" y="1535713"/>
                        <a:pt x="1019663" y="1537209"/>
                      </a:cubicBezTo>
                      <a:cubicBezTo>
                        <a:pt x="1014430" y="1516269"/>
                        <a:pt x="1009196" y="1494582"/>
                        <a:pt x="1003216" y="1473643"/>
                      </a:cubicBezTo>
                      <a:cubicBezTo>
                        <a:pt x="1002468" y="1473643"/>
                        <a:pt x="1000973" y="1473643"/>
                        <a:pt x="999478" y="1473643"/>
                      </a:cubicBezTo>
                      <a:cubicBezTo>
                        <a:pt x="997982" y="1497573"/>
                        <a:pt x="996487" y="1521504"/>
                        <a:pt x="994992" y="1544687"/>
                      </a:cubicBezTo>
                      <a:cubicBezTo>
                        <a:pt x="993497" y="1545435"/>
                        <a:pt x="991254" y="1545435"/>
                        <a:pt x="989759" y="1545435"/>
                      </a:cubicBezTo>
                      <a:cubicBezTo>
                        <a:pt x="977050" y="1526739"/>
                        <a:pt x="965088" y="1507295"/>
                        <a:pt x="952379" y="1487852"/>
                      </a:cubicBezTo>
                      <a:cubicBezTo>
                        <a:pt x="951631" y="1488600"/>
                        <a:pt x="950136" y="1489347"/>
                        <a:pt x="949389" y="1490095"/>
                      </a:cubicBezTo>
                      <a:cubicBezTo>
                        <a:pt x="957612" y="1509539"/>
                        <a:pt x="953127" y="1534217"/>
                        <a:pt x="972564" y="1550670"/>
                      </a:cubicBezTo>
                      <a:cubicBezTo>
                        <a:pt x="968079" y="1552165"/>
                        <a:pt x="962098" y="1554409"/>
                        <a:pt x="956865" y="1556652"/>
                      </a:cubicBezTo>
                      <a:cubicBezTo>
                        <a:pt x="959107" y="1528235"/>
                        <a:pt x="947893" y="1504304"/>
                        <a:pt x="939670" y="1478130"/>
                      </a:cubicBezTo>
                      <a:cubicBezTo>
                        <a:pt x="944903" y="1475886"/>
                        <a:pt x="952379" y="1473643"/>
                        <a:pt x="959855" y="1471399"/>
                      </a:cubicBezTo>
                      <a:cubicBezTo>
                        <a:pt x="970321" y="1487104"/>
                        <a:pt x="980040" y="1502060"/>
                        <a:pt x="989759" y="1517017"/>
                      </a:cubicBezTo>
                      <a:cubicBezTo>
                        <a:pt x="991254" y="1516269"/>
                        <a:pt x="992749" y="1516269"/>
                        <a:pt x="994244" y="1516269"/>
                      </a:cubicBezTo>
                      <a:cubicBezTo>
                        <a:pt x="994244" y="1505800"/>
                        <a:pt x="994244" y="1495330"/>
                        <a:pt x="994244" y="1484860"/>
                      </a:cubicBezTo>
                      <a:cubicBezTo>
                        <a:pt x="994992" y="1457938"/>
                        <a:pt x="988264" y="1462425"/>
                        <a:pt x="1015177" y="1454947"/>
                      </a:cubicBezTo>
                      <a:close/>
                      <a:moveTo>
                        <a:pt x="1069087" y="1430626"/>
                      </a:moveTo>
                      <a:cubicBezTo>
                        <a:pt x="1091565" y="1453752"/>
                        <a:pt x="1111795" y="1474639"/>
                        <a:pt x="1132026" y="1495527"/>
                      </a:cubicBezTo>
                      <a:cubicBezTo>
                        <a:pt x="1126032" y="1498511"/>
                        <a:pt x="1118539" y="1501495"/>
                        <a:pt x="1113294" y="1503733"/>
                      </a:cubicBezTo>
                      <a:cubicBezTo>
                        <a:pt x="1107300" y="1495527"/>
                        <a:pt x="1102055" y="1485083"/>
                        <a:pt x="1096061" y="1483591"/>
                      </a:cubicBezTo>
                      <a:cubicBezTo>
                        <a:pt x="1088568" y="1482099"/>
                        <a:pt x="1076579" y="1486575"/>
                        <a:pt x="1072833" y="1492543"/>
                      </a:cubicBezTo>
                      <a:cubicBezTo>
                        <a:pt x="1069087" y="1498511"/>
                        <a:pt x="1072833" y="1509700"/>
                        <a:pt x="1072833" y="1519398"/>
                      </a:cubicBezTo>
                      <a:cubicBezTo>
                        <a:pt x="1072084" y="1520144"/>
                        <a:pt x="1067588" y="1521636"/>
                        <a:pt x="1064591" y="1522382"/>
                      </a:cubicBezTo>
                      <a:cubicBezTo>
                        <a:pt x="1066089" y="1493289"/>
                        <a:pt x="1067588" y="1464195"/>
                        <a:pt x="1069087" y="1430626"/>
                      </a:cubicBezTo>
                      <a:close/>
                      <a:moveTo>
                        <a:pt x="496956" y="1429519"/>
                      </a:moveTo>
                      <a:cubicBezTo>
                        <a:pt x="511998" y="1430264"/>
                        <a:pt x="518015" y="1439952"/>
                        <a:pt x="520271" y="1454110"/>
                      </a:cubicBezTo>
                      <a:cubicBezTo>
                        <a:pt x="523279" y="1470504"/>
                        <a:pt x="528544" y="1485408"/>
                        <a:pt x="534561" y="1501057"/>
                      </a:cubicBezTo>
                      <a:cubicBezTo>
                        <a:pt x="540578" y="1484663"/>
                        <a:pt x="554115" y="1470504"/>
                        <a:pt x="548851" y="1448894"/>
                      </a:cubicBezTo>
                      <a:cubicBezTo>
                        <a:pt x="553363" y="1451129"/>
                        <a:pt x="558628" y="1453365"/>
                        <a:pt x="559380" y="1453365"/>
                      </a:cubicBezTo>
                      <a:cubicBezTo>
                        <a:pt x="549603" y="1478701"/>
                        <a:pt x="539826" y="1501802"/>
                        <a:pt x="527792" y="1530119"/>
                      </a:cubicBezTo>
                      <a:cubicBezTo>
                        <a:pt x="512750" y="1503292"/>
                        <a:pt x="512750" y="1474975"/>
                        <a:pt x="498460" y="1449639"/>
                      </a:cubicBezTo>
                      <a:cubicBezTo>
                        <a:pt x="492443" y="1468269"/>
                        <a:pt x="485674" y="1487644"/>
                        <a:pt x="478906" y="1507018"/>
                      </a:cubicBezTo>
                      <a:cubicBezTo>
                        <a:pt x="477401" y="1506273"/>
                        <a:pt x="472889" y="1504783"/>
                        <a:pt x="467624" y="1503292"/>
                      </a:cubicBezTo>
                      <a:cubicBezTo>
                        <a:pt x="480410" y="1496586"/>
                        <a:pt x="500716" y="1444423"/>
                        <a:pt x="496956" y="1429519"/>
                      </a:cubicBezTo>
                      <a:close/>
                      <a:moveTo>
                        <a:pt x="459841" y="1409620"/>
                      </a:moveTo>
                      <a:cubicBezTo>
                        <a:pt x="464351" y="1411861"/>
                        <a:pt x="471868" y="1416343"/>
                        <a:pt x="480889" y="1420824"/>
                      </a:cubicBezTo>
                      <a:cubicBezTo>
                        <a:pt x="466606" y="1427547"/>
                        <a:pt x="443302" y="1475352"/>
                        <a:pt x="446309" y="1492532"/>
                      </a:cubicBezTo>
                      <a:cubicBezTo>
                        <a:pt x="438040" y="1488050"/>
                        <a:pt x="430523" y="1484316"/>
                        <a:pt x="424509" y="1481328"/>
                      </a:cubicBezTo>
                      <a:cubicBezTo>
                        <a:pt x="435785" y="1458172"/>
                        <a:pt x="447813" y="1434270"/>
                        <a:pt x="459841" y="1409620"/>
                      </a:cubicBezTo>
                      <a:close/>
                      <a:moveTo>
                        <a:pt x="1134266" y="1404094"/>
                      </a:moveTo>
                      <a:cubicBezTo>
                        <a:pt x="1145559" y="1424179"/>
                        <a:pt x="1155347" y="1445007"/>
                        <a:pt x="1167393" y="1464348"/>
                      </a:cubicBezTo>
                      <a:cubicBezTo>
                        <a:pt x="1172663" y="1473275"/>
                        <a:pt x="1181698" y="1468068"/>
                        <a:pt x="1184709" y="1460629"/>
                      </a:cubicBezTo>
                      <a:cubicBezTo>
                        <a:pt x="1188473" y="1453190"/>
                        <a:pt x="1189226" y="1444264"/>
                        <a:pt x="1191485" y="1433105"/>
                      </a:cubicBezTo>
                      <a:cubicBezTo>
                        <a:pt x="1195249" y="1441288"/>
                        <a:pt x="1199014" y="1447983"/>
                        <a:pt x="1202778" y="1455422"/>
                      </a:cubicBezTo>
                      <a:cubicBezTo>
                        <a:pt x="1186968" y="1465092"/>
                        <a:pt x="1171157" y="1474019"/>
                        <a:pt x="1155347" y="1483689"/>
                      </a:cubicBezTo>
                      <a:cubicBezTo>
                        <a:pt x="1144054" y="1459141"/>
                        <a:pt x="1135772" y="1433849"/>
                        <a:pt x="1115444" y="1414508"/>
                      </a:cubicBezTo>
                      <a:cubicBezTo>
                        <a:pt x="1122220" y="1410789"/>
                        <a:pt x="1129749" y="1406326"/>
                        <a:pt x="1134266" y="1404094"/>
                      </a:cubicBezTo>
                      <a:close/>
                      <a:moveTo>
                        <a:pt x="415186" y="1385299"/>
                      </a:moveTo>
                      <a:cubicBezTo>
                        <a:pt x="420379" y="1388289"/>
                        <a:pt x="427797" y="1393522"/>
                        <a:pt x="432248" y="1396512"/>
                      </a:cubicBezTo>
                      <a:cubicBezTo>
                        <a:pt x="418153" y="1418938"/>
                        <a:pt x="404800" y="1440616"/>
                        <a:pt x="390705" y="1463789"/>
                      </a:cubicBezTo>
                      <a:cubicBezTo>
                        <a:pt x="386254" y="1460799"/>
                        <a:pt x="381061" y="1457809"/>
                        <a:pt x="375868" y="1454071"/>
                      </a:cubicBezTo>
                      <a:cubicBezTo>
                        <a:pt x="390705" y="1432393"/>
                        <a:pt x="404800" y="1409967"/>
                        <a:pt x="415186" y="1385299"/>
                      </a:cubicBezTo>
                      <a:close/>
                      <a:moveTo>
                        <a:pt x="377160" y="1359873"/>
                      </a:moveTo>
                      <a:cubicBezTo>
                        <a:pt x="382486" y="1363593"/>
                        <a:pt x="388574" y="1367312"/>
                        <a:pt x="394661" y="1371031"/>
                      </a:cubicBezTo>
                      <a:cubicBezTo>
                        <a:pt x="380204" y="1393348"/>
                        <a:pt x="363463" y="1414176"/>
                        <a:pt x="354332" y="1439468"/>
                      </a:cubicBezTo>
                      <a:cubicBezTo>
                        <a:pt x="349006" y="1436493"/>
                        <a:pt x="341397" y="1431285"/>
                        <a:pt x="336070" y="1427566"/>
                      </a:cubicBezTo>
                      <a:cubicBezTo>
                        <a:pt x="352810" y="1405994"/>
                        <a:pt x="365746" y="1384421"/>
                        <a:pt x="377160" y="1359873"/>
                      </a:cubicBezTo>
                      <a:close/>
                      <a:moveTo>
                        <a:pt x="1215204" y="1354346"/>
                      </a:moveTo>
                      <a:cubicBezTo>
                        <a:pt x="1230947" y="1375206"/>
                        <a:pt x="1239944" y="1400537"/>
                        <a:pt x="1264684" y="1413202"/>
                      </a:cubicBezTo>
                      <a:cubicBezTo>
                        <a:pt x="1254188" y="1422142"/>
                        <a:pt x="1246691" y="1422887"/>
                        <a:pt x="1237695" y="1411712"/>
                      </a:cubicBezTo>
                      <a:cubicBezTo>
                        <a:pt x="1229448" y="1402027"/>
                        <a:pt x="1222701" y="1390852"/>
                        <a:pt x="1214454" y="1381167"/>
                      </a:cubicBezTo>
                      <a:cubicBezTo>
                        <a:pt x="1210705" y="1375951"/>
                        <a:pt x="1204708" y="1372226"/>
                        <a:pt x="1199460" y="1367011"/>
                      </a:cubicBezTo>
                      <a:cubicBezTo>
                        <a:pt x="1203958" y="1363286"/>
                        <a:pt x="1210705" y="1358071"/>
                        <a:pt x="1215204" y="1354346"/>
                      </a:cubicBezTo>
                      <a:close/>
                      <a:moveTo>
                        <a:pt x="343506" y="1337438"/>
                      </a:moveTo>
                      <a:lnTo>
                        <a:pt x="360391" y="1351192"/>
                      </a:lnTo>
                      <a:cubicBezTo>
                        <a:pt x="355169" y="1357174"/>
                        <a:pt x="350693" y="1362409"/>
                        <a:pt x="345471" y="1368392"/>
                      </a:cubicBezTo>
                      <a:cubicBezTo>
                        <a:pt x="346217" y="1359418"/>
                        <a:pt x="347709" y="1352687"/>
                        <a:pt x="346963" y="1345209"/>
                      </a:cubicBezTo>
                      <a:close/>
                      <a:moveTo>
                        <a:pt x="332765" y="1328690"/>
                      </a:moveTo>
                      <a:lnTo>
                        <a:pt x="341182" y="1332215"/>
                      </a:lnTo>
                      <a:lnTo>
                        <a:pt x="343506" y="1337438"/>
                      </a:lnTo>
                      <a:close/>
                      <a:moveTo>
                        <a:pt x="1251204" y="1326709"/>
                      </a:moveTo>
                      <a:cubicBezTo>
                        <a:pt x="1263187" y="1346857"/>
                        <a:pt x="1275918" y="1366258"/>
                        <a:pt x="1287900" y="1386406"/>
                      </a:cubicBezTo>
                      <a:cubicBezTo>
                        <a:pt x="1272922" y="1369243"/>
                        <a:pt x="1266182" y="1345364"/>
                        <a:pt x="1241469" y="1334171"/>
                      </a:cubicBezTo>
                      <a:cubicBezTo>
                        <a:pt x="1245213" y="1331933"/>
                        <a:pt x="1248958" y="1328202"/>
                        <a:pt x="1251204" y="1326709"/>
                      </a:cubicBezTo>
                      <a:close/>
                      <a:moveTo>
                        <a:pt x="302950" y="1320811"/>
                      </a:moveTo>
                      <a:cubicBezTo>
                        <a:pt x="310410" y="1318287"/>
                        <a:pt x="318243" y="1318287"/>
                        <a:pt x="324584" y="1322026"/>
                      </a:cubicBezTo>
                      <a:lnTo>
                        <a:pt x="332765" y="1328690"/>
                      </a:lnTo>
                      <a:lnTo>
                        <a:pt x="327568" y="1326513"/>
                      </a:lnTo>
                      <a:cubicBezTo>
                        <a:pt x="305934" y="1325765"/>
                        <a:pt x="279079" y="1363905"/>
                        <a:pt x="286538" y="1384097"/>
                      </a:cubicBezTo>
                      <a:cubicBezTo>
                        <a:pt x="287284" y="1387088"/>
                        <a:pt x="288776" y="1389331"/>
                        <a:pt x="289522" y="1390827"/>
                      </a:cubicBezTo>
                      <a:cubicBezTo>
                        <a:pt x="271619" y="1375123"/>
                        <a:pt x="268635" y="1354931"/>
                        <a:pt x="283555" y="1334739"/>
                      </a:cubicBezTo>
                      <a:cubicBezTo>
                        <a:pt x="288404" y="1328383"/>
                        <a:pt x="295490" y="1323335"/>
                        <a:pt x="302950" y="1320811"/>
                      </a:cubicBezTo>
                      <a:close/>
                      <a:moveTo>
                        <a:pt x="205418" y="1313679"/>
                      </a:moveTo>
                      <a:lnTo>
                        <a:pt x="222038" y="1318019"/>
                      </a:lnTo>
                      <a:cubicBezTo>
                        <a:pt x="228609" y="1318019"/>
                        <a:pt x="234449" y="1316494"/>
                        <a:pt x="243210" y="1314969"/>
                      </a:cubicBezTo>
                      <a:cubicBezTo>
                        <a:pt x="235910" y="1321831"/>
                        <a:pt x="230799" y="1327168"/>
                        <a:pt x="221308" y="1335554"/>
                      </a:cubicBezTo>
                      <a:close/>
                      <a:moveTo>
                        <a:pt x="204517" y="1313444"/>
                      </a:moveTo>
                      <a:cubicBezTo>
                        <a:pt x="204517" y="1313444"/>
                        <a:pt x="205247" y="1313444"/>
                        <a:pt x="205247" y="1313444"/>
                      </a:cubicBezTo>
                      <a:lnTo>
                        <a:pt x="205418" y="1313679"/>
                      </a:lnTo>
                      <a:close/>
                      <a:moveTo>
                        <a:pt x="204464" y="1312848"/>
                      </a:moveTo>
                      <a:lnTo>
                        <a:pt x="204915" y="1313443"/>
                      </a:lnTo>
                      <a:lnTo>
                        <a:pt x="204163" y="1313443"/>
                      </a:lnTo>
                      <a:close/>
                      <a:moveTo>
                        <a:pt x="1314958" y="1267013"/>
                      </a:moveTo>
                      <a:cubicBezTo>
                        <a:pt x="1331365" y="1287128"/>
                        <a:pt x="1347772" y="1306499"/>
                        <a:pt x="1364179" y="1326614"/>
                      </a:cubicBezTo>
                      <a:cubicBezTo>
                        <a:pt x="1363433" y="1328104"/>
                        <a:pt x="1363433" y="1329594"/>
                        <a:pt x="1363433" y="1331084"/>
                      </a:cubicBezTo>
                      <a:cubicBezTo>
                        <a:pt x="1337331" y="1331829"/>
                        <a:pt x="1312721" y="1320654"/>
                        <a:pt x="1284382" y="1322144"/>
                      </a:cubicBezTo>
                      <a:cubicBezTo>
                        <a:pt x="1297805" y="1336299"/>
                        <a:pt x="1311229" y="1350454"/>
                        <a:pt x="1326145" y="1366844"/>
                      </a:cubicBezTo>
                      <a:cubicBezTo>
                        <a:pt x="1326145" y="1366844"/>
                        <a:pt x="1323907" y="1369079"/>
                        <a:pt x="1323162" y="1369824"/>
                      </a:cubicBezTo>
                      <a:cubicBezTo>
                        <a:pt x="1305263" y="1349709"/>
                        <a:pt x="1288110" y="1331084"/>
                        <a:pt x="1270212" y="1310969"/>
                      </a:cubicBezTo>
                      <a:cubicBezTo>
                        <a:pt x="1274686" y="1302028"/>
                        <a:pt x="1282890" y="1299793"/>
                        <a:pt x="1295568" y="1303518"/>
                      </a:cubicBezTo>
                      <a:cubicBezTo>
                        <a:pt x="1311229" y="1307244"/>
                        <a:pt x="1326890" y="1309479"/>
                        <a:pt x="1343297" y="1312459"/>
                      </a:cubicBezTo>
                      <a:cubicBezTo>
                        <a:pt x="1338077" y="1295323"/>
                        <a:pt x="1321670" y="1278933"/>
                        <a:pt x="1306009" y="1275208"/>
                      </a:cubicBezTo>
                      <a:cubicBezTo>
                        <a:pt x="1310483" y="1271483"/>
                        <a:pt x="1313467" y="1268503"/>
                        <a:pt x="1314958" y="1267013"/>
                      </a:cubicBezTo>
                      <a:close/>
                      <a:moveTo>
                        <a:pt x="240247" y="1231637"/>
                      </a:moveTo>
                      <a:cubicBezTo>
                        <a:pt x="247013" y="1240561"/>
                        <a:pt x="253778" y="1247998"/>
                        <a:pt x="259792" y="1254691"/>
                      </a:cubicBezTo>
                      <a:cubicBezTo>
                        <a:pt x="253026" y="1258410"/>
                        <a:pt x="247013" y="1261385"/>
                        <a:pt x="242502" y="1265103"/>
                      </a:cubicBezTo>
                      <a:cubicBezTo>
                        <a:pt x="232729" y="1273284"/>
                        <a:pt x="222957" y="1281464"/>
                        <a:pt x="215439" y="1291132"/>
                      </a:cubicBezTo>
                      <a:lnTo>
                        <a:pt x="204464" y="1312848"/>
                      </a:lnTo>
                      <a:lnTo>
                        <a:pt x="184618" y="1286670"/>
                      </a:lnTo>
                      <a:cubicBezTo>
                        <a:pt x="199653" y="1287414"/>
                        <a:pt x="240247" y="1248742"/>
                        <a:pt x="240247" y="1231637"/>
                      </a:cubicBezTo>
                      <a:close/>
                      <a:moveTo>
                        <a:pt x="1347453" y="1227215"/>
                      </a:moveTo>
                      <a:cubicBezTo>
                        <a:pt x="1360184" y="1251420"/>
                        <a:pt x="1381901" y="1266547"/>
                        <a:pt x="1402870" y="1284701"/>
                      </a:cubicBezTo>
                      <a:cubicBezTo>
                        <a:pt x="1399125" y="1289239"/>
                        <a:pt x="1393883" y="1294534"/>
                        <a:pt x="1390888" y="1299072"/>
                      </a:cubicBezTo>
                      <a:cubicBezTo>
                        <a:pt x="1371417" y="1280162"/>
                        <a:pt x="1352695" y="1262765"/>
                        <a:pt x="1333224" y="1244612"/>
                      </a:cubicBezTo>
                      <a:cubicBezTo>
                        <a:pt x="1336219" y="1240830"/>
                        <a:pt x="1342210" y="1234023"/>
                        <a:pt x="1347453" y="1227215"/>
                      </a:cubicBezTo>
                      <a:close/>
                      <a:moveTo>
                        <a:pt x="1373823" y="1195155"/>
                      </a:moveTo>
                      <a:cubicBezTo>
                        <a:pt x="1381227" y="1207896"/>
                        <a:pt x="1416024" y="1219888"/>
                        <a:pt x="1428611" y="1212393"/>
                      </a:cubicBezTo>
                      <a:cubicBezTo>
                        <a:pt x="1433053" y="1221387"/>
                        <a:pt x="1436755" y="1228882"/>
                        <a:pt x="1440457" y="1236377"/>
                      </a:cubicBezTo>
                      <a:cubicBezTo>
                        <a:pt x="1439716" y="1237876"/>
                        <a:pt x="1438236" y="1238626"/>
                        <a:pt x="1436755" y="1239375"/>
                      </a:cubicBezTo>
                      <a:cubicBezTo>
                        <a:pt x="1411582" y="1231131"/>
                        <a:pt x="1386409" y="1222886"/>
                        <a:pt x="1359756" y="1213892"/>
                      </a:cubicBezTo>
                      <a:cubicBezTo>
                        <a:pt x="1364198" y="1208646"/>
                        <a:pt x="1369381" y="1201901"/>
                        <a:pt x="1373823" y="1195155"/>
                      </a:cubicBezTo>
                      <a:close/>
                      <a:moveTo>
                        <a:pt x="213361" y="1190734"/>
                      </a:moveTo>
                      <a:cubicBezTo>
                        <a:pt x="204402" y="1207022"/>
                        <a:pt x="197683" y="1220349"/>
                        <a:pt x="190964" y="1232935"/>
                      </a:cubicBezTo>
                      <a:cubicBezTo>
                        <a:pt x="183498" y="1245522"/>
                        <a:pt x="176779" y="1258108"/>
                        <a:pt x="169313" y="1271435"/>
                      </a:cubicBezTo>
                      <a:cubicBezTo>
                        <a:pt x="165580" y="1265512"/>
                        <a:pt x="160354" y="1258848"/>
                        <a:pt x="155875" y="1252185"/>
                      </a:cubicBezTo>
                      <a:cubicBezTo>
                        <a:pt x="173793" y="1241079"/>
                        <a:pt x="175286" y="1232935"/>
                        <a:pt x="164087" y="1218128"/>
                      </a:cubicBezTo>
                      <a:cubicBezTo>
                        <a:pt x="167820" y="1220349"/>
                        <a:pt x="171553" y="1223310"/>
                        <a:pt x="176779" y="1226272"/>
                      </a:cubicBezTo>
                      <a:lnTo>
                        <a:pt x="177005" y="1225836"/>
                      </a:lnTo>
                      <a:lnTo>
                        <a:pt x="164719" y="1218002"/>
                      </a:lnTo>
                      <a:lnTo>
                        <a:pt x="170683" y="1201840"/>
                      </a:lnTo>
                      <a:lnTo>
                        <a:pt x="170227" y="1201840"/>
                      </a:lnTo>
                      <a:lnTo>
                        <a:pt x="164250" y="1218002"/>
                      </a:lnTo>
                      <a:cubicBezTo>
                        <a:pt x="153008" y="1205473"/>
                        <a:pt x="144763" y="1206947"/>
                        <a:pt x="134270" y="1221687"/>
                      </a:cubicBezTo>
                      <a:cubicBezTo>
                        <a:pt x="131272" y="1217265"/>
                        <a:pt x="128274" y="1212843"/>
                        <a:pt x="126026" y="1209895"/>
                      </a:cubicBezTo>
                      <a:cubicBezTo>
                        <a:pt x="141016" y="1206947"/>
                        <a:pt x="156006" y="1203999"/>
                        <a:pt x="170246" y="1201788"/>
                      </a:cubicBezTo>
                      <a:lnTo>
                        <a:pt x="170244" y="1201792"/>
                      </a:lnTo>
                      <a:close/>
                      <a:moveTo>
                        <a:pt x="1450006" y="1145407"/>
                      </a:moveTo>
                      <a:lnTo>
                        <a:pt x="1450152" y="1146515"/>
                      </a:lnTo>
                      <a:cubicBezTo>
                        <a:pt x="1450152" y="1146515"/>
                        <a:pt x="1450152" y="1145790"/>
                        <a:pt x="1449387" y="1145790"/>
                      </a:cubicBezTo>
                      <a:close/>
                      <a:moveTo>
                        <a:pt x="1447091" y="1123299"/>
                      </a:moveTo>
                      <a:cubicBezTo>
                        <a:pt x="1453979" y="1126927"/>
                        <a:pt x="1460102" y="1130554"/>
                        <a:pt x="1466990" y="1134907"/>
                      </a:cubicBezTo>
                      <a:lnTo>
                        <a:pt x="1450006" y="1145407"/>
                      </a:lnTo>
                      <a:close/>
                      <a:moveTo>
                        <a:pt x="153921" y="1116800"/>
                      </a:moveTo>
                      <a:cubicBezTo>
                        <a:pt x="144856" y="1121330"/>
                        <a:pt x="136546" y="1127370"/>
                        <a:pt x="128237" y="1132654"/>
                      </a:cubicBezTo>
                      <a:cubicBezTo>
                        <a:pt x="132769" y="1136429"/>
                        <a:pt x="137302" y="1143979"/>
                        <a:pt x="142590" y="1144734"/>
                      </a:cubicBezTo>
                      <a:cubicBezTo>
                        <a:pt x="152410" y="1146244"/>
                        <a:pt x="160720" y="1140204"/>
                        <a:pt x="162986" y="1125105"/>
                      </a:cubicBezTo>
                      <a:cubicBezTo>
                        <a:pt x="160720" y="1123595"/>
                        <a:pt x="155432" y="1116045"/>
                        <a:pt x="153921" y="1116800"/>
                      </a:cubicBezTo>
                      <a:close/>
                      <a:moveTo>
                        <a:pt x="150899" y="1095661"/>
                      </a:moveTo>
                      <a:cubicBezTo>
                        <a:pt x="155432" y="1105475"/>
                        <a:pt x="161475" y="1116045"/>
                        <a:pt x="166763" y="1127370"/>
                      </a:cubicBezTo>
                      <a:cubicBezTo>
                        <a:pt x="171296" y="1137184"/>
                        <a:pt x="173562" y="1148509"/>
                        <a:pt x="163741" y="1156058"/>
                      </a:cubicBezTo>
                      <a:cubicBezTo>
                        <a:pt x="153166" y="1164363"/>
                        <a:pt x="144856" y="1158323"/>
                        <a:pt x="137302" y="1150773"/>
                      </a:cubicBezTo>
                      <a:cubicBezTo>
                        <a:pt x="136546" y="1150019"/>
                        <a:pt x="135036" y="1149264"/>
                        <a:pt x="133525" y="1149264"/>
                      </a:cubicBezTo>
                      <a:cubicBezTo>
                        <a:pt x="128237" y="1162098"/>
                        <a:pt x="122949" y="1174932"/>
                        <a:pt x="116906" y="1188522"/>
                      </a:cubicBezTo>
                      <a:cubicBezTo>
                        <a:pt x="114639" y="1186257"/>
                        <a:pt x="107841" y="1181727"/>
                        <a:pt x="105574" y="1175687"/>
                      </a:cubicBezTo>
                      <a:cubicBezTo>
                        <a:pt x="104819" y="1171913"/>
                        <a:pt x="109351" y="1165118"/>
                        <a:pt x="112373" y="1160588"/>
                      </a:cubicBezTo>
                      <a:cubicBezTo>
                        <a:pt x="116150" y="1155303"/>
                        <a:pt x="122194" y="1151528"/>
                        <a:pt x="125971" y="1146999"/>
                      </a:cubicBezTo>
                      <a:cubicBezTo>
                        <a:pt x="127481" y="1144734"/>
                        <a:pt x="127481" y="1139449"/>
                        <a:pt x="125971" y="1137939"/>
                      </a:cubicBezTo>
                      <a:cubicBezTo>
                        <a:pt x="124460" y="1135674"/>
                        <a:pt x="119172" y="1134919"/>
                        <a:pt x="116906" y="1136429"/>
                      </a:cubicBezTo>
                      <a:cubicBezTo>
                        <a:pt x="108596" y="1140959"/>
                        <a:pt x="101042" y="1146999"/>
                        <a:pt x="92732" y="1153038"/>
                      </a:cubicBezTo>
                      <a:cubicBezTo>
                        <a:pt x="90466" y="1149264"/>
                        <a:pt x="85934" y="1142469"/>
                        <a:pt x="82912" y="1137184"/>
                      </a:cubicBezTo>
                      <a:cubicBezTo>
                        <a:pt x="105574" y="1123595"/>
                        <a:pt x="127481" y="1110005"/>
                        <a:pt x="150899" y="1095661"/>
                      </a:cubicBezTo>
                      <a:close/>
                      <a:moveTo>
                        <a:pt x="1435875" y="1093450"/>
                      </a:moveTo>
                      <a:cubicBezTo>
                        <a:pt x="1442635" y="1097223"/>
                        <a:pt x="1449394" y="1100996"/>
                        <a:pt x="1459158" y="1105523"/>
                      </a:cubicBezTo>
                      <a:cubicBezTo>
                        <a:pt x="1449394" y="1107032"/>
                        <a:pt x="1441884" y="1105523"/>
                        <a:pt x="1437377" y="1108541"/>
                      </a:cubicBezTo>
                      <a:cubicBezTo>
                        <a:pt x="1430618" y="1113068"/>
                        <a:pt x="1424609" y="1119104"/>
                        <a:pt x="1422356" y="1125895"/>
                      </a:cubicBezTo>
                      <a:cubicBezTo>
                        <a:pt x="1420854" y="1128913"/>
                        <a:pt x="1428365" y="1137213"/>
                        <a:pt x="1432871" y="1140232"/>
                      </a:cubicBezTo>
                      <a:cubicBezTo>
                        <a:pt x="1438129" y="1144004"/>
                        <a:pt x="1444888" y="1144759"/>
                        <a:pt x="1450897" y="1147022"/>
                      </a:cubicBezTo>
                      <a:lnTo>
                        <a:pt x="1450897" y="1146268"/>
                      </a:lnTo>
                      <a:cubicBezTo>
                        <a:pt x="1460660" y="1153059"/>
                        <a:pt x="1469673" y="1163622"/>
                        <a:pt x="1480188" y="1164377"/>
                      </a:cubicBezTo>
                      <a:cubicBezTo>
                        <a:pt x="1490703" y="1165131"/>
                        <a:pt x="1492205" y="1139477"/>
                        <a:pt x="1480188" y="1117595"/>
                      </a:cubicBezTo>
                      <a:cubicBezTo>
                        <a:pt x="1489201" y="1122877"/>
                        <a:pt x="1495209" y="1126650"/>
                        <a:pt x="1503471" y="1131177"/>
                      </a:cubicBezTo>
                      <a:cubicBezTo>
                        <a:pt x="1492956" y="1151550"/>
                        <a:pt x="1482441" y="1171168"/>
                        <a:pt x="1472677" y="1188522"/>
                      </a:cubicBezTo>
                      <a:cubicBezTo>
                        <a:pt x="1451648" y="1171922"/>
                        <a:pt x="1430618" y="1156831"/>
                        <a:pt x="1405082" y="1148532"/>
                      </a:cubicBezTo>
                      <a:cubicBezTo>
                        <a:pt x="1414095" y="1131932"/>
                        <a:pt x="1424609" y="1113823"/>
                        <a:pt x="1435875" y="1093450"/>
                      </a:cubicBezTo>
                      <a:close/>
                      <a:moveTo>
                        <a:pt x="1466240" y="1041731"/>
                      </a:moveTo>
                      <a:cubicBezTo>
                        <a:pt x="1463994" y="1044719"/>
                        <a:pt x="1459500" y="1049948"/>
                        <a:pt x="1455756" y="1054429"/>
                      </a:cubicBezTo>
                      <a:cubicBezTo>
                        <a:pt x="1463994" y="1059658"/>
                        <a:pt x="1472231" y="1064887"/>
                        <a:pt x="1481218" y="1070115"/>
                      </a:cubicBezTo>
                      <a:cubicBezTo>
                        <a:pt x="1481218" y="1070115"/>
                        <a:pt x="1487958" y="1062646"/>
                        <a:pt x="1487958" y="1058911"/>
                      </a:cubicBezTo>
                      <a:cubicBezTo>
                        <a:pt x="1489456" y="1046213"/>
                        <a:pt x="1480469" y="1043225"/>
                        <a:pt x="1466240" y="1041731"/>
                      </a:cubicBezTo>
                      <a:close/>
                      <a:moveTo>
                        <a:pt x="1481218" y="1026045"/>
                      </a:moveTo>
                      <a:cubicBezTo>
                        <a:pt x="1491702" y="1029033"/>
                        <a:pt x="1494698" y="1036502"/>
                        <a:pt x="1493949" y="1046960"/>
                      </a:cubicBezTo>
                      <a:cubicBezTo>
                        <a:pt x="1493200" y="1049201"/>
                        <a:pt x="1493949" y="1051441"/>
                        <a:pt x="1493949" y="1054429"/>
                      </a:cubicBezTo>
                      <a:cubicBezTo>
                        <a:pt x="1494698" y="1055176"/>
                        <a:pt x="1495447" y="1056670"/>
                        <a:pt x="1496196" y="1058164"/>
                      </a:cubicBezTo>
                      <a:cubicBezTo>
                        <a:pt x="1503684" y="1041731"/>
                        <a:pt x="1524653" y="1058164"/>
                        <a:pt x="1535137" y="1040237"/>
                      </a:cubicBezTo>
                      <a:cubicBezTo>
                        <a:pt x="1534388" y="1046960"/>
                        <a:pt x="1536635" y="1054429"/>
                        <a:pt x="1533640" y="1058911"/>
                      </a:cubicBezTo>
                      <a:cubicBezTo>
                        <a:pt x="1529895" y="1063393"/>
                        <a:pt x="1521658" y="1065634"/>
                        <a:pt x="1516415" y="1065634"/>
                      </a:cubicBezTo>
                      <a:cubicBezTo>
                        <a:pt x="1507429" y="1065634"/>
                        <a:pt x="1494698" y="1056670"/>
                        <a:pt x="1491702" y="1068621"/>
                      </a:cubicBezTo>
                      <a:cubicBezTo>
                        <a:pt x="1487958" y="1082067"/>
                        <a:pt x="1504433" y="1077585"/>
                        <a:pt x="1511173" y="1083561"/>
                      </a:cubicBezTo>
                      <a:cubicBezTo>
                        <a:pt x="1513420" y="1085801"/>
                        <a:pt x="1518662" y="1085054"/>
                        <a:pt x="1523155" y="1086548"/>
                      </a:cubicBezTo>
                      <a:cubicBezTo>
                        <a:pt x="1520160" y="1093271"/>
                        <a:pt x="1517913" y="1099994"/>
                        <a:pt x="1515667" y="1106716"/>
                      </a:cubicBezTo>
                      <a:cubicBezTo>
                        <a:pt x="1493200" y="1091777"/>
                        <a:pt x="1469985" y="1082067"/>
                        <a:pt x="1443774" y="1076838"/>
                      </a:cubicBezTo>
                      <a:cubicBezTo>
                        <a:pt x="1449016" y="1064887"/>
                        <a:pt x="1454258" y="1051441"/>
                        <a:pt x="1460249" y="1038743"/>
                      </a:cubicBezTo>
                      <a:cubicBezTo>
                        <a:pt x="1463994" y="1029780"/>
                        <a:pt x="1470734" y="1023804"/>
                        <a:pt x="1481218" y="1026045"/>
                      </a:cubicBezTo>
                      <a:close/>
                      <a:moveTo>
                        <a:pt x="114767" y="1012749"/>
                      </a:moveTo>
                      <a:cubicBezTo>
                        <a:pt x="123797" y="1036884"/>
                        <a:pt x="132827" y="1059510"/>
                        <a:pt x="142609" y="1083645"/>
                      </a:cubicBezTo>
                      <a:cubicBezTo>
                        <a:pt x="135084" y="1086662"/>
                        <a:pt x="128312" y="1089679"/>
                        <a:pt x="120035" y="1092696"/>
                      </a:cubicBezTo>
                      <a:cubicBezTo>
                        <a:pt x="124549" y="1083645"/>
                        <a:pt x="129064" y="1077611"/>
                        <a:pt x="131322" y="1070069"/>
                      </a:cubicBezTo>
                      <a:cubicBezTo>
                        <a:pt x="132074" y="1067807"/>
                        <a:pt x="124549" y="1060264"/>
                        <a:pt x="123044" y="1061019"/>
                      </a:cubicBezTo>
                      <a:cubicBezTo>
                        <a:pt x="104232" y="1068561"/>
                        <a:pt x="85420" y="1076857"/>
                        <a:pt x="66608" y="1085154"/>
                      </a:cubicBezTo>
                      <a:cubicBezTo>
                        <a:pt x="65104" y="1085908"/>
                        <a:pt x="64351" y="1089679"/>
                        <a:pt x="62846" y="1093450"/>
                      </a:cubicBezTo>
                      <a:cubicBezTo>
                        <a:pt x="58331" y="1082891"/>
                        <a:pt x="55321" y="1074594"/>
                        <a:pt x="53064" y="1067807"/>
                      </a:cubicBezTo>
                      <a:cubicBezTo>
                        <a:pt x="60589" y="1065544"/>
                        <a:pt x="68113" y="1064035"/>
                        <a:pt x="74886" y="1061019"/>
                      </a:cubicBezTo>
                      <a:cubicBezTo>
                        <a:pt x="86925" y="1056493"/>
                        <a:pt x="98965" y="1051968"/>
                        <a:pt x="111005" y="1046689"/>
                      </a:cubicBezTo>
                      <a:cubicBezTo>
                        <a:pt x="114767" y="1044426"/>
                        <a:pt x="117025" y="1041409"/>
                        <a:pt x="120787" y="1038392"/>
                      </a:cubicBezTo>
                      <a:cubicBezTo>
                        <a:pt x="117025" y="1034621"/>
                        <a:pt x="114015" y="1029342"/>
                        <a:pt x="109500" y="1027079"/>
                      </a:cubicBezTo>
                      <a:cubicBezTo>
                        <a:pt x="105737" y="1024816"/>
                        <a:pt x="100470" y="1024816"/>
                        <a:pt x="92193" y="1022554"/>
                      </a:cubicBezTo>
                      <a:cubicBezTo>
                        <a:pt x="100470" y="1018783"/>
                        <a:pt x="107242" y="1016520"/>
                        <a:pt x="114767" y="1012749"/>
                      </a:cubicBezTo>
                      <a:close/>
                      <a:moveTo>
                        <a:pt x="1543448" y="960822"/>
                      </a:moveTo>
                      <a:cubicBezTo>
                        <a:pt x="1549424" y="963064"/>
                        <a:pt x="1552411" y="975022"/>
                        <a:pt x="1556146" y="982496"/>
                      </a:cubicBezTo>
                      <a:cubicBezTo>
                        <a:pt x="1557640" y="984738"/>
                        <a:pt x="1556146" y="988475"/>
                        <a:pt x="1556146" y="988475"/>
                      </a:cubicBezTo>
                      <a:cubicBezTo>
                        <a:pt x="1553905" y="984738"/>
                        <a:pt x="1550171" y="976517"/>
                        <a:pt x="1545689" y="975022"/>
                      </a:cubicBezTo>
                      <a:cubicBezTo>
                        <a:pt x="1540460" y="974275"/>
                        <a:pt x="1533738" y="980254"/>
                        <a:pt x="1528509" y="983991"/>
                      </a:cubicBezTo>
                      <a:cubicBezTo>
                        <a:pt x="1524027" y="988475"/>
                        <a:pt x="1521039" y="994454"/>
                        <a:pt x="1516558" y="998939"/>
                      </a:cubicBezTo>
                      <a:cubicBezTo>
                        <a:pt x="1508341" y="1008655"/>
                        <a:pt x="1497884" y="1011644"/>
                        <a:pt x="1488173" y="1003423"/>
                      </a:cubicBezTo>
                      <a:cubicBezTo>
                        <a:pt x="1478463" y="995202"/>
                        <a:pt x="1474728" y="985486"/>
                        <a:pt x="1482945" y="973528"/>
                      </a:cubicBezTo>
                      <a:cubicBezTo>
                        <a:pt x="1485185" y="979507"/>
                        <a:pt x="1486679" y="985486"/>
                        <a:pt x="1488173" y="991465"/>
                      </a:cubicBezTo>
                      <a:cubicBezTo>
                        <a:pt x="1494149" y="989223"/>
                        <a:pt x="1500872" y="987728"/>
                        <a:pt x="1506100" y="983991"/>
                      </a:cubicBezTo>
                      <a:cubicBezTo>
                        <a:pt x="1511329" y="979507"/>
                        <a:pt x="1513570" y="971286"/>
                        <a:pt x="1518798" y="968296"/>
                      </a:cubicBezTo>
                      <a:cubicBezTo>
                        <a:pt x="1526268" y="963812"/>
                        <a:pt x="1536725" y="958580"/>
                        <a:pt x="1543448" y="960822"/>
                      </a:cubicBezTo>
                      <a:close/>
                      <a:moveTo>
                        <a:pt x="1490826" y="947525"/>
                      </a:moveTo>
                      <a:cubicBezTo>
                        <a:pt x="1496907" y="949769"/>
                        <a:pt x="1502987" y="951264"/>
                        <a:pt x="1506787" y="952760"/>
                      </a:cubicBezTo>
                      <a:cubicBezTo>
                        <a:pt x="1498427" y="959491"/>
                        <a:pt x="1490826" y="966221"/>
                        <a:pt x="1482466" y="972952"/>
                      </a:cubicBezTo>
                      <a:cubicBezTo>
                        <a:pt x="1485506" y="964726"/>
                        <a:pt x="1487786" y="956499"/>
                        <a:pt x="1490826" y="947525"/>
                      </a:cubicBezTo>
                      <a:close/>
                      <a:moveTo>
                        <a:pt x="93252" y="937576"/>
                      </a:moveTo>
                      <a:cubicBezTo>
                        <a:pt x="97764" y="945836"/>
                        <a:pt x="95508" y="954846"/>
                        <a:pt x="87235" y="965359"/>
                      </a:cubicBezTo>
                      <a:cubicBezTo>
                        <a:pt x="75953" y="978124"/>
                        <a:pt x="66928" y="991640"/>
                        <a:pt x="57903" y="1006658"/>
                      </a:cubicBezTo>
                      <a:cubicBezTo>
                        <a:pt x="75201" y="1002904"/>
                        <a:pt x="92500" y="1002904"/>
                        <a:pt x="106789" y="989388"/>
                      </a:cubicBezTo>
                      <a:cubicBezTo>
                        <a:pt x="108294" y="993893"/>
                        <a:pt x="109798" y="999149"/>
                        <a:pt x="110550" y="1002904"/>
                      </a:cubicBezTo>
                      <a:cubicBezTo>
                        <a:pt x="104533" y="1002904"/>
                        <a:pt x="98516" y="1002153"/>
                        <a:pt x="92500" y="1002904"/>
                      </a:cubicBezTo>
                      <a:cubicBezTo>
                        <a:pt x="77458" y="1006658"/>
                        <a:pt x="62416" y="1011915"/>
                        <a:pt x="46622" y="1015669"/>
                      </a:cubicBezTo>
                      <a:cubicBezTo>
                        <a:pt x="42861" y="1017171"/>
                        <a:pt x="38348" y="1016420"/>
                        <a:pt x="34588" y="1016420"/>
                      </a:cubicBezTo>
                      <a:cubicBezTo>
                        <a:pt x="35340" y="1012665"/>
                        <a:pt x="36092" y="1008160"/>
                        <a:pt x="38348" y="1004406"/>
                      </a:cubicBezTo>
                      <a:cubicBezTo>
                        <a:pt x="48878" y="989388"/>
                        <a:pt x="60159" y="975121"/>
                        <a:pt x="70689" y="960103"/>
                      </a:cubicBezTo>
                      <a:cubicBezTo>
                        <a:pt x="73697" y="957099"/>
                        <a:pt x="75953" y="952594"/>
                        <a:pt x="76705" y="948088"/>
                      </a:cubicBezTo>
                      <a:cubicBezTo>
                        <a:pt x="57903" y="954846"/>
                        <a:pt x="36092" y="951843"/>
                        <a:pt x="21050" y="969114"/>
                      </a:cubicBezTo>
                      <a:cubicBezTo>
                        <a:pt x="20298" y="966110"/>
                        <a:pt x="18794" y="961605"/>
                        <a:pt x="18794" y="959352"/>
                      </a:cubicBezTo>
                      <a:cubicBezTo>
                        <a:pt x="43613" y="951843"/>
                        <a:pt x="67680" y="945085"/>
                        <a:pt x="93252" y="937576"/>
                      </a:cubicBezTo>
                      <a:close/>
                      <a:moveTo>
                        <a:pt x="46623" y="882773"/>
                      </a:moveTo>
                      <a:lnTo>
                        <a:pt x="59061" y="900840"/>
                      </a:lnTo>
                      <a:cubicBezTo>
                        <a:pt x="52281" y="901584"/>
                        <a:pt x="45502" y="902328"/>
                        <a:pt x="37969" y="903816"/>
                      </a:cubicBezTo>
                      <a:close/>
                      <a:moveTo>
                        <a:pt x="47762" y="880005"/>
                      </a:moveTo>
                      <a:lnTo>
                        <a:pt x="46623" y="882773"/>
                      </a:lnTo>
                      <a:lnTo>
                        <a:pt x="46255" y="882238"/>
                      </a:lnTo>
                      <a:lnTo>
                        <a:pt x="47219" y="880017"/>
                      </a:lnTo>
                      <a:close/>
                      <a:moveTo>
                        <a:pt x="80154" y="850242"/>
                      </a:moveTo>
                      <a:cubicBezTo>
                        <a:pt x="82413" y="871820"/>
                        <a:pt x="84673" y="893399"/>
                        <a:pt x="87687" y="915721"/>
                      </a:cubicBezTo>
                      <a:cubicBezTo>
                        <a:pt x="79400" y="917210"/>
                        <a:pt x="72621" y="918698"/>
                        <a:pt x="66594" y="920186"/>
                      </a:cubicBezTo>
                      <a:cubicBezTo>
                        <a:pt x="77140" y="907537"/>
                        <a:pt x="88440" y="894887"/>
                        <a:pt x="78647" y="879261"/>
                      </a:cubicBezTo>
                      <a:cubicBezTo>
                        <a:pt x="75634" y="874797"/>
                        <a:pt x="59061" y="877773"/>
                        <a:pt x="48515" y="877029"/>
                      </a:cubicBezTo>
                      <a:lnTo>
                        <a:pt x="47219" y="880017"/>
                      </a:lnTo>
                      <a:lnTo>
                        <a:pt x="25445" y="880470"/>
                      </a:lnTo>
                      <a:cubicBezTo>
                        <a:pt x="18760" y="880749"/>
                        <a:pt x="13110" y="882610"/>
                        <a:pt x="9343" y="890423"/>
                      </a:cubicBezTo>
                      <a:cubicBezTo>
                        <a:pt x="4823" y="900096"/>
                        <a:pt x="16123" y="914233"/>
                        <a:pt x="36462" y="924651"/>
                      </a:cubicBezTo>
                      <a:cubicBezTo>
                        <a:pt x="30436" y="926139"/>
                        <a:pt x="25163" y="927627"/>
                        <a:pt x="19889" y="927627"/>
                      </a:cubicBezTo>
                      <a:cubicBezTo>
                        <a:pt x="16123" y="926883"/>
                        <a:pt x="10850" y="923162"/>
                        <a:pt x="10097" y="920186"/>
                      </a:cubicBezTo>
                      <a:cubicBezTo>
                        <a:pt x="7083" y="900840"/>
                        <a:pt x="5577" y="881494"/>
                        <a:pt x="3317" y="861403"/>
                      </a:cubicBezTo>
                      <a:cubicBezTo>
                        <a:pt x="19889" y="868100"/>
                        <a:pt x="70361" y="860659"/>
                        <a:pt x="80154" y="850242"/>
                      </a:cubicBezTo>
                      <a:close/>
                      <a:moveTo>
                        <a:pt x="1508677" y="807128"/>
                      </a:moveTo>
                      <a:cubicBezTo>
                        <a:pt x="1516860" y="807879"/>
                        <a:pt x="1523555" y="807879"/>
                        <a:pt x="1530250" y="808630"/>
                      </a:cubicBezTo>
                      <a:cubicBezTo>
                        <a:pt x="1522067" y="816895"/>
                        <a:pt x="1514628" y="824408"/>
                        <a:pt x="1507190" y="831921"/>
                      </a:cubicBezTo>
                      <a:cubicBezTo>
                        <a:pt x="1507933" y="833424"/>
                        <a:pt x="1509421" y="834926"/>
                        <a:pt x="1510165" y="837180"/>
                      </a:cubicBezTo>
                      <a:cubicBezTo>
                        <a:pt x="1533969" y="837932"/>
                        <a:pt x="1557773" y="839434"/>
                        <a:pt x="1583065" y="840937"/>
                      </a:cubicBezTo>
                      <a:cubicBezTo>
                        <a:pt x="1583065" y="845445"/>
                        <a:pt x="1582321" y="854460"/>
                        <a:pt x="1582321" y="860471"/>
                      </a:cubicBezTo>
                      <a:cubicBezTo>
                        <a:pt x="1557029" y="858217"/>
                        <a:pt x="1533225" y="855963"/>
                        <a:pt x="1510165" y="853709"/>
                      </a:cubicBezTo>
                      <a:cubicBezTo>
                        <a:pt x="1508677" y="855212"/>
                        <a:pt x="1507190" y="857466"/>
                        <a:pt x="1506446" y="858968"/>
                      </a:cubicBezTo>
                      <a:cubicBezTo>
                        <a:pt x="1512397" y="867233"/>
                        <a:pt x="1517604" y="875497"/>
                        <a:pt x="1523555" y="884513"/>
                      </a:cubicBezTo>
                      <a:cubicBezTo>
                        <a:pt x="1518348" y="883762"/>
                        <a:pt x="1512397" y="883762"/>
                        <a:pt x="1503470" y="883010"/>
                      </a:cubicBezTo>
                      <a:cubicBezTo>
                        <a:pt x="1504958" y="856714"/>
                        <a:pt x="1507190" y="832672"/>
                        <a:pt x="1508677" y="807128"/>
                      </a:cubicBezTo>
                      <a:close/>
                      <a:moveTo>
                        <a:pt x="43339" y="760648"/>
                      </a:moveTo>
                      <a:cubicBezTo>
                        <a:pt x="50251" y="762043"/>
                        <a:pt x="56790" y="765579"/>
                        <a:pt x="62767" y="770417"/>
                      </a:cubicBezTo>
                      <a:cubicBezTo>
                        <a:pt x="75470" y="780837"/>
                        <a:pt x="78459" y="794978"/>
                        <a:pt x="75470" y="810609"/>
                      </a:cubicBezTo>
                      <a:cubicBezTo>
                        <a:pt x="74723" y="817307"/>
                        <a:pt x="73229" y="824006"/>
                        <a:pt x="71734" y="831449"/>
                      </a:cubicBezTo>
                      <a:cubicBezTo>
                        <a:pt x="67251" y="831449"/>
                        <a:pt x="60526" y="831449"/>
                        <a:pt x="51559" y="831449"/>
                      </a:cubicBezTo>
                      <a:cubicBezTo>
                        <a:pt x="57537" y="826983"/>
                        <a:pt x="62767" y="824006"/>
                        <a:pt x="66503" y="820284"/>
                      </a:cubicBezTo>
                      <a:cubicBezTo>
                        <a:pt x="80701" y="808376"/>
                        <a:pt x="76965" y="789024"/>
                        <a:pt x="59778" y="782325"/>
                      </a:cubicBezTo>
                      <a:cubicBezTo>
                        <a:pt x="37361" y="773394"/>
                        <a:pt x="12703" y="779348"/>
                        <a:pt x="0" y="797956"/>
                      </a:cubicBezTo>
                      <a:cubicBezTo>
                        <a:pt x="0" y="780837"/>
                        <a:pt x="7472" y="770417"/>
                        <a:pt x="21670" y="763718"/>
                      </a:cubicBezTo>
                      <a:cubicBezTo>
                        <a:pt x="29142" y="759996"/>
                        <a:pt x="36427" y="759252"/>
                        <a:pt x="43339" y="760648"/>
                      </a:cubicBezTo>
                      <a:close/>
                      <a:moveTo>
                        <a:pt x="1506787" y="728637"/>
                      </a:moveTo>
                      <a:cubicBezTo>
                        <a:pt x="1530816" y="754835"/>
                        <a:pt x="1568361" y="763817"/>
                        <a:pt x="1586382" y="748098"/>
                      </a:cubicBezTo>
                      <a:cubicBezTo>
                        <a:pt x="1586382" y="757829"/>
                        <a:pt x="1586382" y="767559"/>
                        <a:pt x="1586382" y="776542"/>
                      </a:cubicBezTo>
                      <a:cubicBezTo>
                        <a:pt x="1565357" y="762320"/>
                        <a:pt x="1534570" y="780284"/>
                        <a:pt x="1509791" y="800494"/>
                      </a:cubicBezTo>
                      <a:cubicBezTo>
                        <a:pt x="1509791" y="789266"/>
                        <a:pt x="1509791" y="779536"/>
                        <a:pt x="1509791" y="772050"/>
                      </a:cubicBezTo>
                      <a:cubicBezTo>
                        <a:pt x="1524809" y="777290"/>
                        <a:pt x="1533068" y="765314"/>
                        <a:pt x="1545834" y="757829"/>
                      </a:cubicBezTo>
                      <a:cubicBezTo>
                        <a:pt x="1533068" y="751092"/>
                        <a:pt x="1524058" y="739865"/>
                        <a:pt x="1508289" y="749595"/>
                      </a:cubicBezTo>
                      <a:cubicBezTo>
                        <a:pt x="1507538" y="742859"/>
                        <a:pt x="1507538" y="736122"/>
                        <a:pt x="1506787" y="728637"/>
                      </a:cubicBezTo>
                      <a:close/>
                      <a:moveTo>
                        <a:pt x="1336496" y="308550"/>
                      </a:moveTo>
                      <a:cubicBezTo>
                        <a:pt x="1337248" y="310067"/>
                        <a:pt x="1338001" y="310826"/>
                        <a:pt x="1338753" y="312344"/>
                      </a:cubicBezTo>
                      <a:cubicBezTo>
                        <a:pt x="1331230" y="315378"/>
                        <a:pt x="1320697" y="316896"/>
                        <a:pt x="1319192" y="322206"/>
                      </a:cubicBezTo>
                      <a:cubicBezTo>
                        <a:pt x="1316935" y="328276"/>
                        <a:pt x="1322201" y="337380"/>
                        <a:pt x="1324459" y="344967"/>
                      </a:cubicBezTo>
                      <a:cubicBezTo>
                        <a:pt x="1323706" y="345726"/>
                        <a:pt x="1322954" y="346484"/>
                        <a:pt x="1322201" y="347243"/>
                      </a:cubicBezTo>
                      <a:cubicBezTo>
                        <a:pt x="1319944" y="343450"/>
                        <a:pt x="1317687" y="339656"/>
                        <a:pt x="1314678" y="335863"/>
                      </a:cubicBezTo>
                      <a:cubicBezTo>
                        <a:pt x="1304898" y="339656"/>
                        <a:pt x="1295869" y="343450"/>
                        <a:pt x="1284584" y="347243"/>
                      </a:cubicBezTo>
                      <a:cubicBezTo>
                        <a:pt x="1284584" y="331311"/>
                        <a:pt x="1289098" y="325241"/>
                        <a:pt x="1301136" y="327517"/>
                      </a:cubicBezTo>
                      <a:cubicBezTo>
                        <a:pt x="1308659" y="329035"/>
                        <a:pt x="1311669" y="327517"/>
                        <a:pt x="1316183" y="319930"/>
                      </a:cubicBezTo>
                      <a:cubicBezTo>
                        <a:pt x="1319192" y="313861"/>
                        <a:pt x="1329725" y="312344"/>
                        <a:pt x="1336496" y="308550"/>
                      </a:cubicBezTo>
                      <a:close/>
                      <a:moveTo>
                        <a:pt x="1290133" y="266541"/>
                      </a:moveTo>
                      <a:cubicBezTo>
                        <a:pt x="1301295" y="271924"/>
                        <a:pt x="1311712" y="277308"/>
                        <a:pt x="1326594" y="284229"/>
                      </a:cubicBezTo>
                      <a:cubicBezTo>
                        <a:pt x="1287901" y="279615"/>
                        <a:pt x="1287901" y="279615"/>
                        <a:pt x="1290133" y="266541"/>
                      </a:cubicBezTo>
                      <a:close/>
                      <a:moveTo>
                        <a:pt x="294090" y="264330"/>
                      </a:moveTo>
                      <a:cubicBezTo>
                        <a:pt x="295583" y="265076"/>
                        <a:pt x="297075" y="265822"/>
                        <a:pt x="298567" y="265822"/>
                      </a:cubicBezTo>
                      <a:cubicBezTo>
                        <a:pt x="295583" y="274026"/>
                        <a:pt x="293344" y="282977"/>
                        <a:pt x="288867" y="289690"/>
                      </a:cubicBezTo>
                      <a:cubicBezTo>
                        <a:pt x="278420" y="306099"/>
                        <a:pt x="287374" y="315795"/>
                        <a:pt x="297821" y="326238"/>
                      </a:cubicBezTo>
                      <a:cubicBezTo>
                        <a:pt x="306029" y="333696"/>
                        <a:pt x="313492" y="341155"/>
                        <a:pt x="321700" y="348614"/>
                      </a:cubicBezTo>
                      <a:cubicBezTo>
                        <a:pt x="320954" y="349360"/>
                        <a:pt x="320207" y="350106"/>
                        <a:pt x="319461" y="350851"/>
                      </a:cubicBezTo>
                      <a:cubicBezTo>
                        <a:pt x="306776" y="340409"/>
                        <a:pt x="294090" y="329967"/>
                        <a:pt x="280658" y="318779"/>
                      </a:cubicBezTo>
                      <a:cubicBezTo>
                        <a:pt x="274689" y="343393"/>
                        <a:pt x="269465" y="365769"/>
                        <a:pt x="264242" y="388145"/>
                      </a:cubicBezTo>
                      <a:cubicBezTo>
                        <a:pt x="262003" y="387399"/>
                        <a:pt x="259765" y="386653"/>
                        <a:pt x="256780" y="385908"/>
                      </a:cubicBezTo>
                      <a:cubicBezTo>
                        <a:pt x="262003" y="368007"/>
                        <a:pt x="266480" y="350106"/>
                        <a:pt x="269465" y="338917"/>
                      </a:cubicBezTo>
                      <a:cubicBezTo>
                        <a:pt x="254541" y="321017"/>
                        <a:pt x="243348" y="307591"/>
                        <a:pt x="232901" y="293419"/>
                      </a:cubicBezTo>
                      <a:cubicBezTo>
                        <a:pt x="240363" y="288198"/>
                        <a:pt x="240363" y="288198"/>
                        <a:pt x="257526" y="308337"/>
                      </a:cubicBezTo>
                      <a:cubicBezTo>
                        <a:pt x="259018" y="288198"/>
                        <a:pt x="241856" y="282977"/>
                        <a:pt x="232155" y="272535"/>
                      </a:cubicBezTo>
                      <a:cubicBezTo>
                        <a:pt x="232901" y="271789"/>
                        <a:pt x="233647" y="270297"/>
                        <a:pt x="233647" y="268805"/>
                      </a:cubicBezTo>
                      <a:cubicBezTo>
                        <a:pt x="238871" y="270297"/>
                        <a:pt x="244094" y="271043"/>
                        <a:pt x="247825" y="274772"/>
                      </a:cubicBezTo>
                      <a:cubicBezTo>
                        <a:pt x="257526" y="283723"/>
                        <a:pt x="265734" y="293419"/>
                        <a:pt x="276181" y="304607"/>
                      </a:cubicBezTo>
                      <a:cubicBezTo>
                        <a:pt x="282897" y="289690"/>
                        <a:pt x="288867" y="277010"/>
                        <a:pt x="294090" y="264330"/>
                      </a:cubicBezTo>
                      <a:close/>
                      <a:moveTo>
                        <a:pt x="174377" y="251055"/>
                      </a:moveTo>
                      <a:cubicBezTo>
                        <a:pt x="177465" y="248536"/>
                        <a:pt x="181461" y="248163"/>
                        <a:pt x="187272" y="251894"/>
                      </a:cubicBezTo>
                      <a:cubicBezTo>
                        <a:pt x="190178" y="253387"/>
                        <a:pt x="192358" y="262342"/>
                        <a:pt x="190178" y="264580"/>
                      </a:cubicBezTo>
                      <a:cubicBezTo>
                        <a:pt x="183640" y="274281"/>
                        <a:pt x="175649" y="272042"/>
                        <a:pt x="166931" y="263088"/>
                      </a:cubicBezTo>
                      <a:cubicBezTo>
                        <a:pt x="169110" y="258237"/>
                        <a:pt x="171290" y="253573"/>
                        <a:pt x="174377" y="251055"/>
                      </a:cubicBezTo>
                      <a:close/>
                      <a:moveTo>
                        <a:pt x="1367469" y="242221"/>
                      </a:moveTo>
                      <a:cubicBezTo>
                        <a:pt x="1367469" y="245220"/>
                        <a:pt x="1368221" y="248968"/>
                        <a:pt x="1366717" y="251218"/>
                      </a:cubicBezTo>
                      <a:cubicBezTo>
                        <a:pt x="1363708" y="254966"/>
                        <a:pt x="1359948" y="258715"/>
                        <a:pt x="1353179" y="264712"/>
                      </a:cubicBezTo>
                      <a:cubicBezTo>
                        <a:pt x="1366717" y="260964"/>
                        <a:pt x="1377246" y="257965"/>
                        <a:pt x="1387023" y="254966"/>
                      </a:cubicBezTo>
                      <a:cubicBezTo>
                        <a:pt x="1387775" y="255716"/>
                        <a:pt x="1388528" y="257215"/>
                        <a:pt x="1389280" y="257965"/>
                      </a:cubicBezTo>
                      <a:cubicBezTo>
                        <a:pt x="1381759" y="263213"/>
                        <a:pt x="1374238" y="268461"/>
                        <a:pt x="1364460" y="275208"/>
                      </a:cubicBezTo>
                      <a:cubicBezTo>
                        <a:pt x="1387023" y="281206"/>
                        <a:pt x="1403569" y="272209"/>
                        <a:pt x="1422372" y="263213"/>
                      </a:cubicBezTo>
                      <a:cubicBezTo>
                        <a:pt x="1420116" y="270710"/>
                        <a:pt x="1417107" y="274458"/>
                        <a:pt x="1417859" y="276707"/>
                      </a:cubicBezTo>
                      <a:cubicBezTo>
                        <a:pt x="1423876" y="293951"/>
                        <a:pt x="1416355" y="292451"/>
                        <a:pt x="1404322" y="287953"/>
                      </a:cubicBezTo>
                      <a:cubicBezTo>
                        <a:pt x="1396048" y="285704"/>
                        <a:pt x="1387775" y="281955"/>
                        <a:pt x="1384015" y="296200"/>
                      </a:cubicBezTo>
                      <a:cubicBezTo>
                        <a:pt x="1381007" y="307445"/>
                        <a:pt x="1372733" y="302947"/>
                        <a:pt x="1367469" y="297699"/>
                      </a:cubicBezTo>
                      <a:cubicBezTo>
                        <a:pt x="1371981" y="293951"/>
                        <a:pt x="1375742" y="290952"/>
                        <a:pt x="1380254" y="287203"/>
                      </a:cubicBezTo>
                      <a:cubicBezTo>
                        <a:pt x="1379502" y="285704"/>
                        <a:pt x="1378750" y="284204"/>
                        <a:pt x="1377998" y="282705"/>
                      </a:cubicBezTo>
                      <a:cubicBezTo>
                        <a:pt x="1369725" y="284954"/>
                        <a:pt x="1360700" y="287203"/>
                        <a:pt x="1347914" y="290202"/>
                      </a:cubicBezTo>
                      <a:cubicBezTo>
                        <a:pt x="1354683" y="281955"/>
                        <a:pt x="1359196" y="275958"/>
                        <a:pt x="1364460" y="269210"/>
                      </a:cubicBezTo>
                      <a:cubicBezTo>
                        <a:pt x="1353931" y="272959"/>
                        <a:pt x="1344154" y="276707"/>
                        <a:pt x="1335129" y="281206"/>
                      </a:cubicBezTo>
                      <a:cubicBezTo>
                        <a:pt x="1333624" y="279706"/>
                        <a:pt x="1332872" y="278207"/>
                        <a:pt x="1332120" y="276707"/>
                      </a:cubicBezTo>
                      <a:cubicBezTo>
                        <a:pt x="1335129" y="272959"/>
                        <a:pt x="1338137" y="269210"/>
                        <a:pt x="1341897" y="265462"/>
                      </a:cubicBezTo>
                      <a:cubicBezTo>
                        <a:pt x="1347914" y="258715"/>
                        <a:pt x="1353179" y="251967"/>
                        <a:pt x="1359948" y="245970"/>
                      </a:cubicBezTo>
                      <a:cubicBezTo>
                        <a:pt x="1361452" y="243721"/>
                        <a:pt x="1364460" y="243721"/>
                        <a:pt x="1367469" y="242221"/>
                      </a:cubicBezTo>
                      <a:close/>
                      <a:moveTo>
                        <a:pt x="246373" y="241115"/>
                      </a:moveTo>
                      <a:cubicBezTo>
                        <a:pt x="250115" y="248546"/>
                        <a:pt x="253108" y="256719"/>
                        <a:pt x="256102" y="264893"/>
                      </a:cubicBezTo>
                      <a:cubicBezTo>
                        <a:pt x="276307" y="263407"/>
                        <a:pt x="280797" y="268608"/>
                        <a:pt x="273313" y="286441"/>
                      </a:cubicBezTo>
                      <a:cubicBezTo>
                        <a:pt x="271068" y="280497"/>
                        <a:pt x="271068" y="275295"/>
                        <a:pt x="268075" y="272323"/>
                      </a:cubicBezTo>
                      <a:cubicBezTo>
                        <a:pt x="265830" y="270094"/>
                        <a:pt x="260592" y="270837"/>
                        <a:pt x="254605" y="270094"/>
                      </a:cubicBezTo>
                      <a:cubicBezTo>
                        <a:pt x="256850" y="259691"/>
                        <a:pt x="232155" y="256719"/>
                        <a:pt x="241135" y="241858"/>
                      </a:cubicBezTo>
                      <a:cubicBezTo>
                        <a:pt x="242632" y="241858"/>
                        <a:pt x="244877" y="241115"/>
                        <a:pt x="246373" y="241115"/>
                      </a:cubicBezTo>
                      <a:close/>
                      <a:moveTo>
                        <a:pt x="208940" y="240423"/>
                      </a:moveTo>
                      <a:cubicBezTo>
                        <a:pt x="208940" y="240423"/>
                        <a:pt x="208940" y="241176"/>
                        <a:pt x="208940" y="241176"/>
                      </a:cubicBezTo>
                      <a:lnTo>
                        <a:pt x="208883" y="240554"/>
                      </a:lnTo>
                      <a:close/>
                      <a:moveTo>
                        <a:pt x="222574" y="240093"/>
                      </a:moveTo>
                      <a:cubicBezTo>
                        <a:pt x="225338" y="242338"/>
                        <a:pt x="226627" y="246827"/>
                        <a:pt x="226996" y="252438"/>
                      </a:cubicBezTo>
                      <a:cubicBezTo>
                        <a:pt x="227733" y="260668"/>
                        <a:pt x="226996" y="268898"/>
                        <a:pt x="226996" y="280120"/>
                      </a:cubicBezTo>
                      <a:cubicBezTo>
                        <a:pt x="224785" y="274883"/>
                        <a:pt x="224048" y="273387"/>
                        <a:pt x="220363" y="267401"/>
                      </a:cubicBezTo>
                      <a:cubicBezTo>
                        <a:pt x="220363" y="280120"/>
                        <a:pt x="221100" y="289846"/>
                        <a:pt x="220363" y="298824"/>
                      </a:cubicBezTo>
                      <a:cubicBezTo>
                        <a:pt x="219626" y="302565"/>
                        <a:pt x="215204" y="305557"/>
                        <a:pt x="212993" y="308550"/>
                      </a:cubicBezTo>
                      <a:cubicBezTo>
                        <a:pt x="210782" y="304809"/>
                        <a:pt x="207834" y="301069"/>
                        <a:pt x="207834" y="296580"/>
                      </a:cubicBezTo>
                      <a:cubicBezTo>
                        <a:pt x="207834" y="277876"/>
                        <a:pt x="208571" y="259171"/>
                        <a:pt x="209308" y="240467"/>
                      </a:cubicBezTo>
                      <a:lnTo>
                        <a:pt x="209308" y="241216"/>
                      </a:lnTo>
                      <a:cubicBezTo>
                        <a:pt x="215572" y="237849"/>
                        <a:pt x="219810" y="237849"/>
                        <a:pt x="222574" y="240093"/>
                      </a:cubicBezTo>
                      <a:close/>
                      <a:moveTo>
                        <a:pt x="198757" y="188453"/>
                      </a:moveTo>
                      <a:cubicBezTo>
                        <a:pt x="201667" y="189206"/>
                        <a:pt x="204576" y="195984"/>
                        <a:pt x="205303" y="201257"/>
                      </a:cubicBezTo>
                      <a:lnTo>
                        <a:pt x="208883" y="240554"/>
                      </a:lnTo>
                      <a:lnTo>
                        <a:pt x="202394" y="255487"/>
                      </a:lnTo>
                      <a:cubicBezTo>
                        <a:pt x="196576" y="235151"/>
                        <a:pt x="202394" y="211802"/>
                        <a:pt x="181302" y="193725"/>
                      </a:cubicBezTo>
                      <a:cubicBezTo>
                        <a:pt x="188575" y="191465"/>
                        <a:pt x="194394" y="186946"/>
                        <a:pt x="198757" y="188453"/>
                      </a:cubicBezTo>
                      <a:close/>
                      <a:moveTo>
                        <a:pt x="1156347" y="148254"/>
                      </a:moveTo>
                      <a:cubicBezTo>
                        <a:pt x="1163836" y="161757"/>
                        <a:pt x="1172074" y="175260"/>
                        <a:pt x="1179563" y="188013"/>
                      </a:cubicBezTo>
                      <a:cubicBezTo>
                        <a:pt x="1167581" y="190263"/>
                        <a:pt x="1163087" y="188013"/>
                        <a:pt x="1160092" y="176010"/>
                      </a:cubicBezTo>
                      <a:cubicBezTo>
                        <a:pt x="1158594" y="167008"/>
                        <a:pt x="1157096" y="157256"/>
                        <a:pt x="1156347" y="148254"/>
                      </a:cubicBezTo>
                      <a:close/>
                      <a:moveTo>
                        <a:pt x="1183507" y="94084"/>
                      </a:moveTo>
                      <a:cubicBezTo>
                        <a:pt x="1178252" y="102353"/>
                        <a:pt x="1176001" y="106112"/>
                        <a:pt x="1172247" y="110622"/>
                      </a:cubicBezTo>
                      <a:cubicBezTo>
                        <a:pt x="1177502" y="113629"/>
                        <a:pt x="1182756" y="115884"/>
                        <a:pt x="1189512" y="118891"/>
                      </a:cubicBezTo>
                      <a:cubicBezTo>
                        <a:pt x="1167744" y="130167"/>
                        <a:pt x="1148227" y="139940"/>
                        <a:pt x="1128710" y="150464"/>
                      </a:cubicBezTo>
                      <a:cubicBezTo>
                        <a:pt x="1136967" y="139940"/>
                        <a:pt x="1156484" y="136933"/>
                        <a:pt x="1145975" y="114381"/>
                      </a:cubicBezTo>
                      <a:cubicBezTo>
                        <a:pt x="1167744" y="124905"/>
                        <a:pt x="1164741" y="97091"/>
                        <a:pt x="1183507" y="94084"/>
                      </a:cubicBezTo>
                      <a:close/>
                      <a:moveTo>
                        <a:pt x="932099" y="90768"/>
                      </a:moveTo>
                      <a:cubicBezTo>
                        <a:pt x="929095" y="102871"/>
                        <a:pt x="929095" y="114217"/>
                        <a:pt x="942612" y="119511"/>
                      </a:cubicBezTo>
                      <a:cubicBezTo>
                        <a:pt x="947868" y="121024"/>
                        <a:pt x="953875" y="119511"/>
                        <a:pt x="961384" y="119511"/>
                      </a:cubicBezTo>
                      <a:cubicBezTo>
                        <a:pt x="961384" y="121781"/>
                        <a:pt x="962886" y="127832"/>
                        <a:pt x="960633" y="131614"/>
                      </a:cubicBezTo>
                      <a:cubicBezTo>
                        <a:pt x="959132" y="133883"/>
                        <a:pt x="951623" y="133883"/>
                        <a:pt x="947117" y="133127"/>
                      </a:cubicBezTo>
                      <a:cubicBezTo>
                        <a:pt x="929846" y="128588"/>
                        <a:pt x="923088" y="109678"/>
                        <a:pt x="932099" y="90768"/>
                      </a:cubicBezTo>
                      <a:close/>
                      <a:moveTo>
                        <a:pt x="412532" y="87452"/>
                      </a:moveTo>
                      <a:cubicBezTo>
                        <a:pt x="416293" y="89713"/>
                        <a:pt x="420806" y="91221"/>
                        <a:pt x="423063" y="94236"/>
                      </a:cubicBezTo>
                      <a:cubicBezTo>
                        <a:pt x="426072" y="96497"/>
                        <a:pt x="427576" y="101020"/>
                        <a:pt x="429081" y="103281"/>
                      </a:cubicBezTo>
                      <a:cubicBezTo>
                        <a:pt x="438859" y="102527"/>
                        <a:pt x="447133" y="100266"/>
                        <a:pt x="455407" y="101773"/>
                      </a:cubicBezTo>
                      <a:cubicBezTo>
                        <a:pt x="462929" y="103281"/>
                        <a:pt x="468195" y="110065"/>
                        <a:pt x="461425" y="116848"/>
                      </a:cubicBezTo>
                      <a:cubicBezTo>
                        <a:pt x="442620" y="138707"/>
                        <a:pt x="451646" y="157551"/>
                        <a:pt x="465186" y="177148"/>
                      </a:cubicBezTo>
                      <a:cubicBezTo>
                        <a:pt x="470451" y="183932"/>
                        <a:pt x="472708" y="192223"/>
                        <a:pt x="476469" y="200514"/>
                      </a:cubicBezTo>
                      <a:cubicBezTo>
                        <a:pt x="474212" y="201268"/>
                        <a:pt x="472708" y="202022"/>
                        <a:pt x="470451" y="203529"/>
                      </a:cubicBezTo>
                      <a:cubicBezTo>
                        <a:pt x="461425" y="186947"/>
                        <a:pt x="451646" y="171118"/>
                        <a:pt x="441868" y="154536"/>
                      </a:cubicBezTo>
                      <a:cubicBezTo>
                        <a:pt x="419302" y="168103"/>
                        <a:pt x="408019" y="162827"/>
                        <a:pt x="403506" y="137199"/>
                      </a:cubicBezTo>
                      <a:cubicBezTo>
                        <a:pt x="408771" y="138707"/>
                        <a:pt x="413284" y="140214"/>
                        <a:pt x="417798" y="141722"/>
                      </a:cubicBezTo>
                      <a:cubicBezTo>
                        <a:pt x="421559" y="146244"/>
                        <a:pt x="425320" y="150767"/>
                        <a:pt x="429081" y="155289"/>
                      </a:cubicBezTo>
                      <a:cubicBezTo>
                        <a:pt x="431337" y="154536"/>
                        <a:pt x="432842" y="153782"/>
                        <a:pt x="434346" y="152274"/>
                      </a:cubicBezTo>
                      <a:cubicBezTo>
                        <a:pt x="432089" y="144737"/>
                        <a:pt x="429081" y="137199"/>
                        <a:pt x="425320" y="125893"/>
                      </a:cubicBezTo>
                      <a:cubicBezTo>
                        <a:pt x="421559" y="134184"/>
                        <a:pt x="419302" y="137953"/>
                        <a:pt x="417798" y="141722"/>
                      </a:cubicBezTo>
                      <a:cubicBezTo>
                        <a:pt x="423063" y="127401"/>
                        <a:pt x="422311" y="113080"/>
                        <a:pt x="413284" y="99512"/>
                      </a:cubicBezTo>
                      <a:cubicBezTo>
                        <a:pt x="411028" y="97251"/>
                        <a:pt x="412532" y="91221"/>
                        <a:pt x="412532" y="87452"/>
                      </a:cubicBezTo>
                      <a:close/>
                      <a:moveTo>
                        <a:pt x="955148" y="59815"/>
                      </a:moveTo>
                      <a:cubicBezTo>
                        <a:pt x="952827" y="66610"/>
                        <a:pt x="951279" y="74160"/>
                        <a:pt x="948183" y="80199"/>
                      </a:cubicBezTo>
                      <a:cubicBezTo>
                        <a:pt x="947409" y="82464"/>
                        <a:pt x="941992" y="82464"/>
                        <a:pt x="938897" y="83974"/>
                      </a:cubicBezTo>
                      <a:cubicBezTo>
                        <a:pt x="935801" y="85484"/>
                        <a:pt x="934254" y="88504"/>
                        <a:pt x="931932" y="90769"/>
                      </a:cubicBezTo>
                      <a:cubicBezTo>
                        <a:pt x="931932" y="85484"/>
                        <a:pt x="931932" y="80199"/>
                        <a:pt x="931932" y="77180"/>
                      </a:cubicBezTo>
                      <a:cubicBezTo>
                        <a:pt x="937349" y="73405"/>
                        <a:pt x="941992" y="71140"/>
                        <a:pt x="945088" y="67365"/>
                      </a:cubicBezTo>
                      <a:cubicBezTo>
                        <a:pt x="948183" y="65100"/>
                        <a:pt x="949731" y="60570"/>
                        <a:pt x="955148" y="59815"/>
                      </a:cubicBezTo>
                      <a:close/>
                      <a:moveTo>
                        <a:pt x="632148" y="46675"/>
                      </a:moveTo>
                      <a:lnTo>
                        <a:pt x="645715" y="84469"/>
                      </a:lnTo>
                      <a:lnTo>
                        <a:pt x="646346" y="85107"/>
                      </a:lnTo>
                      <a:cubicBezTo>
                        <a:pt x="647083" y="77661"/>
                        <a:pt x="648557" y="70216"/>
                        <a:pt x="650031" y="62026"/>
                      </a:cubicBezTo>
                      <a:cubicBezTo>
                        <a:pt x="652242" y="62026"/>
                        <a:pt x="653716" y="62771"/>
                        <a:pt x="655927" y="62771"/>
                      </a:cubicBezTo>
                      <a:cubicBezTo>
                        <a:pt x="657401" y="71705"/>
                        <a:pt x="659612" y="79895"/>
                        <a:pt x="661086" y="88829"/>
                      </a:cubicBezTo>
                      <a:cubicBezTo>
                        <a:pt x="657033" y="93669"/>
                        <a:pt x="654269" y="93669"/>
                        <a:pt x="651966" y="91900"/>
                      </a:cubicBezTo>
                      <a:lnTo>
                        <a:pt x="645727" y="84502"/>
                      </a:lnTo>
                      <a:lnTo>
                        <a:pt x="645978" y="85201"/>
                      </a:lnTo>
                      <a:cubicBezTo>
                        <a:pt x="645241" y="84451"/>
                        <a:pt x="645241" y="84451"/>
                        <a:pt x="645241" y="84451"/>
                      </a:cubicBezTo>
                      <a:cubicBezTo>
                        <a:pt x="645978" y="92703"/>
                        <a:pt x="645978" y="100204"/>
                        <a:pt x="646715" y="107706"/>
                      </a:cubicBezTo>
                      <a:cubicBezTo>
                        <a:pt x="644504" y="107706"/>
                        <a:pt x="643030" y="108456"/>
                        <a:pt x="640819" y="108456"/>
                      </a:cubicBezTo>
                      <a:close/>
                      <a:moveTo>
                        <a:pt x="678913" y="35494"/>
                      </a:moveTo>
                      <a:cubicBezTo>
                        <a:pt x="682368" y="44615"/>
                        <a:pt x="684440" y="49935"/>
                        <a:pt x="686513" y="55255"/>
                      </a:cubicBezTo>
                      <a:cubicBezTo>
                        <a:pt x="684440" y="60576"/>
                        <a:pt x="683058" y="66656"/>
                        <a:pt x="680986" y="71976"/>
                      </a:cubicBezTo>
                      <a:cubicBezTo>
                        <a:pt x="678913" y="71976"/>
                        <a:pt x="677531" y="71216"/>
                        <a:pt x="675458" y="71216"/>
                      </a:cubicBezTo>
                      <a:cubicBezTo>
                        <a:pt x="676840" y="59815"/>
                        <a:pt x="677531" y="49175"/>
                        <a:pt x="678913" y="35494"/>
                      </a:cubicBezTo>
                      <a:close/>
                      <a:moveTo>
                        <a:pt x="646346" y="34388"/>
                      </a:moveTo>
                      <a:cubicBezTo>
                        <a:pt x="649294" y="38133"/>
                        <a:pt x="652242" y="42626"/>
                        <a:pt x="656664" y="47868"/>
                      </a:cubicBezTo>
                      <a:cubicBezTo>
                        <a:pt x="652979" y="52362"/>
                        <a:pt x="650031" y="54609"/>
                        <a:pt x="647820" y="57604"/>
                      </a:cubicBezTo>
                      <a:cubicBezTo>
                        <a:pt x="645609" y="51613"/>
                        <a:pt x="643398" y="46371"/>
                        <a:pt x="641924" y="40379"/>
                      </a:cubicBezTo>
                      <a:cubicBezTo>
                        <a:pt x="641187" y="38882"/>
                        <a:pt x="644872" y="36635"/>
                        <a:pt x="646346" y="34388"/>
                      </a:cubicBezTo>
                      <a:close/>
                      <a:moveTo>
                        <a:pt x="692409" y="17806"/>
                      </a:moveTo>
                      <a:cubicBezTo>
                        <a:pt x="693146" y="23014"/>
                        <a:pt x="694620" y="28965"/>
                        <a:pt x="696094" y="34917"/>
                      </a:cubicBezTo>
                      <a:cubicBezTo>
                        <a:pt x="700516" y="34917"/>
                        <a:pt x="704938" y="34173"/>
                        <a:pt x="707886" y="34917"/>
                      </a:cubicBezTo>
                      <a:cubicBezTo>
                        <a:pt x="715993" y="36405"/>
                        <a:pt x="724100" y="43844"/>
                        <a:pt x="716730" y="50540"/>
                      </a:cubicBezTo>
                      <a:cubicBezTo>
                        <a:pt x="690935" y="74346"/>
                        <a:pt x="701990" y="104104"/>
                        <a:pt x="701990" y="131630"/>
                      </a:cubicBezTo>
                      <a:cubicBezTo>
                        <a:pt x="701990" y="132374"/>
                        <a:pt x="701990" y="133118"/>
                        <a:pt x="700516" y="136094"/>
                      </a:cubicBezTo>
                      <a:cubicBezTo>
                        <a:pt x="695357" y="107080"/>
                        <a:pt x="691672" y="81042"/>
                        <a:pt x="687250" y="55004"/>
                      </a:cubicBezTo>
                      <a:cubicBezTo>
                        <a:pt x="686513" y="46820"/>
                        <a:pt x="684302" y="38637"/>
                        <a:pt x="685039" y="29709"/>
                      </a:cubicBezTo>
                      <a:cubicBezTo>
                        <a:pt x="685039" y="25989"/>
                        <a:pt x="690198" y="22270"/>
                        <a:pt x="692409" y="17806"/>
                      </a:cubicBezTo>
                      <a:close/>
                      <a:moveTo>
                        <a:pt x="644865" y="4540"/>
                      </a:moveTo>
                      <a:cubicBezTo>
                        <a:pt x="644865" y="9017"/>
                        <a:pt x="645610" y="14241"/>
                        <a:pt x="644119" y="17972"/>
                      </a:cubicBezTo>
                      <a:cubicBezTo>
                        <a:pt x="640391" y="27672"/>
                        <a:pt x="635917" y="36627"/>
                        <a:pt x="632189" y="46328"/>
                      </a:cubicBezTo>
                      <a:lnTo>
                        <a:pt x="632189" y="45582"/>
                      </a:lnTo>
                      <a:lnTo>
                        <a:pt x="632021" y="45773"/>
                      </a:lnTo>
                      <a:lnTo>
                        <a:pt x="632148" y="46675"/>
                      </a:lnTo>
                      <a:lnTo>
                        <a:pt x="631975" y="46193"/>
                      </a:lnTo>
                      <a:lnTo>
                        <a:pt x="631975" y="45826"/>
                      </a:lnTo>
                      <a:lnTo>
                        <a:pt x="615787" y="64237"/>
                      </a:lnTo>
                      <a:cubicBezTo>
                        <a:pt x="615041" y="63491"/>
                        <a:pt x="614295" y="63491"/>
                        <a:pt x="613550" y="62745"/>
                      </a:cubicBezTo>
                      <a:cubicBezTo>
                        <a:pt x="621006" y="44089"/>
                        <a:pt x="627716" y="25434"/>
                        <a:pt x="635172" y="6779"/>
                      </a:cubicBezTo>
                      <a:cubicBezTo>
                        <a:pt x="635917" y="4540"/>
                        <a:pt x="641882" y="5286"/>
                        <a:pt x="644865" y="4540"/>
                      </a:cubicBezTo>
                      <a:close/>
                      <a:moveTo>
                        <a:pt x="930442" y="2738"/>
                      </a:moveTo>
                      <a:cubicBezTo>
                        <a:pt x="927462" y="10191"/>
                        <a:pt x="923737" y="16898"/>
                        <a:pt x="922247" y="23606"/>
                      </a:cubicBezTo>
                      <a:cubicBezTo>
                        <a:pt x="920757" y="29568"/>
                        <a:pt x="920012" y="36276"/>
                        <a:pt x="919267" y="42238"/>
                      </a:cubicBezTo>
                      <a:cubicBezTo>
                        <a:pt x="917777" y="48946"/>
                        <a:pt x="915542" y="55653"/>
                        <a:pt x="914052" y="63851"/>
                      </a:cubicBezTo>
                      <a:cubicBezTo>
                        <a:pt x="922247" y="67577"/>
                        <a:pt x="931932" y="72049"/>
                        <a:pt x="917777" y="83228"/>
                      </a:cubicBezTo>
                      <a:cubicBezTo>
                        <a:pt x="914797" y="85464"/>
                        <a:pt x="915542" y="92917"/>
                        <a:pt x="914797" y="99624"/>
                      </a:cubicBezTo>
                      <a:cubicBezTo>
                        <a:pt x="891702" y="98134"/>
                        <a:pt x="908837" y="123473"/>
                        <a:pt x="893937" y="131671"/>
                      </a:cubicBezTo>
                      <a:cubicBezTo>
                        <a:pt x="893192" y="123473"/>
                        <a:pt x="893192" y="116766"/>
                        <a:pt x="892447" y="109313"/>
                      </a:cubicBezTo>
                      <a:cubicBezTo>
                        <a:pt x="883506" y="112294"/>
                        <a:pt x="874566" y="115275"/>
                        <a:pt x="866371" y="119001"/>
                      </a:cubicBezTo>
                      <a:cubicBezTo>
                        <a:pt x="865626" y="117511"/>
                        <a:pt x="864881" y="116020"/>
                        <a:pt x="863391" y="114530"/>
                      </a:cubicBezTo>
                      <a:cubicBezTo>
                        <a:pt x="887231" y="110803"/>
                        <a:pt x="902132" y="100370"/>
                        <a:pt x="900642" y="72794"/>
                      </a:cubicBezTo>
                      <a:cubicBezTo>
                        <a:pt x="894682" y="79502"/>
                        <a:pt x="890212" y="84719"/>
                        <a:pt x="883506" y="92172"/>
                      </a:cubicBezTo>
                      <a:cubicBezTo>
                        <a:pt x="882016" y="80247"/>
                        <a:pt x="879781" y="72794"/>
                        <a:pt x="891702" y="70559"/>
                      </a:cubicBezTo>
                      <a:cubicBezTo>
                        <a:pt x="907347" y="68323"/>
                        <a:pt x="909582" y="63851"/>
                        <a:pt x="903622" y="53417"/>
                      </a:cubicBezTo>
                      <a:cubicBezTo>
                        <a:pt x="908837" y="40748"/>
                        <a:pt x="912562" y="30313"/>
                        <a:pt x="917032" y="19880"/>
                      </a:cubicBezTo>
                      <a:cubicBezTo>
                        <a:pt x="915542" y="19134"/>
                        <a:pt x="914052" y="18389"/>
                        <a:pt x="913307" y="17644"/>
                      </a:cubicBezTo>
                      <a:cubicBezTo>
                        <a:pt x="909582" y="19134"/>
                        <a:pt x="906602" y="20625"/>
                        <a:pt x="902877" y="22115"/>
                      </a:cubicBezTo>
                      <a:cubicBezTo>
                        <a:pt x="912562" y="17644"/>
                        <a:pt x="909582" y="-988"/>
                        <a:pt x="930442" y="2738"/>
                      </a:cubicBezTo>
                      <a:close/>
                      <a:moveTo>
                        <a:pt x="978363" y="1223"/>
                      </a:moveTo>
                      <a:cubicBezTo>
                        <a:pt x="972539" y="15378"/>
                        <a:pt x="968899" y="25809"/>
                        <a:pt x="964531" y="35494"/>
                      </a:cubicBezTo>
                      <a:cubicBezTo>
                        <a:pt x="963075" y="35494"/>
                        <a:pt x="961619" y="34749"/>
                        <a:pt x="960163" y="34004"/>
                      </a:cubicBezTo>
                      <a:cubicBezTo>
                        <a:pt x="960163" y="30279"/>
                        <a:pt x="960163" y="26554"/>
                        <a:pt x="960163" y="22083"/>
                      </a:cubicBezTo>
                      <a:cubicBezTo>
                        <a:pt x="955794" y="24319"/>
                        <a:pt x="952154" y="26554"/>
                        <a:pt x="948514" y="28789"/>
                      </a:cubicBezTo>
                      <a:cubicBezTo>
                        <a:pt x="957250" y="19848"/>
                        <a:pt x="960163" y="4203"/>
                        <a:pt x="978363" y="1223"/>
                      </a:cubicBezTo>
                      <a:close/>
                      <a:moveTo>
                        <a:pt x="711939" y="203"/>
                      </a:moveTo>
                      <a:cubicBezTo>
                        <a:pt x="705306" y="5560"/>
                        <a:pt x="698673" y="11683"/>
                        <a:pt x="692040" y="17806"/>
                      </a:cubicBezTo>
                      <a:cubicBezTo>
                        <a:pt x="691303" y="15510"/>
                        <a:pt x="690566" y="13214"/>
                        <a:pt x="689829" y="10153"/>
                      </a:cubicBezTo>
                      <a:cubicBezTo>
                        <a:pt x="683196" y="15510"/>
                        <a:pt x="677300" y="20868"/>
                        <a:pt x="669930" y="27756"/>
                      </a:cubicBezTo>
                      <a:cubicBezTo>
                        <a:pt x="672878" y="15510"/>
                        <a:pt x="697199" y="-2093"/>
                        <a:pt x="711939" y="20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/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5CF62-ABF8-45EE-AE97-388B32C2E2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78802-BB6A-420B-850F-7AEF8C49557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8" Type="http://schemas.openxmlformats.org/officeDocument/2006/relationships/notesSlide" Target="../notesSlides/notesSlide1.xml"/><Relationship Id="rId37" Type="http://schemas.openxmlformats.org/officeDocument/2006/relationships/slideLayout" Target="../slideLayouts/slideLayout2.xml"/><Relationship Id="rId36" Type="http://schemas.openxmlformats.org/officeDocument/2006/relationships/image" Target="../media/image7.jpeg"/><Relationship Id="rId35" Type="http://schemas.openxmlformats.org/officeDocument/2006/relationships/tags" Target="../tags/tag29.xml"/><Relationship Id="rId34" Type="http://schemas.openxmlformats.org/officeDocument/2006/relationships/image" Target="../media/image6.jpeg"/><Relationship Id="rId33" Type="http://schemas.openxmlformats.org/officeDocument/2006/relationships/tags" Target="../tags/tag28.xml"/><Relationship Id="rId32" Type="http://schemas.openxmlformats.org/officeDocument/2006/relationships/image" Target="../media/image5.jpeg"/><Relationship Id="rId31" Type="http://schemas.openxmlformats.org/officeDocument/2006/relationships/tags" Target="../tags/tag27.xml"/><Relationship Id="rId30" Type="http://schemas.openxmlformats.org/officeDocument/2006/relationships/image" Target="../media/image4.jpeg"/><Relationship Id="rId3" Type="http://schemas.openxmlformats.org/officeDocument/2006/relationships/tags" Target="../tags/tag2.xml"/><Relationship Id="rId29" Type="http://schemas.openxmlformats.org/officeDocument/2006/relationships/tags" Target="../tags/tag26.xml"/><Relationship Id="rId28" Type="http://schemas.openxmlformats.org/officeDocument/2006/relationships/image" Target="../media/image3.jpeg"/><Relationship Id="rId27" Type="http://schemas.openxmlformats.org/officeDocument/2006/relationships/tags" Target="../tags/tag25.xml"/><Relationship Id="rId26" Type="http://schemas.openxmlformats.org/officeDocument/2006/relationships/image" Target="../media/image2.jpeg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image" Target="../media/image1.jpeg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36.xml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6"/>
          <p:cNvSpPr/>
          <p:nvPr>
            <p:custDataLst>
              <p:tags r:id="rId1"/>
            </p:custDataLst>
          </p:nvPr>
        </p:nvSpPr>
        <p:spPr>
          <a:xfrm>
            <a:off x="6850908" y="797607"/>
            <a:ext cx="5344901" cy="3282903"/>
          </a:xfrm>
          <a:custGeom>
            <a:avLst/>
            <a:gdLst>
              <a:gd name="connsiteX0" fmla="*/ 0 w 4955203"/>
              <a:gd name="connsiteY0" fmla="*/ 0 h 4128612"/>
              <a:gd name="connsiteX1" fmla="*/ 4955203 w 4955203"/>
              <a:gd name="connsiteY1" fmla="*/ 0 h 4128612"/>
              <a:gd name="connsiteX2" fmla="*/ 4955203 w 4955203"/>
              <a:gd name="connsiteY2" fmla="*/ 4128612 h 4128612"/>
              <a:gd name="connsiteX3" fmla="*/ 0 w 4955203"/>
              <a:gd name="connsiteY3" fmla="*/ 4128612 h 4128612"/>
              <a:gd name="connsiteX4" fmla="*/ 0 w 4955203"/>
              <a:gd name="connsiteY4" fmla="*/ 0 h 4128612"/>
              <a:gd name="connsiteX0-1" fmla="*/ 1543050 w 4955203"/>
              <a:gd name="connsiteY0-2" fmla="*/ 1352550 h 4128612"/>
              <a:gd name="connsiteX1-3" fmla="*/ 4955203 w 4955203"/>
              <a:gd name="connsiteY1-4" fmla="*/ 0 h 4128612"/>
              <a:gd name="connsiteX2-5" fmla="*/ 4955203 w 4955203"/>
              <a:gd name="connsiteY2-6" fmla="*/ 4128612 h 4128612"/>
              <a:gd name="connsiteX3-7" fmla="*/ 0 w 4955203"/>
              <a:gd name="connsiteY3-8" fmla="*/ 4128612 h 4128612"/>
              <a:gd name="connsiteX4-9" fmla="*/ 1543050 w 4955203"/>
              <a:gd name="connsiteY4-10" fmla="*/ 1352550 h 4128612"/>
              <a:gd name="connsiteX0-11" fmla="*/ 1543050 w 4955203"/>
              <a:gd name="connsiteY0-12" fmla="*/ 1352550 h 4128612"/>
              <a:gd name="connsiteX1-13" fmla="*/ 1534945 w 4955203"/>
              <a:gd name="connsiteY1-14" fmla="*/ 459227 h 4128612"/>
              <a:gd name="connsiteX2-15" fmla="*/ 4955203 w 4955203"/>
              <a:gd name="connsiteY2-16" fmla="*/ 0 h 4128612"/>
              <a:gd name="connsiteX3-17" fmla="*/ 4955203 w 4955203"/>
              <a:gd name="connsiteY3-18" fmla="*/ 4128612 h 4128612"/>
              <a:gd name="connsiteX4-19" fmla="*/ 0 w 4955203"/>
              <a:gd name="connsiteY4-20" fmla="*/ 4128612 h 4128612"/>
              <a:gd name="connsiteX5" fmla="*/ 1543050 w 4955203"/>
              <a:gd name="connsiteY5" fmla="*/ 1352550 h 4128612"/>
              <a:gd name="connsiteX0-21" fmla="*/ 1543050 w 4955203"/>
              <a:gd name="connsiteY0-22" fmla="*/ 1352550 h 4128612"/>
              <a:gd name="connsiteX1-23" fmla="*/ 1534945 w 4955203"/>
              <a:gd name="connsiteY1-24" fmla="*/ 459227 h 4128612"/>
              <a:gd name="connsiteX2-25" fmla="*/ 4955203 w 4955203"/>
              <a:gd name="connsiteY2-26" fmla="*/ 0 h 4128612"/>
              <a:gd name="connsiteX3-27" fmla="*/ 4955203 w 4955203"/>
              <a:gd name="connsiteY3-28" fmla="*/ 4128612 h 4128612"/>
              <a:gd name="connsiteX4-29" fmla="*/ 0 w 4955203"/>
              <a:gd name="connsiteY4-30" fmla="*/ 4128612 h 4128612"/>
              <a:gd name="connsiteX5-31" fmla="*/ 577836 w 4955203"/>
              <a:gd name="connsiteY5-32" fmla="*/ 2021567 h 4128612"/>
              <a:gd name="connsiteX6" fmla="*/ 1543050 w 4955203"/>
              <a:gd name="connsiteY6" fmla="*/ 1352550 h 4128612"/>
              <a:gd name="connsiteX0-33" fmla="*/ 1543050 w 4955203"/>
              <a:gd name="connsiteY0-34" fmla="*/ 1352550 h 4128612"/>
              <a:gd name="connsiteX1-35" fmla="*/ 1380118 w 4955203"/>
              <a:gd name="connsiteY1-36" fmla="*/ 36973 h 4128612"/>
              <a:gd name="connsiteX2-37" fmla="*/ 4955203 w 4955203"/>
              <a:gd name="connsiteY2-38" fmla="*/ 0 h 4128612"/>
              <a:gd name="connsiteX3-39" fmla="*/ 4955203 w 4955203"/>
              <a:gd name="connsiteY3-40" fmla="*/ 4128612 h 4128612"/>
              <a:gd name="connsiteX4-41" fmla="*/ 0 w 4955203"/>
              <a:gd name="connsiteY4-42" fmla="*/ 4128612 h 4128612"/>
              <a:gd name="connsiteX5-43" fmla="*/ 577836 w 4955203"/>
              <a:gd name="connsiteY5-44" fmla="*/ 2021567 h 4128612"/>
              <a:gd name="connsiteX6-45" fmla="*/ 1543050 w 4955203"/>
              <a:gd name="connsiteY6-46" fmla="*/ 1352550 h 4128612"/>
              <a:gd name="connsiteX0-47" fmla="*/ 1289698 w 4701851"/>
              <a:gd name="connsiteY0-48" fmla="*/ 1352550 h 4128612"/>
              <a:gd name="connsiteX1-49" fmla="*/ 1126766 w 4701851"/>
              <a:gd name="connsiteY1-50" fmla="*/ 36973 h 4128612"/>
              <a:gd name="connsiteX2-51" fmla="*/ 4701851 w 4701851"/>
              <a:gd name="connsiteY2-52" fmla="*/ 0 h 4128612"/>
              <a:gd name="connsiteX3-53" fmla="*/ 4701851 w 4701851"/>
              <a:gd name="connsiteY3-54" fmla="*/ 4128612 h 4128612"/>
              <a:gd name="connsiteX4-55" fmla="*/ 0 w 4701851"/>
              <a:gd name="connsiteY4-56" fmla="*/ 4058236 h 4128612"/>
              <a:gd name="connsiteX5-57" fmla="*/ 324484 w 4701851"/>
              <a:gd name="connsiteY5-58" fmla="*/ 2021567 h 4128612"/>
              <a:gd name="connsiteX6-59" fmla="*/ 1289698 w 4701851"/>
              <a:gd name="connsiteY6-60" fmla="*/ 1352550 h 4128612"/>
              <a:gd name="connsiteX0-61" fmla="*/ 987431 w 4399584"/>
              <a:gd name="connsiteY0-62" fmla="*/ 1352550 h 4128612"/>
              <a:gd name="connsiteX1-63" fmla="*/ 824499 w 4399584"/>
              <a:gd name="connsiteY1-64" fmla="*/ 36973 h 4128612"/>
              <a:gd name="connsiteX2-65" fmla="*/ 4399584 w 4399584"/>
              <a:gd name="connsiteY2-66" fmla="*/ 0 h 4128612"/>
              <a:gd name="connsiteX3-67" fmla="*/ 4399584 w 4399584"/>
              <a:gd name="connsiteY3-68" fmla="*/ 4128612 h 4128612"/>
              <a:gd name="connsiteX4-69" fmla="*/ 2442384 w 4399584"/>
              <a:gd name="connsiteY4-70" fmla="*/ 4086387 h 4128612"/>
              <a:gd name="connsiteX5-71" fmla="*/ 22217 w 4399584"/>
              <a:gd name="connsiteY5-72" fmla="*/ 2021567 h 4128612"/>
              <a:gd name="connsiteX6-73" fmla="*/ 987431 w 4399584"/>
              <a:gd name="connsiteY6-74" fmla="*/ 1352550 h 4128612"/>
              <a:gd name="connsiteX0-75" fmla="*/ 1289829 w 4701982"/>
              <a:gd name="connsiteY0-76" fmla="*/ 1352550 h 4128612"/>
              <a:gd name="connsiteX1-77" fmla="*/ 886 w 4701982"/>
              <a:gd name="connsiteY1-78" fmla="*/ 684429 h 4128612"/>
              <a:gd name="connsiteX2-79" fmla="*/ 1126897 w 4701982"/>
              <a:gd name="connsiteY2-80" fmla="*/ 36973 h 4128612"/>
              <a:gd name="connsiteX3-81" fmla="*/ 4701982 w 4701982"/>
              <a:gd name="connsiteY3-82" fmla="*/ 0 h 4128612"/>
              <a:gd name="connsiteX4-83" fmla="*/ 4701982 w 4701982"/>
              <a:gd name="connsiteY4-84" fmla="*/ 4128612 h 4128612"/>
              <a:gd name="connsiteX5-85" fmla="*/ 2744782 w 4701982"/>
              <a:gd name="connsiteY5-86" fmla="*/ 4086387 h 4128612"/>
              <a:gd name="connsiteX6-87" fmla="*/ 324615 w 4701982"/>
              <a:gd name="connsiteY6-88" fmla="*/ 2021567 h 4128612"/>
              <a:gd name="connsiteX7" fmla="*/ 1289829 w 4701982"/>
              <a:gd name="connsiteY7" fmla="*/ 1352550 h 4128612"/>
              <a:gd name="connsiteX0-89" fmla="*/ 0 w 4777441"/>
              <a:gd name="connsiteY0-90" fmla="*/ 1352550 h 4128612"/>
              <a:gd name="connsiteX1-91" fmla="*/ 76345 w 4777441"/>
              <a:gd name="connsiteY1-92" fmla="*/ 684429 h 4128612"/>
              <a:gd name="connsiteX2-93" fmla="*/ 1202356 w 4777441"/>
              <a:gd name="connsiteY2-94" fmla="*/ 36973 h 4128612"/>
              <a:gd name="connsiteX3-95" fmla="*/ 4777441 w 4777441"/>
              <a:gd name="connsiteY3-96" fmla="*/ 0 h 4128612"/>
              <a:gd name="connsiteX4-97" fmla="*/ 4777441 w 4777441"/>
              <a:gd name="connsiteY4-98" fmla="*/ 4128612 h 4128612"/>
              <a:gd name="connsiteX5-99" fmla="*/ 2820241 w 4777441"/>
              <a:gd name="connsiteY5-100" fmla="*/ 4086387 h 4128612"/>
              <a:gd name="connsiteX6-101" fmla="*/ 400074 w 4777441"/>
              <a:gd name="connsiteY6-102" fmla="*/ 2021567 h 4128612"/>
              <a:gd name="connsiteX7-103" fmla="*/ 0 w 4777441"/>
              <a:gd name="connsiteY7-104" fmla="*/ 1352550 h 4128612"/>
              <a:gd name="connsiteX0-105" fmla="*/ 40216 w 4817657"/>
              <a:gd name="connsiteY0-106" fmla="*/ 1352550 h 4128612"/>
              <a:gd name="connsiteX1-107" fmla="*/ 116561 w 4817657"/>
              <a:gd name="connsiteY1-108" fmla="*/ 684429 h 4128612"/>
              <a:gd name="connsiteX2-109" fmla="*/ 1242572 w 4817657"/>
              <a:gd name="connsiteY2-110" fmla="*/ 36973 h 4128612"/>
              <a:gd name="connsiteX3-111" fmla="*/ 4817657 w 4817657"/>
              <a:gd name="connsiteY3-112" fmla="*/ 0 h 4128612"/>
              <a:gd name="connsiteX4-113" fmla="*/ 4817657 w 4817657"/>
              <a:gd name="connsiteY4-114" fmla="*/ 4128612 h 4128612"/>
              <a:gd name="connsiteX5-115" fmla="*/ 2860457 w 4817657"/>
              <a:gd name="connsiteY5-116" fmla="*/ 4086387 h 4128612"/>
              <a:gd name="connsiteX6-117" fmla="*/ 440290 w 4817657"/>
              <a:gd name="connsiteY6-118" fmla="*/ 2021567 h 4128612"/>
              <a:gd name="connsiteX7-119" fmla="*/ 40216 w 4817657"/>
              <a:gd name="connsiteY7-120" fmla="*/ 1352550 h 4128612"/>
              <a:gd name="connsiteX0-121" fmla="*/ 247967 w 5025408"/>
              <a:gd name="connsiteY0-122" fmla="*/ 1352550 h 4128612"/>
              <a:gd name="connsiteX1-123" fmla="*/ 584 w 5025408"/>
              <a:gd name="connsiteY1-124" fmla="*/ 135499 h 4128612"/>
              <a:gd name="connsiteX2-125" fmla="*/ 1450323 w 5025408"/>
              <a:gd name="connsiteY2-126" fmla="*/ 36973 h 4128612"/>
              <a:gd name="connsiteX3-127" fmla="*/ 5025408 w 5025408"/>
              <a:gd name="connsiteY3-128" fmla="*/ 0 h 4128612"/>
              <a:gd name="connsiteX4-129" fmla="*/ 5025408 w 5025408"/>
              <a:gd name="connsiteY4-130" fmla="*/ 4128612 h 4128612"/>
              <a:gd name="connsiteX5-131" fmla="*/ 3068208 w 5025408"/>
              <a:gd name="connsiteY5-132" fmla="*/ 4086387 h 4128612"/>
              <a:gd name="connsiteX6-133" fmla="*/ 648041 w 5025408"/>
              <a:gd name="connsiteY6-134" fmla="*/ 2021567 h 4128612"/>
              <a:gd name="connsiteX7-135" fmla="*/ 247967 w 5025408"/>
              <a:gd name="connsiteY7-136" fmla="*/ 1352550 h 4128612"/>
              <a:gd name="connsiteX0-137" fmla="*/ 247383 w 5024824"/>
              <a:gd name="connsiteY0-138" fmla="*/ 1361641 h 4137703"/>
              <a:gd name="connsiteX1-139" fmla="*/ 0 w 5024824"/>
              <a:gd name="connsiteY1-140" fmla="*/ 144590 h 4137703"/>
              <a:gd name="connsiteX2-141" fmla="*/ 928960 w 5024824"/>
              <a:gd name="connsiteY2-142" fmla="*/ 3838 h 4137703"/>
              <a:gd name="connsiteX3-143" fmla="*/ 1449739 w 5024824"/>
              <a:gd name="connsiteY3-144" fmla="*/ 46064 h 4137703"/>
              <a:gd name="connsiteX4-145" fmla="*/ 5024824 w 5024824"/>
              <a:gd name="connsiteY4-146" fmla="*/ 9091 h 4137703"/>
              <a:gd name="connsiteX5-147" fmla="*/ 5024824 w 5024824"/>
              <a:gd name="connsiteY5-148" fmla="*/ 4137703 h 4137703"/>
              <a:gd name="connsiteX6-149" fmla="*/ 3067624 w 5024824"/>
              <a:gd name="connsiteY6-150" fmla="*/ 4095478 h 4137703"/>
              <a:gd name="connsiteX7-151" fmla="*/ 647457 w 5024824"/>
              <a:gd name="connsiteY7-152" fmla="*/ 2030658 h 4137703"/>
              <a:gd name="connsiteX8" fmla="*/ 247383 w 5024824"/>
              <a:gd name="connsiteY8" fmla="*/ 1361641 h 4137703"/>
              <a:gd name="connsiteX0-153" fmla="*/ 247383 w 5024824"/>
              <a:gd name="connsiteY0-154" fmla="*/ 1361641 h 4137703"/>
              <a:gd name="connsiteX1-155" fmla="*/ 0 w 5024824"/>
              <a:gd name="connsiteY1-156" fmla="*/ 144590 h 4137703"/>
              <a:gd name="connsiteX2-157" fmla="*/ 928960 w 5024824"/>
              <a:gd name="connsiteY2-158" fmla="*/ 3838 h 4137703"/>
              <a:gd name="connsiteX3-159" fmla="*/ 1449739 w 5024824"/>
              <a:gd name="connsiteY3-160" fmla="*/ 46064 h 4137703"/>
              <a:gd name="connsiteX4-161" fmla="*/ 5024824 w 5024824"/>
              <a:gd name="connsiteY4-162" fmla="*/ 9091 h 4137703"/>
              <a:gd name="connsiteX5-163" fmla="*/ 5024824 w 5024824"/>
              <a:gd name="connsiteY5-164" fmla="*/ 4137703 h 4137703"/>
              <a:gd name="connsiteX6-165" fmla="*/ 3067624 w 5024824"/>
              <a:gd name="connsiteY6-166" fmla="*/ 4095478 h 4137703"/>
              <a:gd name="connsiteX7-167" fmla="*/ 1069711 w 5024824"/>
              <a:gd name="connsiteY7-168" fmla="*/ 2213635 h 4137703"/>
              <a:gd name="connsiteX8-169" fmla="*/ 247383 w 5024824"/>
              <a:gd name="connsiteY8-170" fmla="*/ 1361641 h 4137703"/>
              <a:gd name="connsiteX0-171" fmla="*/ 247383 w 5024824"/>
              <a:gd name="connsiteY0-172" fmla="*/ 1361641 h 4137703"/>
              <a:gd name="connsiteX1-173" fmla="*/ 0 w 5024824"/>
              <a:gd name="connsiteY1-174" fmla="*/ 144590 h 4137703"/>
              <a:gd name="connsiteX2-175" fmla="*/ 928960 w 5024824"/>
              <a:gd name="connsiteY2-176" fmla="*/ 3838 h 4137703"/>
              <a:gd name="connsiteX3-177" fmla="*/ 1449739 w 5024824"/>
              <a:gd name="connsiteY3-178" fmla="*/ 46064 h 4137703"/>
              <a:gd name="connsiteX4-179" fmla="*/ 5024824 w 5024824"/>
              <a:gd name="connsiteY4-180" fmla="*/ 9091 h 4137703"/>
              <a:gd name="connsiteX5-181" fmla="*/ 5024824 w 5024824"/>
              <a:gd name="connsiteY5-182" fmla="*/ 4137703 h 4137703"/>
              <a:gd name="connsiteX6-183" fmla="*/ 3067624 w 5024824"/>
              <a:gd name="connsiteY6-184" fmla="*/ 4095478 h 4137703"/>
              <a:gd name="connsiteX7-185" fmla="*/ 2378699 w 5024824"/>
              <a:gd name="connsiteY7-186" fmla="*/ 3733750 h 4137703"/>
              <a:gd name="connsiteX8-187" fmla="*/ 1069711 w 5024824"/>
              <a:gd name="connsiteY8-188" fmla="*/ 2213635 h 4137703"/>
              <a:gd name="connsiteX9" fmla="*/ 247383 w 5024824"/>
              <a:gd name="connsiteY9" fmla="*/ 1361641 h 4137703"/>
              <a:gd name="connsiteX0-189" fmla="*/ 1007440 w 5024824"/>
              <a:gd name="connsiteY0-190" fmla="*/ 1178664 h 4137703"/>
              <a:gd name="connsiteX1-191" fmla="*/ 0 w 5024824"/>
              <a:gd name="connsiteY1-192" fmla="*/ 144590 h 4137703"/>
              <a:gd name="connsiteX2-193" fmla="*/ 928960 w 5024824"/>
              <a:gd name="connsiteY2-194" fmla="*/ 3838 h 4137703"/>
              <a:gd name="connsiteX3-195" fmla="*/ 1449739 w 5024824"/>
              <a:gd name="connsiteY3-196" fmla="*/ 46064 h 4137703"/>
              <a:gd name="connsiteX4-197" fmla="*/ 5024824 w 5024824"/>
              <a:gd name="connsiteY4-198" fmla="*/ 9091 h 4137703"/>
              <a:gd name="connsiteX5-199" fmla="*/ 5024824 w 5024824"/>
              <a:gd name="connsiteY5-200" fmla="*/ 4137703 h 4137703"/>
              <a:gd name="connsiteX6-201" fmla="*/ 3067624 w 5024824"/>
              <a:gd name="connsiteY6-202" fmla="*/ 4095478 h 4137703"/>
              <a:gd name="connsiteX7-203" fmla="*/ 2378699 w 5024824"/>
              <a:gd name="connsiteY7-204" fmla="*/ 3733750 h 4137703"/>
              <a:gd name="connsiteX8-205" fmla="*/ 1069711 w 5024824"/>
              <a:gd name="connsiteY8-206" fmla="*/ 2213635 h 4137703"/>
              <a:gd name="connsiteX9-207" fmla="*/ 1007440 w 5024824"/>
              <a:gd name="connsiteY9-208" fmla="*/ 1178664 h 4137703"/>
              <a:gd name="connsiteX0-209" fmla="*/ 1007440 w 5024824"/>
              <a:gd name="connsiteY0-210" fmla="*/ 1178664 h 4137703"/>
              <a:gd name="connsiteX1-211" fmla="*/ 0 w 5024824"/>
              <a:gd name="connsiteY1-212" fmla="*/ 144590 h 4137703"/>
              <a:gd name="connsiteX2-213" fmla="*/ 928960 w 5024824"/>
              <a:gd name="connsiteY2-214" fmla="*/ 3838 h 4137703"/>
              <a:gd name="connsiteX3-215" fmla="*/ 1449739 w 5024824"/>
              <a:gd name="connsiteY3-216" fmla="*/ 46064 h 4137703"/>
              <a:gd name="connsiteX4-217" fmla="*/ 5024824 w 5024824"/>
              <a:gd name="connsiteY4-218" fmla="*/ 9091 h 4137703"/>
              <a:gd name="connsiteX5-219" fmla="*/ 5024824 w 5024824"/>
              <a:gd name="connsiteY5-220" fmla="*/ 4137703 h 4137703"/>
              <a:gd name="connsiteX6-221" fmla="*/ 3067624 w 5024824"/>
              <a:gd name="connsiteY6-222" fmla="*/ 4095478 h 4137703"/>
              <a:gd name="connsiteX7-223" fmla="*/ 2378699 w 5024824"/>
              <a:gd name="connsiteY7-224" fmla="*/ 3733750 h 4137703"/>
              <a:gd name="connsiteX8-225" fmla="*/ 1548265 w 5024824"/>
              <a:gd name="connsiteY8-226" fmla="*/ 2072883 h 4137703"/>
              <a:gd name="connsiteX9-227" fmla="*/ 1007440 w 5024824"/>
              <a:gd name="connsiteY9-228" fmla="*/ 1178664 h 4137703"/>
              <a:gd name="connsiteX0-229" fmla="*/ 1007440 w 5024824"/>
              <a:gd name="connsiteY0-230" fmla="*/ 1178664 h 4137703"/>
              <a:gd name="connsiteX1-231" fmla="*/ 0 w 5024824"/>
              <a:gd name="connsiteY1-232" fmla="*/ 144590 h 4137703"/>
              <a:gd name="connsiteX2-233" fmla="*/ 928960 w 5024824"/>
              <a:gd name="connsiteY2-234" fmla="*/ 3838 h 4137703"/>
              <a:gd name="connsiteX3-235" fmla="*/ 1449739 w 5024824"/>
              <a:gd name="connsiteY3-236" fmla="*/ 46064 h 4137703"/>
              <a:gd name="connsiteX4-237" fmla="*/ 5024824 w 5024824"/>
              <a:gd name="connsiteY4-238" fmla="*/ 9091 h 4137703"/>
              <a:gd name="connsiteX5-239" fmla="*/ 5024824 w 5024824"/>
              <a:gd name="connsiteY5-240" fmla="*/ 4137703 h 4137703"/>
              <a:gd name="connsiteX6-241" fmla="*/ 3067624 w 5024824"/>
              <a:gd name="connsiteY6-242" fmla="*/ 4095478 h 4137703"/>
              <a:gd name="connsiteX7-243" fmla="*/ 2702427 w 5024824"/>
              <a:gd name="connsiteY7-244" fmla="*/ 3649299 h 4137703"/>
              <a:gd name="connsiteX8-245" fmla="*/ 1548265 w 5024824"/>
              <a:gd name="connsiteY8-246" fmla="*/ 2072883 h 4137703"/>
              <a:gd name="connsiteX9-247" fmla="*/ 1007440 w 5024824"/>
              <a:gd name="connsiteY9-248" fmla="*/ 1178664 h 4137703"/>
              <a:gd name="connsiteX0-249" fmla="*/ 1007440 w 5024824"/>
              <a:gd name="connsiteY0-250" fmla="*/ 1178664 h 4179929"/>
              <a:gd name="connsiteX1-251" fmla="*/ 0 w 5024824"/>
              <a:gd name="connsiteY1-252" fmla="*/ 144590 h 4179929"/>
              <a:gd name="connsiteX2-253" fmla="*/ 928960 w 5024824"/>
              <a:gd name="connsiteY2-254" fmla="*/ 3838 h 4179929"/>
              <a:gd name="connsiteX3-255" fmla="*/ 1449739 w 5024824"/>
              <a:gd name="connsiteY3-256" fmla="*/ 46064 h 4179929"/>
              <a:gd name="connsiteX4-257" fmla="*/ 5024824 w 5024824"/>
              <a:gd name="connsiteY4-258" fmla="*/ 9091 h 4179929"/>
              <a:gd name="connsiteX5-259" fmla="*/ 5024824 w 5024824"/>
              <a:gd name="connsiteY5-260" fmla="*/ 4137703 h 4179929"/>
              <a:gd name="connsiteX6-261" fmla="*/ 2926873 w 5024824"/>
              <a:gd name="connsiteY6-262" fmla="*/ 4179929 h 4179929"/>
              <a:gd name="connsiteX7-263" fmla="*/ 2702427 w 5024824"/>
              <a:gd name="connsiteY7-264" fmla="*/ 3649299 h 4179929"/>
              <a:gd name="connsiteX8-265" fmla="*/ 1548265 w 5024824"/>
              <a:gd name="connsiteY8-266" fmla="*/ 2072883 h 4179929"/>
              <a:gd name="connsiteX9-267" fmla="*/ 1007440 w 5024824"/>
              <a:gd name="connsiteY9-268" fmla="*/ 1178664 h 4179929"/>
              <a:gd name="connsiteX0-269" fmla="*/ 1232642 w 5250026"/>
              <a:gd name="connsiteY0-270" fmla="*/ 1198501 h 4199766"/>
              <a:gd name="connsiteX1-271" fmla="*/ 0 w 5250026"/>
              <a:gd name="connsiteY1-272" fmla="*/ 122201 h 4199766"/>
              <a:gd name="connsiteX2-273" fmla="*/ 1154162 w 5250026"/>
              <a:gd name="connsiteY2-274" fmla="*/ 23675 h 4199766"/>
              <a:gd name="connsiteX3-275" fmla="*/ 1674941 w 5250026"/>
              <a:gd name="connsiteY3-276" fmla="*/ 65901 h 4199766"/>
              <a:gd name="connsiteX4-277" fmla="*/ 5250026 w 5250026"/>
              <a:gd name="connsiteY4-278" fmla="*/ 28928 h 4199766"/>
              <a:gd name="connsiteX5-279" fmla="*/ 5250026 w 5250026"/>
              <a:gd name="connsiteY5-280" fmla="*/ 4157540 h 4199766"/>
              <a:gd name="connsiteX6-281" fmla="*/ 3152075 w 5250026"/>
              <a:gd name="connsiteY6-282" fmla="*/ 4199766 h 4199766"/>
              <a:gd name="connsiteX7-283" fmla="*/ 2927629 w 5250026"/>
              <a:gd name="connsiteY7-284" fmla="*/ 3669136 h 4199766"/>
              <a:gd name="connsiteX8-285" fmla="*/ 1773467 w 5250026"/>
              <a:gd name="connsiteY8-286" fmla="*/ 2092720 h 4199766"/>
              <a:gd name="connsiteX9-287" fmla="*/ 1232642 w 5250026"/>
              <a:gd name="connsiteY9-288" fmla="*/ 1198501 h 4199766"/>
              <a:gd name="connsiteX0-289" fmla="*/ 1035590 w 5250026"/>
              <a:gd name="connsiteY0-290" fmla="*/ 1367403 h 4199766"/>
              <a:gd name="connsiteX1-291" fmla="*/ 0 w 5250026"/>
              <a:gd name="connsiteY1-292" fmla="*/ 122201 h 4199766"/>
              <a:gd name="connsiteX2-293" fmla="*/ 1154162 w 5250026"/>
              <a:gd name="connsiteY2-294" fmla="*/ 23675 h 4199766"/>
              <a:gd name="connsiteX3-295" fmla="*/ 1674941 w 5250026"/>
              <a:gd name="connsiteY3-296" fmla="*/ 65901 h 4199766"/>
              <a:gd name="connsiteX4-297" fmla="*/ 5250026 w 5250026"/>
              <a:gd name="connsiteY4-298" fmla="*/ 28928 h 4199766"/>
              <a:gd name="connsiteX5-299" fmla="*/ 5250026 w 5250026"/>
              <a:gd name="connsiteY5-300" fmla="*/ 4157540 h 4199766"/>
              <a:gd name="connsiteX6-301" fmla="*/ 3152075 w 5250026"/>
              <a:gd name="connsiteY6-302" fmla="*/ 4199766 h 4199766"/>
              <a:gd name="connsiteX7-303" fmla="*/ 2927629 w 5250026"/>
              <a:gd name="connsiteY7-304" fmla="*/ 3669136 h 4199766"/>
              <a:gd name="connsiteX8-305" fmla="*/ 1773467 w 5250026"/>
              <a:gd name="connsiteY8-306" fmla="*/ 2092720 h 4199766"/>
              <a:gd name="connsiteX9-307" fmla="*/ 1035590 w 5250026"/>
              <a:gd name="connsiteY9-308" fmla="*/ 1367403 h 4199766"/>
              <a:gd name="connsiteX0-309" fmla="*/ 1035590 w 5250026"/>
              <a:gd name="connsiteY0-310" fmla="*/ 1367403 h 4199766"/>
              <a:gd name="connsiteX1-311" fmla="*/ 0 w 5250026"/>
              <a:gd name="connsiteY1-312" fmla="*/ 122201 h 4199766"/>
              <a:gd name="connsiteX2-313" fmla="*/ 1154162 w 5250026"/>
              <a:gd name="connsiteY2-314" fmla="*/ 23675 h 4199766"/>
              <a:gd name="connsiteX3-315" fmla="*/ 1674941 w 5250026"/>
              <a:gd name="connsiteY3-316" fmla="*/ 65901 h 4199766"/>
              <a:gd name="connsiteX4-317" fmla="*/ 5250026 w 5250026"/>
              <a:gd name="connsiteY4-318" fmla="*/ 28928 h 4199766"/>
              <a:gd name="connsiteX5-319" fmla="*/ 5250026 w 5250026"/>
              <a:gd name="connsiteY5-320" fmla="*/ 4157540 h 4199766"/>
              <a:gd name="connsiteX6-321" fmla="*/ 3152075 w 5250026"/>
              <a:gd name="connsiteY6-322" fmla="*/ 4199766 h 4199766"/>
              <a:gd name="connsiteX7-323" fmla="*/ 2167572 w 5250026"/>
              <a:gd name="connsiteY7-324" fmla="*/ 3683211 h 4199766"/>
              <a:gd name="connsiteX8-325" fmla="*/ 1773467 w 5250026"/>
              <a:gd name="connsiteY8-326" fmla="*/ 2092720 h 4199766"/>
              <a:gd name="connsiteX9-327" fmla="*/ 1035590 w 5250026"/>
              <a:gd name="connsiteY9-328" fmla="*/ 1367403 h 4199766"/>
              <a:gd name="connsiteX0-329" fmla="*/ 1035590 w 5250026"/>
              <a:gd name="connsiteY0-330" fmla="*/ 1367403 h 4199766"/>
              <a:gd name="connsiteX1-331" fmla="*/ 0 w 5250026"/>
              <a:gd name="connsiteY1-332" fmla="*/ 122201 h 4199766"/>
              <a:gd name="connsiteX2-333" fmla="*/ 1154162 w 5250026"/>
              <a:gd name="connsiteY2-334" fmla="*/ 23675 h 4199766"/>
              <a:gd name="connsiteX3-335" fmla="*/ 1674941 w 5250026"/>
              <a:gd name="connsiteY3-336" fmla="*/ 65901 h 4199766"/>
              <a:gd name="connsiteX4-337" fmla="*/ 5250026 w 5250026"/>
              <a:gd name="connsiteY4-338" fmla="*/ 28928 h 4199766"/>
              <a:gd name="connsiteX5-339" fmla="*/ 5250026 w 5250026"/>
              <a:gd name="connsiteY5-340" fmla="*/ 4157540 h 4199766"/>
              <a:gd name="connsiteX6-341" fmla="*/ 3152075 w 5250026"/>
              <a:gd name="connsiteY6-342" fmla="*/ 4199766 h 4199766"/>
              <a:gd name="connsiteX7-343" fmla="*/ 3392108 w 5250026"/>
              <a:gd name="connsiteY7-344" fmla="*/ 3626911 h 4199766"/>
              <a:gd name="connsiteX8-345" fmla="*/ 1773467 w 5250026"/>
              <a:gd name="connsiteY8-346" fmla="*/ 2092720 h 4199766"/>
              <a:gd name="connsiteX9-347" fmla="*/ 1035590 w 5250026"/>
              <a:gd name="connsiteY9-348" fmla="*/ 1367403 h 4199766"/>
              <a:gd name="connsiteX0-349" fmla="*/ 1035590 w 5250026"/>
              <a:gd name="connsiteY0-350" fmla="*/ 1367403 h 4157540"/>
              <a:gd name="connsiteX1-351" fmla="*/ 0 w 5250026"/>
              <a:gd name="connsiteY1-352" fmla="*/ 122201 h 4157540"/>
              <a:gd name="connsiteX2-353" fmla="*/ 1154162 w 5250026"/>
              <a:gd name="connsiteY2-354" fmla="*/ 23675 h 4157540"/>
              <a:gd name="connsiteX3-355" fmla="*/ 1674941 w 5250026"/>
              <a:gd name="connsiteY3-356" fmla="*/ 65901 h 4157540"/>
              <a:gd name="connsiteX4-357" fmla="*/ 5250026 w 5250026"/>
              <a:gd name="connsiteY4-358" fmla="*/ 28928 h 4157540"/>
              <a:gd name="connsiteX5-359" fmla="*/ 5250026 w 5250026"/>
              <a:gd name="connsiteY5-360" fmla="*/ 4157540 h 4157540"/>
              <a:gd name="connsiteX6-361" fmla="*/ 4137335 w 5250026"/>
              <a:gd name="connsiteY6-362" fmla="*/ 4115315 h 4157540"/>
              <a:gd name="connsiteX7-363" fmla="*/ 3392108 w 5250026"/>
              <a:gd name="connsiteY7-364" fmla="*/ 3626911 h 4157540"/>
              <a:gd name="connsiteX8-365" fmla="*/ 1773467 w 5250026"/>
              <a:gd name="connsiteY8-366" fmla="*/ 2092720 h 4157540"/>
              <a:gd name="connsiteX9-367" fmla="*/ 1035590 w 5250026"/>
              <a:gd name="connsiteY9-368" fmla="*/ 1367403 h 415754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31" y="connsiteY5-32"/>
              </a:cxn>
              <a:cxn ang="0">
                <a:pos x="connsiteX6-45" y="connsiteY6-46"/>
              </a:cxn>
              <a:cxn ang="0">
                <a:pos x="connsiteX7-103" y="connsiteY7-104"/>
              </a:cxn>
              <a:cxn ang="0">
                <a:pos x="connsiteX8-169" y="connsiteY8-170"/>
              </a:cxn>
              <a:cxn ang="0">
                <a:pos x="connsiteX9-207" y="connsiteY9-208"/>
              </a:cxn>
            </a:cxnLst>
            <a:rect l="l" t="t" r="r" b="b"/>
            <a:pathLst>
              <a:path w="5250026" h="4157540">
                <a:moveTo>
                  <a:pt x="1035590" y="1367403"/>
                </a:moveTo>
                <a:cubicBezTo>
                  <a:pt x="904222" y="1062441"/>
                  <a:pt x="27155" y="341464"/>
                  <a:pt x="0" y="122201"/>
                </a:cubicBezTo>
                <a:cubicBezTo>
                  <a:pt x="115942" y="-87678"/>
                  <a:pt x="912539" y="40096"/>
                  <a:pt x="1154162" y="23675"/>
                </a:cubicBezTo>
                <a:cubicBezTo>
                  <a:pt x="1395785" y="7254"/>
                  <a:pt x="994643" y="81446"/>
                  <a:pt x="1674941" y="65901"/>
                </a:cubicBezTo>
                <a:lnTo>
                  <a:pt x="5250026" y="28928"/>
                </a:lnTo>
                <a:lnTo>
                  <a:pt x="5250026" y="4157540"/>
                </a:lnTo>
                <a:lnTo>
                  <a:pt x="4137335" y="4115315"/>
                </a:lnTo>
                <a:cubicBezTo>
                  <a:pt x="3776073" y="4040952"/>
                  <a:pt x="3725094" y="3940552"/>
                  <a:pt x="3392108" y="3626911"/>
                </a:cubicBezTo>
                <a:cubicBezTo>
                  <a:pt x="3059122" y="3313270"/>
                  <a:pt x="2208445" y="2481034"/>
                  <a:pt x="1773467" y="2092720"/>
                </a:cubicBezTo>
                <a:lnTo>
                  <a:pt x="1035590" y="1367403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3" name="任意多边形: 形状 42"/>
          <p:cNvSpPr/>
          <p:nvPr>
            <p:custDataLst>
              <p:tags r:id="rId3"/>
            </p:custDataLst>
          </p:nvPr>
        </p:nvSpPr>
        <p:spPr>
          <a:xfrm rot="18855654">
            <a:off x="7350245" y="-2561435"/>
            <a:ext cx="5492158" cy="8180167"/>
          </a:xfrm>
          <a:custGeom>
            <a:avLst/>
            <a:gdLst>
              <a:gd name="connsiteX0" fmla="*/ 6421866 w 6421866"/>
              <a:gd name="connsiteY0" fmla="*/ 5871246 h 10402253"/>
              <a:gd name="connsiteX1" fmla="*/ 2069712 w 6421866"/>
              <a:gd name="connsiteY1" fmla="*/ 10402253 h 10402253"/>
              <a:gd name="connsiteX2" fmla="*/ 1927351 w 6421866"/>
              <a:gd name="connsiteY2" fmla="*/ 10402253 h 10402253"/>
              <a:gd name="connsiteX3" fmla="*/ 0 w 6421866"/>
              <a:gd name="connsiteY3" fmla="*/ 8474902 h 10402253"/>
              <a:gd name="connsiteX4" fmla="*/ 0 w 6421866"/>
              <a:gd name="connsiteY4" fmla="*/ 1044974 h 10402253"/>
              <a:gd name="connsiteX5" fmla="*/ 232621 w 6421866"/>
              <a:gd name="connsiteY5" fmla="*/ 126284 h 10402253"/>
              <a:gd name="connsiteX6" fmla="*/ 309340 w 6421866"/>
              <a:gd name="connsiteY6" fmla="*/ 0 h 10402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21866" h="10402253">
                <a:moveTo>
                  <a:pt x="6421866" y="5871246"/>
                </a:moveTo>
                <a:lnTo>
                  <a:pt x="2069712" y="10402253"/>
                </a:lnTo>
                <a:lnTo>
                  <a:pt x="1927351" y="10402253"/>
                </a:lnTo>
                <a:cubicBezTo>
                  <a:pt x="862904" y="10402253"/>
                  <a:pt x="0" y="9539349"/>
                  <a:pt x="0" y="8474902"/>
                </a:cubicBezTo>
                <a:lnTo>
                  <a:pt x="0" y="1044974"/>
                </a:lnTo>
                <a:cubicBezTo>
                  <a:pt x="0" y="712335"/>
                  <a:pt x="84268" y="399377"/>
                  <a:pt x="232621" y="126284"/>
                </a:cubicBezTo>
                <a:lnTo>
                  <a:pt x="30934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924560"/>
          </a:xfrm>
          <a:prstGeom prst="rect">
            <a:avLst/>
          </a:prstGeom>
          <a:solidFill>
            <a:srgbClr val="0056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0" y="878841"/>
            <a:ext cx="12192000" cy="106205"/>
          </a:xfrm>
          <a:prstGeom prst="rect">
            <a:avLst/>
          </a:prstGeom>
          <a:solidFill>
            <a:srgbClr val="224D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0" y="6604631"/>
            <a:ext cx="12192000" cy="253368"/>
          </a:xfrm>
          <a:prstGeom prst="rect">
            <a:avLst/>
          </a:prstGeom>
          <a:solidFill>
            <a:srgbClr val="0056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0" y="6489290"/>
            <a:ext cx="12192000" cy="115341"/>
          </a:xfrm>
          <a:prstGeom prst="rect">
            <a:avLst/>
          </a:prstGeom>
          <a:solidFill>
            <a:srgbClr val="224D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10" name="平行四边形 16"/>
          <p:cNvSpPr/>
          <p:nvPr>
            <p:custDataLst>
              <p:tags r:id="rId8"/>
            </p:custDataLst>
          </p:nvPr>
        </p:nvSpPr>
        <p:spPr>
          <a:xfrm>
            <a:off x="756920" y="5337810"/>
            <a:ext cx="6287135" cy="594360"/>
          </a:xfrm>
          <a:custGeom>
            <a:avLst/>
            <a:gdLst>
              <a:gd name="connsiteX0" fmla="*/ 5465 w 4188813"/>
              <a:gd name="connsiteY0" fmla="*/ 562923 h 786579"/>
              <a:gd name="connsiteX1" fmla="*/ 112110 w 4188813"/>
              <a:gd name="connsiteY1" fmla="*/ 136344 h 786579"/>
              <a:gd name="connsiteX2" fmla="*/ 286736 w 4188813"/>
              <a:gd name="connsiteY2" fmla="*/ 0 h 786579"/>
              <a:gd name="connsiteX3" fmla="*/ 4008723 w 4188813"/>
              <a:gd name="connsiteY3" fmla="*/ 0 h 786579"/>
              <a:gd name="connsiteX4" fmla="*/ 4183349 w 4188813"/>
              <a:gd name="connsiteY4" fmla="*/ 223657 h 786579"/>
              <a:gd name="connsiteX5" fmla="*/ 4076704 w 4188813"/>
              <a:gd name="connsiteY5" fmla="*/ 650236 h 786579"/>
              <a:gd name="connsiteX6" fmla="*/ 3902078 w 4188813"/>
              <a:gd name="connsiteY6" fmla="*/ 786579 h 786579"/>
              <a:gd name="connsiteX7" fmla="*/ 180091 w 4188813"/>
              <a:gd name="connsiteY7" fmla="*/ 786579 h 786579"/>
              <a:gd name="connsiteX8" fmla="*/ 5465 w 4188813"/>
              <a:gd name="connsiteY8" fmla="*/ 562923 h 78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88813" h="786579">
                <a:moveTo>
                  <a:pt x="5465" y="562923"/>
                </a:moveTo>
                <a:lnTo>
                  <a:pt x="112110" y="136344"/>
                </a:lnTo>
                <a:cubicBezTo>
                  <a:pt x="132153" y="56174"/>
                  <a:pt x="204098" y="0"/>
                  <a:pt x="286736" y="0"/>
                </a:cubicBezTo>
                <a:lnTo>
                  <a:pt x="4008723" y="0"/>
                </a:lnTo>
                <a:cubicBezTo>
                  <a:pt x="4125838" y="0"/>
                  <a:pt x="4211753" y="110039"/>
                  <a:pt x="4183349" y="223657"/>
                </a:cubicBezTo>
                <a:lnTo>
                  <a:pt x="4076704" y="650236"/>
                </a:lnTo>
                <a:cubicBezTo>
                  <a:pt x="4056661" y="730406"/>
                  <a:pt x="3984716" y="786579"/>
                  <a:pt x="3902078" y="786579"/>
                </a:cubicBezTo>
                <a:lnTo>
                  <a:pt x="180091" y="786579"/>
                </a:lnTo>
                <a:cubicBezTo>
                  <a:pt x="62977" y="786579"/>
                  <a:pt x="-22939" y="676540"/>
                  <a:pt x="5465" y="562923"/>
                </a:cubicBezTo>
              </a:path>
            </a:pathLst>
          </a:custGeom>
          <a:solidFill>
            <a:srgbClr val="0056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lt1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64795" y="2658745"/>
            <a:ext cx="9784080" cy="1876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spcAft>
                <a:spcPts val="1200"/>
              </a:spcAft>
            </a:pPr>
            <a:r>
              <a:rPr sz="24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Agentic Design Patterns</a:t>
            </a:r>
            <a:endParaRPr sz="2400" b="1">
              <a:solidFill>
                <a:srgbClr val="00566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indent="0" algn="l">
              <a:spcAft>
                <a:spcPts val="1200"/>
              </a:spcAft>
            </a:pPr>
            <a:r>
              <a:rPr sz="36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Chapter 4: Reflection</a:t>
            </a:r>
            <a:endParaRPr sz="2400" b="1">
              <a:solidFill>
                <a:srgbClr val="00566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indent="0" algn="l">
              <a:spcAft>
                <a:spcPts val="1200"/>
              </a:spcAft>
            </a:pPr>
            <a:r>
              <a:rPr sz="36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反思：通过反馈改进智能体结果</a:t>
            </a:r>
            <a:endParaRPr lang="zh-CN" altLang="en-US" sz="3600" b="1" dirty="0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960255" y="5404149"/>
            <a:ext cx="57988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汇报人：刘佳俊、郑亚春、张逸、胡麒瑞、谭道</a:t>
            </a:r>
            <a:r>
              <a:rPr lang="zh-CN" altLang="en-US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琦</a:t>
            </a:r>
            <a:endParaRPr lang="zh-CN" altLang="en-US" sz="20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27862" y="1495229"/>
            <a:ext cx="2671165" cy="661035"/>
            <a:chOff x="2351088" y="1326048"/>
            <a:chExt cx="4360985" cy="1082834"/>
          </a:xfrm>
          <a:solidFill>
            <a:srgbClr val="005768"/>
          </a:solidFill>
        </p:grpSpPr>
        <p:sp>
          <p:nvSpPr>
            <p:cNvPr id="16" name="iṧlîďè"/>
            <p:cNvSpPr/>
            <p:nvPr>
              <p:custDataLst>
                <p:tags r:id="rId11"/>
              </p:custDataLst>
            </p:nvPr>
          </p:nvSpPr>
          <p:spPr bwMode="auto">
            <a:xfrm>
              <a:off x="3668616" y="2257040"/>
              <a:ext cx="3037613" cy="107447"/>
            </a:xfrm>
            <a:custGeom>
              <a:avLst/>
              <a:gdLst>
                <a:gd name="connsiteX0" fmla="*/ 973788 w 5219281"/>
                <a:gd name="connsiteY0" fmla="*/ 55697 h 184618"/>
                <a:gd name="connsiteX1" fmla="*/ 969285 w 5219281"/>
                <a:gd name="connsiteY1" fmla="*/ 56445 h 184618"/>
                <a:gd name="connsiteX2" fmla="*/ 949773 w 5219281"/>
                <a:gd name="connsiteY2" fmla="*/ 108794 h 184618"/>
                <a:gd name="connsiteX3" fmla="*/ 995552 w 5219281"/>
                <a:gd name="connsiteY3" fmla="*/ 108794 h 184618"/>
                <a:gd name="connsiteX4" fmla="*/ 973788 w 5219281"/>
                <a:gd name="connsiteY4" fmla="*/ 55697 h 184618"/>
                <a:gd name="connsiteX5" fmla="*/ 2122010 w 5219281"/>
                <a:gd name="connsiteY5" fmla="*/ 55587 h 184618"/>
                <a:gd name="connsiteX6" fmla="*/ 2101811 w 5219281"/>
                <a:gd name="connsiteY6" fmla="*/ 108576 h 184618"/>
                <a:gd name="connsiteX7" fmla="*/ 2148194 w 5219281"/>
                <a:gd name="connsiteY7" fmla="*/ 108576 h 184618"/>
                <a:gd name="connsiteX8" fmla="*/ 2125750 w 5219281"/>
                <a:gd name="connsiteY8" fmla="*/ 55587 h 184618"/>
                <a:gd name="connsiteX9" fmla="*/ 2122010 w 5219281"/>
                <a:gd name="connsiteY9" fmla="*/ 55587 h 184618"/>
                <a:gd name="connsiteX10" fmla="*/ 3229785 w 5219281"/>
                <a:gd name="connsiteY10" fmla="*/ 54701 h 184618"/>
                <a:gd name="connsiteX11" fmla="*/ 3225298 w 5219281"/>
                <a:gd name="connsiteY11" fmla="*/ 55451 h 184618"/>
                <a:gd name="connsiteX12" fmla="*/ 3204358 w 5219281"/>
                <a:gd name="connsiteY12" fmla="*/ 108653 h 184618"/>
                <a:gd name="connsiteX13" fmla="*/ 3250724 w 5219281"/>
                <a:gd name="connsiteY13" fmla="*/ 108653 h 184618"/>
                <a:gd name="connsiteX14" fmla="*/ 3229785 w 5219281"/>
                <a:gd name="connsiteY14" fmla="*/ 54701 h 184618"/>
                <a:gd name="connsiteX15" fmla="*/ 4516565 w 5219281"/>
                <a:gd name="connsiteY15" fmla="*/ 15661 h 184618"/>
                <a:gd name="connsiteX16" fmla="*/ 4507580 w 5219281"/>
                <a:gd name="connsiteY16" fmla="*/ 34340 h 184618"/>
                <a:gd name="connsiteX17" fmla="*/ 4507580 w 5219281"/>
                <a:gd name="connsiteY17" fmla="*/ 52273 h 184618"/>
                <a:gd name="connsiteX18" fmla="*/ 4506831 w 5219281"/>
                <a:gd name="connsiteY18" fmla="*/ 74689 h 184618"/>
                <a:gd name="connsiteX19" fmla="*/ 4519560 w 5219281"/>
                <a:gd name="connsiteY19" fmla="*/ 86644 h 184618"/>
                <a:gd name="connsiteX20" fmla="*/ 4552503 w 5219281"/>
                <a:gd name="connsiteY20" fmla="*/ 62734 h 184618"/>
                <a:gd name="connsiteX21" fmla="*/ 4538278 w 5219281"/>
                <a:gd name="connsiteY21" fmla="*/ 17902 h 184618"/>
                <a:gd name="connsiteX22" fmla="*/ 4516565 w 5219281"/>
                <a:gd name="connsiteY22" fmla="*/ 15661 h 184618"/>
                <a:gd name="connsiteX23" fmla="*/ 792238 w 5219281"/>
                <a:gd name="connsiteY23" fmla="*/ 15250 h 184618"/>
                <a:gd name="connsiteX24" fmla="*/ 782953 w 5219281"/>
                <a:gd name="connsiteY24" fmla="*/ 32405 h 184618"/>
                <a:gd name="connsiteX25" fmla="*/ 782953 w 5219281"/>
                <a:gd name="connsiteY25" fmla="*/ 51798 h 184618"/>
                <a:gd name="connsiteX26" fmla="*/ 782953 w 5219281"/>
                <a:gd name="connsiteY26" fmla="*/ 75666 h 184618"/>
                <a:gd name="connsiteX27" fmla="*/ 794208 w 5219281"/>
                <a:gd name="connsiteY27" fmla="*/ 86854 h 184618"/>
                <a:gd name="connsiteX28" fmla="*/ 827973 w 5219281"/>
                <a:gd name="connsiteY28" fmla="*/ 62986 h 184618"/>
                <a:gd name="connsiteX29" fmla="*/ 812216 w 5219281"/>
                <a:gd name="connsiteY29" fmla="*/ 15996 h 184618"/>
                <a:gd name="connsiteX30" fmla="*/ 792238 w 5219281"/>
                <a:gd name="connsiteY30" fmla="*/ 15250 h 184618"/>
                <a:gd name="connsiteX31" fmla="*/ 2823572 w 5219281"/>
                <a:gd name="connsiteY31" fmla="*/ 14249 h 184618"/>
                <a:gd name="connsiteX32" fmla="*/ 2811618 w 5219281"/>
                <a:gd name="connsiteY32" fmla="*/ 27238 h 184618"/>
                <a:gd name="connsiteX33" fmla="*/ 2811618 w 5219281"/>
                <a:gd name="connsiteY33" fmla="*/ 84801 h 184618"/>
                <a:gd name="connsiteX34" fmla="*/ 2853455 w 5219281"/>
                <a:gd name="connsiteY34" fmla="*/ 69102 h 184618"/>
                <a:gd name="connsiteX35" fmla="*/ 2844490 w 5219281"/>
                <a:gd name="connsiteY35" fmla="*/ 19763 h 184618"/>
                <a:gd name="connsiteX36" fmla="*/ 2823572 w 5219281"/>
                <a:gd name="connsiteY36" fmla="*/ 14249 h 184618"/>
                <a:gd name="connsiteX37" fmla="*/ 2643651 w 5219281"/>
                <a:gd name="connsiteY37" fmla="*/ 10825 h 184618"/>
                <a:gd name="connsiteX38" fmla="*/ 2613097 w 5219281"/>
                <a:gd name="connsiteY38" fmla="*/ 34752 h 184618"/>
                <a:gd name="connsiteX39" fmla="*/ 2601174 w 5219281"/>
                <a:gd name="connsiteY39" fmla="*/ 93072 h 184618"/>
                <a:gd name="connsiteX40" fmla="*/ 2616078 w 5219281"/>
                <a:gd name="connsiteY40" fmla="*/ 155879 h 184618"/>
                <a:gd name="connsiteX41" fmla="*/ 2647377 w 5219281"/>
                <a:gd name="connsiteY41" fmla="*/ 173824 h 184618"/>
                <a:gd name="connsiteX42" fmla="*/ 2674205 w 5219281"/>
                <a:gd name="connsiteY42" fmla="*/ 154384 h 184618"/>
                <a:gd name="connsiteX43" fmla="*/ 2685384 w 5219281"/>
                <a:gd name="connsiteY43" fmla="*/ 102793 h 184618"/>
                <a:gd name="connsiteX44" fmla="*/ 2676441 w 5219281"/>
                <a:gd name="connsiteY44" fmla="*/ 32509 h 184618"/>
                <a:gd name="connsiteX45" fmla="*/ 2643651 w 5219281"/>
                <a:gd name="connsiteY45" fmla="*/ 10825 h 184618"/>
                <a:gd name="connsiteX46" fmla="*/ 5062301 w 5219281"/>
                <a:gd name="connsiteY46" fmla="*/ 5527 h 184618"/>
                <a:gd name="connsiteX47" fmla="*/ 5139664 w 5219281"/>
                <a:gd name="connsiteY47" fmla="*/ 5527 h 184618"/>
                <a:gd name="connsiteX48" fmla="*/ 5139664 w 5219281"/>
                <a:gd name="connsiteY48" fmla="*/ 9260 h 184618"/>
                <a:gd name="connsiteX49" fmla="*/ 5128398 w 5219281"/>
                <a:gd name="connsiteY49" fmla="*/ 13739 h 184618"/>
                <a:gd name="connsiteX50" fmla="*/ 5121638 w 5219281"/>
                <a:gd name="connsiteY50" fmla="*/ 22698 h 184618"/>
                <a:gd name="connsiteX51" fmla="*/ 5150180 w 5219281"/>
                <a:gd name="connsiteY51" fmla="*/ 85410 h 184618"/>
                <a:gd name="connsiteX52" fmla="*/ 5156189 w 5219281"/>
                <a:gd name="connsiteY52" fmla="*/ 85410 h 184618"/>
                <a:gd name="connsiteX53" fmla="*/ 5180224 w 5219281"/>
                <a:gd name="connsiteY53" fmla="*/ 27178 h 184618"/>
                <a:gd name="connsiteX54" fmla="*/ 5170459 w 5219281"/>
                <a:gd name="connsiteY54" fmla="*/ 12993 h 184618"/>
                <a:gd name="connsiteX55" fmla="*/ 5161446 w 5219281"/>
                <a:gd name="connsiteY55" fmla="*/ 5527 h 184618"/>
                <a:gd name="connsiteX56" fmla="*/ 5219281 w 5219281"/>
                <a:gd name="connsiteY56" fmla="*/ 5527 h 184618"/>
                <a:gd name="connsiteX57" fmla="*/ 5218530 w 5219281"/>
                <a:gd name="connsiteY57" fmla="*/ 10007 h 184618"/>
                <a:gd name="connsiteX58" fmla="*/ 5186984 w 5219281"/>
                <a:gd name="connsiteY58" fmla="*/ 44349 h 184618"/>
                <a:gd name="connsiteX59" fmla="*/ 5162948 w 5219281"/>
                <a:gd name="connsiteY59" fmla="*/ 96608 h 184618"/>
                <a:gd name="connsiteX60" fmla="*/ 5159193 w 5219281"/>
                <a:gd name="connsiteY60" fmla="*/ 161560 h 184618"/>
                <a:gd name="connsiteX61" fmla="*/ 5173464 w 5219281"/>
                <a:gd name="connsiteY61" fmla="*/ 172012 h 184618"/>
                <a:gd name="connsiteX62" fmla="*/ 5183979 w 5219281"/>
                <a:gd name="connsiteY62" fmla="*/ 174251 h 184618"/>
                <a:gd name="connsiteX63" fmla="*/ 5183979 w 5219281"/>
                <a:gd name="connsiteY63" fmla="*/ 177984 h 184618"/>
                <a:gd name="connsiteX64" fmla="*/ 5091594 w 5219281"/>
                <a:gd name="connsiteY64" fmla="*/ 177984 h 184618"/>
                <a:gd name="connsiteX65" fmla="*/ 5099105 w 5219281"/>
                <a:gd name="connsiteY65" fmla="*/ 172758 h 184618"/>
                <a:gd name="connsiteX66" fmla="*/ 5120887 w 5219281"/>
                <a:gd name="connsiteY66" fmla="*/ 150361 h 184618"/>
                <a:gd name="connsiteX67" fmla="*/ 5093847 w 5219281"/>
                <a:gd name="connsiteY67" fmla="*/ 48828 h 184618"/>
                <a:gd name="connsiteX68" fmla="*/ 5062301 w 5219281"/>
                <a:gd name="connsiteY68" fmla="*/ 5527 h 184618"/>
                <a:gd name="connsiteX69" fmla="*/ 4103839 w 5219281"/>
                <a:gd name="connsiteY69" fmla="*/ 5527 h 184618"/>
                <a:gd name="connsiteX70" fmla="*/ 4181009 w 5219281"/>
                <a:gd name="connsiteY70" fmla="*/ 5527 h 184618"/>
                <a:gd name="connsiteX71" fmla="*/ 4179510 w 5219281"/>
                <a:gd name="connsiteY71" fmla="*/ 9252 h 184618"/>
                <a:gd name="connsiteX72" fmla="*/ 4163777 w 5219281"/>
                <a:gd name="connsiteY72" fmla="*/ 42028 h 184618"/>
                <a:gd name="connsiteX73" fmla="*/ 4185504 w 5219281"/>
                <a:gd name="connsiteY73" fmla="*/ 117263 h 184618"/>
                <a:gd name="connsiteX74" fmla="*/ 4191498 w 5219281"/>
                <a:gd name="connsiteY74" fmla="*/ 129926 h 184618"/>
                <a:gd name="connsiteX75" fmla="*/ 4195993 w 5219281"/>
                <a:gd name="connsiteY75" fmla="*/ 129926 h 184618"/>
                <a:gd name="connsiteX76" fmla="*/ 4228210 w 5219281"/>
                <a:gd name="connsiteY76" fmla="*/ 30109 h 184618"/>
                <a:gd name="connsiteX77" fmla="*/ 4209479 w 5219281"/>
                <a:gd name="connsiteY77" fmla="*/ 6272 h 184618"/>
                <a:gd name="connsiteX78" fmla="*/ 4261925 w 5219281"/>
                <a:gd name="connsiteY78" fmla="*/ 6272 h 184618"/>
                <a:gd name="connsiteX79" fmla="*/ 4258928 w 5219281"/>
                <a:gd name="connsiteY79" fmla="*/ 11486 h 184618"/>
                <a:gd name="connsiteX80" fmla="*/ 4236451 w 5219281"/>
                <a:gd name="connsiteY80" fmla="*/ 37558 h 184618"/>
                <a:gd name="connsiteX81" fmla="*/ 4190749 w 5219281"/>
                <a:gd name="connsiteY81" fmla="*/ 167917 h 184618"/>
                <a:gd name="connsiteX82" fmla="*/ 4178761 w 5219281"/>
                <a:gd name="connsiteY82" fmla="*/ 179090 h 184618"/>
                <a:gd name="connsiteX83" fmla="*/ 4166774 w 5219281"/>
                <a:gd name="connsiteY83" fmla="*/ 168662 h 184618"/>
                <a:gd name="connsiteX84" fmla="*/ 4128563 w 5219281"/>
                <a:gd name="connsiteY84" fmla="*/ 46497 h 184618"/>
                <a:gd name="connsiteX85" fmla="*/ 4103839 w 5219281"/>
                <a:gd name="connsiteY85" fmla="*/ 5527 h 184618"/>
                <a:gd name="connsiteX86" fmla="*/ 3621844 w 5219281"/>
                <a:gd name="connsiteY86" fmla="*/ 5527 h 184618"/>
                <a:gd name="connsiteX87" fmla="*/ 3707304 w 5219281"/>
                <a:gd name="connsiteY87" fmla="*/ 5527 h 184618"/>
                <a:gd name="connsiteX88" fmla="*/ 3705804 w 5219281"/>
                <a:gd name="connsiteY88" fmla="*/ 9267 h 184618"/>
                <a:gd name="connsiteX89" fmla="*/ 3682565 w 5219281"/>
                <a:gd name="connsiteY89" fmla="*/ 41430 h 184618"/>
                <a:gd name="connsiteX90" fmla="*/ 3683315 w 5219281"/>
                <a:gd name="connsiteY90" fmla="*/ 137171 h 184618"/>
                <a:gd name="connsiteX91" fmla="*/ 3714050 w 5219281"/>
                <a:gd name="connsiteY91" fmla="*/ 173074 h 184618"/>
                <a:gd name="connsiteX92" fmla="*/ 3758280 w 5219281"/>
                <a:gd name="connsiteY92" fmla="*/ 145398 h 184618"/>
                <a:gd name="connsiteX93" fmla="*/ 3762028 w 5219281"/>
                <a:gd name="connsiteY93" fmla="*/ 95284 h 184618"/>
                <a:gd name="connsiteX94" fmla="*/ 3762778 w 5219281"/>
                <a:gd name="connsiteY94" fmla="*/ 47414 h 184618"/>
                <a:gd name="connsiteX95" fmla="*/ 3739539 w 5219281"/>
                <a:gd name="connsiteY95" fmla="*/ 12259 h 184618"/>
                <a:gd name="connsiteX96" fmla="*/ 3732042 w 5219281"/>
                <a:gd name="connsiteY96" fmla="*/ 5527 h 184618"/>
                <a:gd name="connsiteX97" fmla="*/ 3792764 w 5219281"/>
                <a:gd name="connsiteY97" fmla="*/ 5527 h 184618"/>
                <a:gd name="connsiteX98" fmla="*/ 3796512 w 5219281"/>
                <a:gd name="connsiteY98" fmla="*/ 9267 h 184618"/>
                <a:gd name="connsiteX99" fmla="*/ 3771024 w 5219281"/>
                <a:gd name="connsiteY99" fmla="*/ 58633 h 184618"/>
                <a:gd name="connsiteX100" fmla="*/ 3770274 w 5219281"/>
                <a:gd name="connsiteY100" fmla="*/ 134927 h 184618"/>
                <a:gd name="connsiteX101" fmla="*/ 3723796 w 5219281"/>
                <a:gd name="connsiteY101" fmla="*/ 180553 h 184618"/>
                <a:gd name="connsiteX102" fmla="*/ 3689312 w 5219281"/>
                <a:gd name="connsiteY102" fmla="*/ 179805 h 184618"/>
                <a:gd name="connsiteX103" fmla="*/ 3646582 w 5219281"/>
                <a:gd name="connsiteY103" fmla="*/ 131187 h 184618"/>
                <a:gd name="connsiteX104" fmla="*/ 3646582 w 5219281"/>
                <a:gd name="connsiteY104" fmla="*/ 50406 h 184618"/>
                <a:gd name="connsiteX105" fmla="*/ 3621844 w 5219281"/>
                <a:gd name="connsiteY105" fmla="*/ 5527 h 184618"/>
                <a:gd name="connsiteX106" fmla="*/ 3342154 w 5219281"/>
                <a:gd name="connsiteY106" fmla="*/ 5527 h 184618"/>
                <a:gd name="connsiteX107" fmla="*/ 3427770 w 5219281"/>
                <a:gd name="connsiteY107" fmla="*/ 5527 h 184618"/>
                <a:gd name="connsiteX108" fmla="*/ 3403737 w 5219281"/>
                <a:gd name="connsiteY108" fmla="*/ 42933 h 184618"/>
                <a:gd name="connsiteX109" fmla="*/ 3403737 w 5219281"/>
                <a:gd name="connsiteY109" fmla="*/ 149166 h 184618"/>
                <a:gd name="connsiteX110" fmla="*/ 3430023 w 5219281"/>
                <a:gd name="connsiteY110" fmla="*/ 170113 h 184618"/>
                <a:gd name="connsiteX111" fmla="*/ 3468324 w 5219281"/>
                <a:gd name="connsiteY111" fmla="*/ 131211 h 184618"/>
                <a:gd name="connsiteX112" fmla="*/ 3476586 w 5219281"/>
                <a:gd name="connsiteY112" fmla="*/ 113256 h 184618"/>
                <a:gd name="connsiteX113" fmla="*/ 3480341 w 5219281"/>
                <a:gd name="connsiteY113" fmla="*/ 114752 h 184618"/>
                <a:gd name="connsiteX114" fmla="*/ 3480341 w 5219281"/>
                <a:gd name="connsiteY114" fmla="*/ 179090 h 184618"/>
                <a:gd name="connsiteX115" fmla="*/ 3343656 w 5219281"/>
                <a:gd name="connsiteY115" fmla="*/ 179090 h 184618"/>
                <a:gd name="connsiteX116" fmla="*/ 3343656 w 5219281"/>
                <a:gd name="connsiteY116" fmla="*/ 175350 h 184618"/>
                <a:gd name="connsiteX117" fmla="*/ 3366186 w 5219281"/>
                <a:gd name="connsiteY117" fmla="*/ 140936 h 184618"/>
                <a:gd name="connsiteX118" fmla="*/ 3366186 w 5219281"/>
                <a:gd name="connsiteY118" fmla="*/ 40689 h 184618"/>
                <a:gd name="connsiteX119" fmla="*/ 3345909 w 5219281"/>
                <a:gd name="connsiteY119" fmla="*/ 10764 h 184618"/>
                <a:gd name="connsiteX120" fmla="*/ 3342154 w 5219281"/>
                <a:gd name="connsiteY120" fmla="*/ 5527 h 184618"/>
                <a:gd name="connsiteX121" fmla="*/ 1757653 w 5219281"/>
                <a:gd name="connsiteY121" fmla="*/ 5527 h 184618"/>
                <a:gd name="connsiteX122" fmla="*/ 1841254 w 5219281"/>
                <a:gd name="connsiteY122" fmla="*/ 5527 h 184618"/>
                <a:gd name="connsiteX123" fmla="*/ 1841254 w 5219281"/>
                <a:gd name="connsiteY123" fmla="*/ 9259 h 184618"/>
                <a:gd name="connsiteX124" fmla="*/ 1833043 w 5219281"/>
                <a:gd name="connsiteY124" fmla="*/ 12244 h 184618"/>
                <a:gd name="connsiteX125" fmla="*/ 1818115 w 5219281"/>
                <a:gd name="connsiteY125" fmla="*/ 30156 h 184618"/>
                <a:gd name="connsiteX126" fmla="*/ 1817368 w 5219281"/>
                <a:gd name="connsiteY126" fmla="*/ 151807 h 184618"/>
                <a:gd name="connsiteX127" fmla="*/ 1842001 w 5219281"/>
                <a:gd name="connsiteY127" fmla="*/ 174197 h 184618"/>
                <a:gd name="connsiteX128" fmla="*/ 1757653 w 5219281"/>
                <a:gd name="connsiteY128" fmla="*/ 175689 h 184618"/>
                <a:gd name="connsiteX129" fmla="*/ 1780046 w 5219281"/>
                <a:gd name="connsiteY129" fmla="*/ 137627 h 184618"/>
                <a:gd name="connsiteX130" fmla="*/ 1780046 w 5219281"/>
                <a:gd name="connsiteY130" fmla="*/ 43590 h 184618"/>
                <a:gd name="connsiteX131" fmla="*/ 1754667 w 5219281"/>
                <a:gd name="connsiteY131" fmla="*/ 10751 h 184618"/>
                <a:gd name="connsiteX132" fmla="*/ 1757653 w 5219281"/>
                <a:gd name="connsiteY132" fmla="*/ 5527 h 184618"/>
                <a:gd name="connsiteX133" fmla="*/ 4267864 w 5219281"/>
                <a:gd name="connsiteY133" fmla="*/ 4422 h 184618"/>
                <a:gd name="connsiteX134" fmla="*/ 4415535 w 5219281"/>
                <a:gd name="connsiteY134" fmla="*/ 4422 h 184618"/>
                <a:gd name="connsiteX135" fmla="*/ 4415535 w 5219281"/>
                <a:gd name="connsiteY135" fmla="*/ 63512 h 184618"/>
                <a:gd name="connsiteX136" fmla="*/ 4411806 w 5219281"/>
                <a:gd name="connsiteY136" fmla="*/ 65008 h 184618"/>
                <a:gd name="connsiteX137" fmla="*/ 4405094 w 5219281"/>
                <a:gd name="connsiteY137" fmla="*/ 51545 h 184618"/>
                <a:gd name="connsiteX138" fmla="*/ 4348412 w 5219281"/>
                <a:gd name="connsiteY138" fmla="*/ 12650 h 184618"/>
                <a:gd name="connsiteX139" fmla="*/ 4329767 w 5219281"/>
                <a:gd name="connsiteY139" fmla="*/ 30601 h 184618"/>
                <a:gd name="connsiteX140" fmla="*/ 4330512 w 5219281"/>
                <a:gd name="connsiteY140" fmla="*/ 85951 h 184618"/>
                <a:gd name="connsiteX141" fmla="*/ 4358853 w 5219281"/>
                <a:gd name="connsiteY141" fmla="*/ 74732 h 184618"/>
                <a:gd name="connsiteX142" fmla="*/ 4376007 w 5219281"/>
                <a:gd name="connsiteY142" fmla="*/ 53040 h 184618"/>
                <a:gd name="connsiteX143" fmla="*/ 4376007 w 5219281"/>
                <a:gd name="connsiteY143" fmla="*/ 121106 h 184618"/>
                <a:gd name="connsiteX144" fmla="*/ 4373024 w 5219281"/>
                <a:gd name="connsiteY144" fmla="*/ 122602 h 184618"/>
                <a:gd name="connsiteX145" fmla="*/ 4367803 w 5219281"/>
                <a:gd name="connsiteY145" fmla="*/ 113627 h 184618"/>
                <a:gd name="connsiteX146" fmla="*/ 4355870 w 5219281"/>
                <a:gd name="connsiteY146" fmla="*/ 97919 h 184618"/>
                <a:gd name="connsiteX147" fmla="*/ 4333496 w 5219281"/>
                <a:gd name="connsiteY147" fmla="*/ 92683 h 184618"/>
                <a:gd name="connsiteX148" fmla="*/ 4330512 w 5219281"/>
                <a:gd name="connsiteY148" fmla="*/ 110635 h 184618"/>
                <a:gd name="connsiteX149" fmla="*/ 4329767 w 5219281"/>
                <a:gd name="connsiteY149" fmla="*/ 154017 h 184618"/>
                <a:gd name="connsiteX150" fmla="*/ 4347666 w 5219281"/>
                <a:gd name="connsiteY150" fmla="*/ 171221 h 184618"/>
                <a:gd name="connsiteX151" fmla="*/ 4409569 w 5219281"/>
                <a:gd name="connsiteY151" fmla="*/ 127090 h 184618"/>
                <a:gd name="connsiteX152" fmla="*/ 4414789 w 5219281"/>
                <a:gd name="connsiteY152" fmla="*/ 115122 h 184618"/>
                <a:gd name="connsiteX153" fmla="*/ 4420010 w 5219281"/>
                <a:gd name="connsiteY153" fmla="*/ 115870 h 184618"/>
                <a:gd name="connsiteX154" fmla="*/ 4420010 w 5219281"/>
                <a:gd name="connsiteY154" fmla="*/ 142050 h 184618"/>
                <a:gd name="connsiteX155" fmla="*/ 4381228 w 5219281"/>
                <a:gd name="connsiteY155" fmla="*/ 180196 h 184618"/>
                <a:gd name="connsiteX156" fmla="*/ 4282035 w 5219281"/>
                <a:gd name="connsiteY156" fmla="*/ 180196 h 184618"/>
                <a:gd name="connsiteX157" fmla="*/ 4267118 w 5219281"/>
                <a:gd name="connsiteY157" fmla="*/ 179448 h 184618"/>
                <a:gd name="connsiteX158" fmla="*/ 4269356 w 5219281"/>
                <a:gd name="connsiteY158" fmla="*/ 174212 h 184618"/>
                <a:gd name="connsiteX159" fmla="*/ 4291730 w 5219281"/>
                <a:gd name="connsiteY159" fmla="*/ 140554 h 184618"/>
                <a:gd name="connsiteX160" fmla="*/ 4291730 w 5219281"/>
                <a:gd name="connsiteY160" fmla="*/ 47805 h 184618"/>
                <a:gd name="connsiteX161" fmla="*/ 4264135 w 5219281"/>
                <a:gd name="connsiteY161" fmla="*/ 10406 h 184618"/>
                <a:gd name="connsiteX162" fmla="*/ 4267864 w 5219281"/>
                <a:gd name="connsiteY162" fmla="*/ 4422 h 184618"/>
                <a:gd name="connsiteX163" fmla="*/ 559049 w 5219281"/>
                <a:gd name="connsiteY163" fmla="*/ 4422 h 184618"/>
                <a:gd name="connsiteX164" fmla="*/ 705554 w 5219281"/>
                <a:gd name="connsiteY164" fmla="*/ 4422 h 184618"/>
                <a:gd name="connsiteX165" fmla="*/ 705554 w 5219281"/>
                <a:gd name="connsiteY165" fmla="*/ 64138 h 184618"/>
                <a:gd name="connsiteX166" fmla="*/ 701797 w 5219281"/>
                <a:gd name="connsiteY166" fmla="*/ 64884 h 184618"/>
                <a:gd name="connsiteX167" fmla="*/ 694284 w 5219281"/>
                <a:gd name="connsiteY167" fmla="*/ 49209 h 184618"/>
                <a:gd name="connsiteX168" fmla="*/ 661227 w 5219281"/>
                <a:gd name="connsiteY168" fmla="*/ 14872 h 184618"/>
                <a:gd name="connsiteX169" fmla="*/ 647703 w 5219281"/>
                <a:gd name="connsiteY169" fmla="*/ 24576 h 184618"/>
                <a:gd name="connsiteX170" fmla="*/ 647703 w 5219281"/>
                <a:gd name="connsiteY170" fmla="*/ 155950 h 184618"/>
                <a:gd name="connsiteX171" fmla="*/ 662729 w 5219281"/>
                <a:gd name="connsiteY171" fmla="*/ 173119 h 184618"/>
                <a:gd name="connsiteX172" fmla="*/ 673999 w 5219281"/>
                <a:gd name="connsiteY172" fmla="*/ 174612 h 184618"/>
                <a:gd name="connsiteX173" fmla="*/ 673999 w 5219281"/>
                <a:gd name="connsiteY173" fmla="*/ 179090 h 184618"/>
                <a:gd name="connsiteX174" fmla="*/ 582340 w 5219281"/>
                <a:gd name="connsiteY174" fmla="*/ 179090 h 184618"/>
                <a:gd name="connsiteX175" fmla="*/ 583842 w 5219281"/>
                <a:gd name="connsiteY175" fmla="*/ 174612 h 184618"/>
                <a:gd name="connsiteX176" fmla="*/ 609387 w 5219281"/>
                <a:gd name="connsiteY176" fmla="*/ 140275 h 184618"/>
                <a:gd name="connsiteX177" fmla="*/ 609387 w 5219281"/>
                <a:gd name="connsiteY177" fmla="*/ 29055 h 184618"/>
                <a:gd name="connsiteX178" fmla="*/ 590604 w 5219281"/>
                <a:gd name="connsiteY178" fmla="*/ 17112 h 184618"/>
                <a:gd name="connsiteX179" fmla="*/ 563557 w 5219281"/>
                <a:gd name="connsiteY179" fmla="*/ 49209 h 184618"/>
                <a:gd name="connsiteX180" fmla="*/ 555293 w 5219281"/>
                <a:gd name="connsiteY180" fmla="*/ 64884 h 184618"/>
                <a:gd name="connsiteX181" fmla="*/ 550785 w 5219281"/>
                <a:gd name="connsiteY181" fmla="*/ 64138 h 184618"/>
                <a:gd name="connsiteX182" fmla="*/ 550785 w 5219281"/>
                <a:gd name="connsiteY182" fmla="*/ 8901 h 184618"/>
                <a:gd name="connsiteX183" fmla="*/ 559049 w 5219281"/>
                <a:gd name="connsiteY183" fmla="*/ 4422 h 184618"/>
                <a:gd name="connsiteX184" fmla="*/ 367044 w 5219281"/>
                <a:gd name="connsiteY184" fmla="*/ 4126 h 184618"/>
                <a:gd name="connsiteX185" fmla="*/ 380502 w 5219281"/>
                <a:gd name="connsiteY185" fmla="*/ 4126 h 184618"/>
                <a:gd name="connsiteX186" fmla="*/ 439571 w 5219281"/>
                <a:gd name="connsiteY186" fmla="*/ 37761 h 184618"/>
                <a:gd name="connsiteX187" fmla="*/ 488919 w 5219281"/>
                <a:gd name="connsiteY187" fmla="*/ 112505 h 184618"/>
                <a:gd name="connsiteX188" fmla="*/ 502378 w 5219281"/>
                <a:gd name="connsiteY188" fmla="*/ 122222 h 184618"/>
                <a:gd name="connsiteX189" fmla="*/ 502378 w 5219281"/>
                <a:gd name="connsiteY189" fmla="*/ 99799 h 184618"/>
                <a:gd name="connsiteX190" fmla="*/ 502378 w 5219281"/>
                <a:gd name="connsiteY190" fmla="*/ 50468 h 184618"/>
                <a:gd name="connsiteX191" fmla="*/ 473965 w 5219281"/>
                <a:gd name="connsiteY191" fmla="*/ 10853 h 184618"/>
                <a:gd name="connsiteX192" fmla="*/ 476956 w 5219281"/>
                <a:gd name="connsiteY192" fmla="*/ 6369 h 184618"/>
                <a:gd name="connsiteX193" fmla="*/ 537520 w 5219281"/>
                <a:gd name="connsiteY193" fmla="*/ 6369 h 184618"/>
                <a:gd name="connsiteX194" fmla="*/ 531538 w 5219281"/>
                <a:gd name="connsiteY194" fmla="*/ 11601 h 184618"/>
                <a:gd name="connsiteX195" fmla="*/ 512098 w 5219281"/>
                <a:gd name="connsiteY195" fmla="*/ 40751 h 184618"/>
                <a:gd name="connsiteX196" fmla="*/ 512098 w 5219281"/>
                <a:gd name="connsiteY196" fmla="*/ 166321 h 184618"/>
                <a:gd name="connsiteX197" fmla="*/ 512098 w 5219281"/>
                <a:gd name="connsiteY197" fmla="*/ 178280 h 184618"/>
                <a:gd name="connsiteX198" fmla="*/ 483685 w 5219281"/>
                <a:gd name="connsiteY198" fmla="*/ 168563 h 184618"/>
                <a:gd name="connsiteX199" fmla="*/ 407420 w 5219281"/>
                <a:gd name="connsiteY199" fmla="*/ 54205 h 184618"/>
                <a:gd name="connsiteX200" fmla="*/ 399943 w 5219281"/>
                <a:gd name="connsiteY200" fmla="*/ 45983 h 184618"/>
                <a:gd name="connsiteX201" fmla="*/ 395457 w 5219281"/>
                <a:gd name="connsiteY201" fmla="*/ 46730 h 184618"/>
                <a:gd name="connsiteX202" fmla="*/ 395457 w 5219281"/>
                <a:gd name="connsiteY202" fmla="*/ 95314 h 184618"/>
                <a:gd name="connsiteX203" fmla="*/ 395457 w 5219281"/>
                <a:gd name="connsiteY203" fmla="*/ 149130 h 184618"/>
                <a:gd name="connsiteX204" fmla="*/ 417140 w 5219281"/>
                <a:gd name="connsiteY204" fmla="*/ 173048 h 184618"/>
                <a:gd name="connsiteX205" fmla="*/ 421626 w 5219281"/>
                <a:gd name="connsiteY205" fmla="*/ 178280 h 184618"/>
                <a:gd name="connsiteX206" fmla="*/ 361810 w 5219281"/>
                <a:gd name="connsiteY206" fmla="*/ 178280 h 184618"/>
                <a:gd name="connsiteX207" fmla="*/ 358071 w 5219281"/>
                <a:gd name="connsiteY207" fmla="*/ 173796 h 184618"/>
                <a:gd name="connsiteX208" fmla="*/ 384241 w 5219281"/>
                <a:gd name="connsiteY208" fmla="*/ 138666 h 184618"/>
                <a:gd name="connsiteX209" fmla="*/ 384989 w 5219281"/>
                <a:gd name="connsiteY209" fmla="*/ 35519 h 184618"/>
                <a:gd name="connsiteX210" fmla="*/ 357324 w 5219281"/>
                <a:gd name="connsiteY210" fmla="*/ 9358 h 184618"/>
                <a:gd name="connsiteX211" fmla="*/ 367044 w 5219281"/>
                <a:gd name="connsiteY211" fmla="*/ 4126 h 184618"/>
                <a:gd name="connsiteX212" fmla="*/ 727428 w 5219281"/>
                <a:gd name="connsiteY212" fmla="*/ 4062 h 184618"/>
                <a:gd name="connsiteX213" fmla="*/ 824972 w 5219281"/>
                <a:gd name="connsiteY213" fmla="*/ 5554 h 184618"/>
                <a:gd name="connsiteX214" fmla="*/ 866240 w 5219281"/>
                <a:gd name="connsiteY214" fmla="*/ 60749 h 184618"/>
                <a:gd name="connsiteX215" fmla="*/ 833225 w 5219281"/>
                <a:gd name="connsiteY215" fmla="*/ 89092 h 184618"/>
                <a:gd name="connsiteX216" fmla="*/ 816718 w 5219281"/>
                <a:gd name="connsiteY216" fmla="*/ 95059 h 184618"/>
                <a:gd name="connsiteX217" fmla="*/ 855735 w 5219281"/>
                <a:gd name="connsiteY217" fmla="*/ 145778 h 184618"/>
                <a:gd name="connsiteX218" fmla="*/ 857986 w 5219281"/>
                <a:gd name="connsiteY218" fmla="*/ 152491 h 184618"/>
                <a:gd name="connsiteX219" fmla="*/ 866990 w 5219281"/>
                <a:gd name="connsiteY219" fmla="*/ 162934 h 184618"/>
                <a:gd name="connsiteX220" fmla="*/ 875994 w 5219281"/>
                <a:gd name="connsiteY220" fmla="*/ 152491 h 184618"/>
                <a:gd name="connsiteX221" fmla="*/ 880496 w 5219281"/>
                <a:gd name="connsiteY221" fmla="*/ 142795 h 184618"/>
                <a:gd name="connsiteX222" fmla="*/ 868491 w 5219281"/>
                <a:gd name="connsiteY222" fmla="*/ 177105 h 184618"/>
                <a:gd name="connsiteX223" fmla="*/ 816718 w 5219281"/>
                <a:gd name="connsiteY223" fmla="*/ 151745 h 184618"/>
                <a:gd name="connsiteX224" fmla="*/ 812966 w 5219281"/>
                <a:gd name="connsiteY224" fmla="*/ 121910 h 184618"/>
                <a:gd name="connsiteX225" fmla="*/ 806213 w 5219281"/>
                <a:gd name="connsiteY225" fmla="*/ 103264 h 184618"/>
                <a:gd name="connsiteX226" fmla="*/ 788956 w 5219281"/>
                <a:gd name="connsiteY226" fmla="*/ 97297 h 184618"/>
                <a:gd name="connsiteX227" fmla="*/ 783703 w 5219281"/>
                <a:gd name="connsiteY227" fmla="*/ 109976 h 184618"/>
                <a:gd name="connsiteX228" fmla="*/ 782953 w 5219281"/>
                <a:gd name="connsiteY228" fmla="*/ 135336 h 184618"/>
                <a:gd name="connsiteX229" fmla="*/ 809215 w 5219281"/>
                <a:gd name="connsiteY229" fmla="*/ 174122 h 184618"/>
                <a:gd name="connsiteX230" fmla="*/ 804713 w 5219281"/>
                <a:gd name="connsiteY230" fmla="*/ 178597 h 184618"/>
                <a:gd name="connsiteX231" fmla="*/ 723676 w 5219281"/>
                <a:gd name="connsiteY231" fmla="*/ 178597 h 184618"/>
                <a:gd name="connsiteX232" fmla="*/ 722926 w 5219281"/>
                <a:gd name="connsiteY232" fmla="*/ 175613 h 184618"/>
                <a:gd name="connsiteX233" fmla="*/ 729679 w 5219281"/>
                <a:gd name="connsiteY233" fmla="*/ 172630 h 184618"/>
                <a:gd name="connsiteX234" fmla="*/ 746937 w 5219281"/>
                <a:gd name="connsiteY234" fmla="*/ 153237 h 184618"/>
                <a:gd name="connsiteX235" fmla="*/ 746937 w 5219281"/>
                <a:gd name="connsiteY235" fmla="*/ 31659 h 184618"/>
                <a:gd name="connsiteX236" fmla="*/ 719925 w 5219281"/>
                <a:gd name="connsiteY236" fmla="*/ 10029 h 184618"/>
                <a:gd name="connsiteX237" fmla="*/ 727428 w 5219281"/>
                <a:gd name="connsiteY237" fmla="*/ 4062 h 184618"/>
                <a:gd name="connsiteX238" fmla="*/ 1693565 w 5219281"/>
                <a:gd name="connsiteY238" fmla="*/ 3816 h 184618"/>
                <a:gd name="connsiteX239" fmla="*/ 1736169 w 5219281"/>
                <a:gd name="connsiteY239" fmla="*/ 7088 h 184618"/>
                <a:gd name="connsiteX240" fmla="*/ 1716735 w 5219281"/>
                <a:gd name="connsiteY240" fmla="*/ 23540 h 184618"/>
                <a:gd name="connsiteX241" fmla="*/ 1714493 w 5219281"/>
                <a:gd name="connsiteY241" fmla="*/ 51210 h 184618"/>
                <a:gd name="connsiteX242" fmla="*/ 1712998 w 5219281"/>
                <a:gd name="connsiteY242" fmla="*/ 143942 h 184618"/>
                <a:gd name="connsiteX243" fmla="*/ 1741401 w 5219281"/>
                <a:gd name="connsiteY243" fmla="*/ 178342 h 184618"/>
                <a:gd name="connsiteX244" fmla="*/ 1651708 w 5219281"/>
                <a:gd name="connsiteY244" fmla="*/ 178342 h 184618"/>
                <a:gd name="connsiteX245" fmla="*/ 1661425 w 5219281"/>
                <a:gd name="connsiteY245" fmla="*/ 173108 h 184618"/>
                <a:gd name="connsiteX246" fmla="*/ 1675626 w 5219281"/>
                <a:gd name="connsiteY246" fmla="*/ 153664 h 184618"/>
                <a:gd name="connsiteX247" fmla="*/ 1675626 w 5219281"/>
                <a:gd name="connsiteY247" fmla="*/ 102811 h 184618"/>
                <a:gd name="connsiteX248" fmla="*/ 1664414 w 5219281"/>
                <a:gd name="connsiteY248" fmla="*/ 91593 h 184618"/>
                <a:gd name="connsiteX249" fmla="*/ 1630032 w 5219281"/>
                <a:gd name="connsiteY249" fmla="*/ 91593 h 184618"/>
                <a:gd name="connsiteX250" fmla="*/ 1618073 w 5219281"/>
                <a:gd name="connsiteY250" fmla="*/ 104307 h 184618"/>
                <a:gd name="connsiteX251" fmla="*/ 1618073 w 5219281"/>
                <a:gd name="connsiteY251" fmla="*/ 149177 h 184618"/>
                <a:gd name="connsiteX252" fmla="*/ 1636759 w 5219281"/>
                <a:gd name="connsiteY252" fmla="*/ 173855 h 184618"/>
                <a:gd name="connsiteX253" fmla="*/ 1639001 w 5219281"/>
                <a:gd name="connsiteY253" fmla="*/ 179090 h 184618"/>
                <a:gd name="connsiteX254" fmla="*/ 1558278 w 5219281"/>
                <a:gd name="connsiteY254" fmla="*/ 179090 h 184618"/>
                <a:gd name="connsiteX255" fmla="*/ 1557530 w 5219281"/>
                <a:gd name="connsiteY255" fmla="*/ 176099 h 184618"/>
                <a:gd name="connsiteX256" fmla="*/ 1565005 w 5219281"/>
                <a:gd name="connsiteY256" fmla="*/ 173108 h 184618"/>
                <a:gd name="connsiteX257" fmla="*/ 1579953 w 5219281"/>
                <a:gd name="connsiteY257" fmla="*/ 154412 h 184618"/>
                <a:gd name="connsiteX258" fmla="*/ 1579953 w 5219281"/>
                <a:gd name="connsiteY258" fmla="*/ 30271 h 184618"/>
                <a:gd name="connsiteX259" fmla="*/ 1556783 w 5219281"/>
                <a:gd name="connsiteY259" fmla="*/ 10079 h 184618"/>
                <a:gd name="connsiteX260" fmla="*/ 1641244 w 5219281"/>
                <a:gd name="connsiteY260" fmla="*/ 8583 h 184618"/>
                <a:gd name="connsiteX261" fmla="*/ 1618073 w 5219281"/>
                <a:gd name="connsiteY261" fmla="*/ 55697 h 184618"/>
                <a:gd name="connsiteX262" fmla="*/ 1644233 w 5219281"/>
                <a:gd name="connsiteY262" fmla="*/ 83367 h 184618"/>
                <a:gd name="connsiteX263" fmla="*/ 1675626 w 5219281"/>
                <a:gd name="connsiteY263" fmla="*/ 51958 h 184618"/>
                <a:gd name="connsiteX264" fmla="*/ 1675626 w 5219281"/>
                <a:gd name="connsiteY264" fmla="*/ 38497 h 184618"/>
                <a:gd name="connsiteX265" fmla="*/ 1655445 w 5219281"/>
                <a:gd name="connsiteY265" fmla="*/ 10079 h 184618"/>
                <a:gd name="connsiteX266" fmla="*/ 1693565 w 5219281"/>
                <a:gd name="connsiteY266" fmla="*/ 3816 h 184618"/>
                <a:gd name="connsiteX267" fmla="*/ 4455169 w 5219281"/>
                <a:gd name="connsiteY267" fmla="*/ 3706 h 184618"/>
                <a:gd name="connsiteX268" fmla="*/ 4536780 w 5219281"/>
                <a:gd name="connsiteY268" fmla="*/ 4453 h 184618"/>
                <a:gd name="connsiteX269" fmla="*/ 4577211 w 5219281"/>
                <a:gd name="connsiteY269" fmla="*/ 17155 h 184618"/>
                <a:gd name="connsiteX270" fmla="*/ 4590688 w 5219281"/>
                <a:gd name="connsiteY270" fmla="*/ 61239 h 184618"/>
                <a:gd name="connsiteX271" fmla="*/ 4564483 w 5219281"/>
                <a:gd name="connsiteY271" fmla="*/ 87391 h 184618"/>
                <a:gd name="connsiteX272" fmla="*/ 4539775 w 5219281"/>
                <a:gd name="connsiteY272" fmla="*/ 94116 h 184618"/>
                <a:gd name="connsiteX273" fmla="*/ 4580206 w 5219281"/>
                <a:gd name="connsiteY273" fmla="*/ 144178 h 184618"/>
                <a:gd name="connsiteX274" fmla="*/ 4591437 w 5219281"/>
                <a:gd name="connsiteY274" fmla="*/ 162111 h 184618"/>
                <a:gd name="connsiteX275" fmla="*/ 4602668 w 5219281"/>
                <a:gd name="connsiteY275" fmla="*/ 145672 h 184618"/>
                <a:gd name="connsiteX276" fmla="*/ 4606411 w 5219281"/>
                <a:gd name="connsiteY276" fmla="*/ 143431 h 184618"/>
                <a:gd name="connsiteX277" fmla="*/ 4595181 w 5219281"/>
                <a:gd name="connsiteY277" fmla="*/ 175560 h 184618"/>
                <a:gd name="connsiteX278" fmla="*/ 4541273 w 5219281"/>
                <a:gd name="connsiteY278" fmla="*/ 150903 h 184618"/>
                <a:gd name="connsiteX279" fmla="*/ 4538278 w 5219281"/>
                <a:gd name="connsiteY279" fmla="*/ 120268 h 184618"/>
                <a:gd name="connsiteX280" fmla="*/ 4509077 w 5219281"/>
                <a:gd name="connsiteY280" fmla="*/ 97105 h 184618"/>
                <a:gd name="connsiteX281" fmla="*/ 4509826 w 5219281"/>
                <a:gd name="connsiteY281" fmla="*/ 161363 h 184618"/>
                <a:gd name="connsiteX282" fmla="*/ 4531539 w 5219281"/>
                <a:gd name="connsiteY282" fmla="*/ 178549 h 184618"/>
                <a:gd name="connsiteX283" fmla="*/ 4448431 w 5219281"/>
                <a:gd name="connsiteY283" fmla="*/ 178549 h 184618"/>
                <a:gd name="connsiteX284" fmla="*/ 4445436 w 5219281"/>
                <a:gd name="connsiteY284" fmla="*/ 174813 h 184618"/>
                <a:gd name="connsiteX285" fmla="*/ 4470893 w 5219281"/>
                <a:gd name="connsiteY285" fmla="*/ 134465 h 184618"/>
                <a:gd name="connsiteX286" fmla="*/ 4470893 w 5219281"/>
                <a:gd name="connsiteY286" fmla="*/ 37329 h 184618"/>
                <a:gd name="connsiteX287" fmla="*/ 4452175 w 5219281"/>
                <a:gd name="connsiteY287" fmla="*/ 10430 h 184618"/>
                <a:gd name="connsiteX288" fmla="*/ 4449180 w 5219281"/>
                <a:gd name="connsiteY288" fmla="*/ 8189 h 184618"/>
                <a:gd name="connsiteX289" fmla="*/ 4448431 w 5219281"/>
                <a:gd name="connsiteY289" fmla="*/ 5200 h 184618"/>
                <a:gd name="connsiteX290" fmla="*/ 4455169 w 5219281"/>
                <a:gd name="connsiteY290" fmla="*/ 3706 h 184618"/>
                <a:gd name="connsiteX291" fmla="*/ 4827674 w 5219281"/>
                <a:gd name="connsiteY291" fmla="*/ 3358 h 184618"/>
                <a:gd name="connsiteX292" fmla="*/ 4872831 w 5219281"/>
                <a:gd name="connsiteY292" fmla="*/ 6362 h 184618"/>
                <a:gd name="connsiteX293" fmla="*/ 4872831 w 5219281"/>
                <a:gd name="connsiteY293" fmla="*/ 7864 h 184618"/>
                <a:gd name="connsiteX294" fmla="*/ 4849597 w 5219281"/>
                <a:gd name="connsiteY294" fmla="*/ 50671 h 184618"/>
                <a:gd name="connsiteX295" fmla="*/ 4850346 w 5219281"/>
                <a:gd name="connsiteY295" fmla="*/ 136284 h 184618"/>
                <a:gd name="connsiteX296" fmla="*/ 4876578 w 5219281"/>
                <a:gd name="connsiteY296" fmla="*/ 174584 h 184618"/>
                <a:gd name="connsiteX297" fmla="*/ 4872831 w 5219281"/>
                <a:gd name="connsiteY297" fmla="*/ 179090 h 184618"/>
                <a:gd name="connsiteX298" fmla="*/ 4788888 w 5219281"/>
                <a:gd name="connsiteY298" fmla="*/ 179090 h 184618"/>
                <a:gd name="connsiteX299" fmla="*/ 4788139 w 5219281"/>
                <a:gd name="connsiteY299" fmla="*/ 175335 h 184618"/>
                <a:gd name="connsiteX300" fmla="*/ 4795634 w 5219281"/>
                <a:gd name="connsiteY300" fmla="*/ 173082 h 184618"/>
                <a:gd name="connsiteX301" fmla="*/ 4811373 w 5219281"/>
                <a:gd name="connsiteY301" fmla="*/ 155059 h 184618"/>
                <a:gd name="connsiteX302" fmla="*/ 4811373 w 5219281"/>
                <a:gd name="connsiteY302" fmla="*/ 28892 h 184618"/>
                <a:gd name="connsiteX303" fmla="*/ 4788139 w 5219281"/>
                <a:gd name="connsiteY303" fmla="*/ 9366 h 184618"/>
                <a:gd name="connsiteX304" fmla="*/ 4827674 w 5219281"/>
                <a:gd name="connsiteY304" fmla="*/ 3358 h 184618"/>
                <a:gd name="connsiteX305" fmla="*/ 1127399 w 5219281"/>
                <a:gd name="connsiteY305" fmla="*/ 3358 h 184618"/>
                <a:gd name="connsiteX306" fmla="*/ 1171594 w 5219281"/>
                <a:gd name="connsiteY306" fmla="*/ 7113 h 184618"/>
                <a:gd name="connsiteX307" fmla="*/ 1171594 w 5219281"/>
                <a:gd name="connsiteY307" fmla="*/ 8615 h 184618"/>
                <a:gd name="connsiteX308" fmla="*/ 1149122 w 5219281"/>
                <a:gd name="connsiteY308" fmla="*/ 46916 h 184618"/>
                <a:gd name="connsiteX309" fmla="*/ 1149122 w 5219281"/>
                <a:gd name="connsiteY309" fmla="*/ 152055 h 184618"/>
                <a:gd name="connsiteX310" fmla="*/ 1171594 w 5219281"/>
                <a:gd name="connsiteY310" fmla="*/ 170078 h 184618"/>
                <a:gd name="connsiteX311" fmla="*/ 1215790 w 5219281"/>
                <a:gd name="connsiteY311" fmla="*/ 125019 h 184618"/>
                <a:gd name="connsiteX312" fmla="*/ 1220284 w 5219281"/>
                <a:gd name="connsiteY312" fmla="*/ 113754 h 184618"/>
                <a:gd name="connsiteX313" fmla="*/ 1224030 w 5219281"/>
                <a:gd name="connsiteY313" fmla="*/ 114505 h 184618"/>
                <a:gd name="connsiteX314" fmla="*/ 1224030 w 5219281"/>
                <a:gd name="connsiteY314" fmla="*/ 179090 h 184618"/>
                <a:gd name="connsiteX315" fmla="*/ 1086949 w 5219281"/>
                <a:gd name="connsiteY315" fmla="*/ 179090 h 184618"/>
                <a:gd name="connsiteX316" fmla="*/ 1110919 w 5219281"/>
                <a:gd name="connsiteY316" fmla="*/ 139288 h 184618"/>
                <a:gd name="connsiteX317" fmla="*/ 1111668 w 5219281"/>
                <a:gd name="connsiteY317" fmla="*/ 38655 h 184618"/>
                <a:gd name="connsiteX318" fmla="*/ 1087698 w 5219281"/>
                <a:gd name="connsiteY318" fmla="*/ 8615 h 184618"/>
                <a:gd name="connsiteX319" fmla="*/ 1127399 w 5219281"/>
                <a:gd name="connsiteY319" fmla="*/ 3358 h 184618"/>
                <a:gd name="connsiteX320" fmla="*/ 2404549 w 5219281"/>
                <a:gd name="connsiteY320" fmla="*/ 3353 h 184618"/>
                <a:gd name="connsiteX321" fmla="*/ 2433725 w 5219281"/>
                <a:gd name="connsiteY321" fmla="*/ 22831 h 184618"/>
                <a:gd name="connsiteX322" fmla="*/ 2492079 w 5219281"/>
                <a:gd name="connsiteY322" fmla="*/ 109736 h 184618"/>
                <a:gd name="connsiteX323" fmla="*/ 2502552 w 5219281"/>
                <a:gd name="connsiteY323" fmla="*/ 123221 h 184618"/>
                <a:gd name="connsiteX324" fmla="*/ 2506293 w 5219281"/>
                <a:gd name="connsiteY324" fmla="*/ 121723 h 184618"/>
                <a:gd name="connsiteX325" fmla="*/ 2505545 w 5219281"/>
                <a:gd name="connsiteY325" fmla="*/ 31821 h 184618"/>
                <a:gd name="connsiteX326" fmla="*/ 2491330 w 5219281"/>
                <a:gd name="connsiteY326" fmla="*/ 13841 h 184618"/>
                <a:gd name="connsiteX327" fmla="*/ 2480857 w 5219281"/>
                <a:gd name="connsiteY327" fmla="*/ 10095 h 184618"/>
                <a:gd name="connsiteX328" fmla="*/ 2480857 w 5219281"/>
                <a:gd name="connsiteY328" fmla="*/ 6349 h 184618"/>
                <a:gd name="connsiteX329" fmla="*/ 2538462 w 5219281"/>
                <a:gd name="connsiteY329" fmla="*/ 6349 h 184618"/>
                <a:gd name="connsiteX330" fmla="*/ 2538462 w 5219281"/>
                <a:gd name="connsiteY330" fmla="*/ 9346 h 184618"/>
                <a:gd name="connsiteX331" fmla="*/ 2517514 w 5219281"/>
                <a:gd name="connsiteY331" fmla="*/ 46805 h 184618"/>
                <a:gd name="connsiteX332" fmla="*/ 2517514 w 5219281"/>
                <a:gd name="connsiteY332" fmla="*/ 162178 h 184618"/>
                <a:gd name="connsiteX333" fmla="*/ 2517514 w 5219281"/>
                <a:gd name="connsiteY333" fmla="*/ 178660 h 184618"/>
                <a:gd name="connsiteX334" fmla="*/ 2488338 w 5219281"/>
                <a:gd name="connsiteY334" fmla="*/ 168921 h 184618"/>
                <a:gd name="connsiteX335" fmla="*/ 2410534 w 5219281"/>
                <a:gd name="connsiteY335" fmla="*/ 53548 h 184618"/>
                <a:gd name="connsiteX336" fmla="*/ 2403053 w 5219281"/>
                <a:gd name="connsiteY336" fmla="*/ 45307 h 184618"/>
                <a:gd name="connsiteX337" fmla="*/ 2398564 w 5219281"/>
                <a:gd name="connsiteY337" fmla="*/ 46056 h 184618"/>
                <a:gd name="connsiteX338" fmla="*/ 2398564 w 5219281"/>
                <a:gd name="connsiteY338" fmla="*/ 91756 h 184618"/>
                <a:gd name="connsiteX339" fmla="*/ 2399312 w 5219281"/>
                <a:gd name="connsiteY339" fmla="*/ 148693 h 184618"/>
                <a:gd name="connsiteX340" fmla="*/ 2422504 w 5219281"/>
                <a:gd name="connsiteY340" fmla="*/ 173416 h 184618"/>
                <a:gd name="connsiteX341" fmla="*/ 2427741 w 5219281"/>
                <a:gd name="connsiteY341" fmla="*/ 177162 h 184618"/>
                <a:gd name="connsiteX342" fmla="*/ 2366395 w 5219281"/>
                <a:gd name="connsiteY342" fmla="*/ 180908 h 184618"/>
                <a:gd name="connsiteX343" fmla="*/ 2366395 w 5219281"/>
                <a:gd name="connsiteY343" fmla="*/ 176413 h 184618"/>
                <a:gd name="connsiteX344" fmla="*/ 2373128 w 5219281"/>
                <a:gd name="connsiteY344" fmla="*/ 173416 h 184618"/>
                <a:gd name="connsiteX345" fmla="*/ 2388090 w 5219281"/>
                <a:gd name="connsiteY345" fmla="*/ 155436 h 184618"/>
                <a:gd name="connsiteX346" fmla="*/ 2388838 w 5219281"/>
                <a:gd name="connsiteY346" fmla="*/ 31072 h 184618"/>
                <a:gd name="connsiteX347" fmla="*/ 2364899 w 5219281"/>
                <a:gd name="connsiteY347" fmla="*/ 10095 h 184618"/>
                <a:gd name="connsiteX348" fmla="*/ 2364899 w 5219281"/>
                <a:gd name="connsiteY348" fmla="*/ 7099 h 184618"/>
                <a:gd name="connsiteX349" fmla="*/ 2404549 w 5219281"/>
                <a:gd name="connsiteY349" fmla="*/ 3353 h 184618"/>
                <a:gd name="connsiteX350" fmla="*/ 4894338 w 5219281"/>
                <a:gd name="connsiteY350" fmla="*/ 3316 h 184618"/>
                <a:gd name="connsiteX351" fmla="*/ 4946772 w 5219281"/>
                <a:gd name="connsiteY351" fmla="*/ 3316 h 184618"/>
                <a:gd name="connsiteX352" fmla="*/ 5036658 w 5219281"/>
                <a:gd name="connsiteY352" fmla="*/ 4063 h 184618"/>
                <a:gd name="connsiteX353" fmla="*/ 5049392 w 5219281"/>
                <a:gd name="connsiteY353" fmla="*/ 16752 h 184618"/>
                <a:gd name="connsiteX354" fmla="*/ 5049392 w 5219281"/>
                <a:gd name="connsiteY354" fmla="*/ 63032 h 184618"/>
                <a:gd name="connsiteX355" fmla="*/ 5045647 w 5219281"/>
                <a:gd name="connsiteY355" fmla="*/ 64525 h 184618"/>
                <a:gd name="connsiteX356" fmla="*/ 5038905 w 5219281"/>
                <a:gd name="connsiteY356" fmla="*/ 51835 h 184618"/>
                <a:gd name="connsiteX357" fmla="*/ 5005947 w 5219281"/>
                <a:gd name="connsiteY357" fmla="*/ 15259 h 184618"/>
                <a:gd name="connsiteX358" fmla="*/ 4990966 w 5219281"/>
                <a:gd name="connsiteY358" fmla="*/ 27202 h 184618"/>
                <a:gd name="connsiteX359" fmla="*/ 4990966 w 5219281"/>
                <a:gd name="connsiteY359" fmla="*/ 149619 h 184618"/>
                <a:gd name="connsiteX360" fmla="*/ 5011939 w 5219281"/>
                <a:gd name="connsiteY360" fmla="*/ 172759 h 184618"/>
                <a:gd name="connsiteX361" fmla="*/ 5015685 w 5219281"/>
                <a:gd name="connsiteY361" fmla="*/ 174252 h 184618"/>
                <a:gd name="connsiteX362" fmla="*/ 5016434 w 5219281"/>
                <a:gd name="connsiteY362" fmla="*/ 177984 h 184618"/>
                <a:gd name="connsiteX363" fmla="*/ 4925049 w 5219281"/>
                <a:gd name="connsiteY363" fmla="*/ 177984 h 184618"/>
                <a:gd name="connsiteX364" fmla="*/ 4925798 w 5219281"/>
                <a:gd name="connsiteY364" fmla="*/ 173506 h 184618"/>
                <a:gd name="connsiteX365" fmla="*/ 4937034 w 5219281"/>
                <a:gd name="connsiteY365" fmla="*/ 172013 h 184618"/>
                <a:gd name="connsiteX366" fmla="*/ 4952015 w 5219281"/>
                <a:gd name="connsiteY366" fmla="*/ 155591 h 184618"/>
                <a:gd name="connsiteX367" fmla="*/ 4952015 w 5219281"/>
                <a:gd name="connsiteY367" fmla="*/ 24217 h 184618"/>
                <a:gd name="connsiteX368" fmla="*/ 4939281 w 5219281"/>
                <a:gd name="connsiteY368" fmla="*/ 14513 h 184618"/>
                <a:gd name="connsiteX369" fmla="*/ 4906323 w 5219281"/>
                <a:gd name="connsiteY369" fmla="*/ 48849 h 184618"/>
                <a:gd name="connsiteX370" fmla="*/ 4898833 w 5219281"/>
                <a:gd name="connsiteY370" fmla="*/ 64525 h 184618"/>
                <a:gd name="connsiteX371" fmla="*/ 4894338 w 5219281"/>
                <a:gd name="connsiteY371" fmla="*/ 3316 h 184618"/>
                <a:gd name="connsiteX372" fmla="*/ 3134904 w 5219281"/>
                <a:gd name="connsiteY372" fmla="*/ 3316 h 184618"/>
                <a:gd name="connsiteX373" fmla="*/ 3143165 w 5219281"/>
                <a:gd name="connsiteY373" fmla="*/ 9275 h 184618"/>
                <a:gd name="connsiteX374" fmla="*/ 3116130 w 5219281"/>
                <a:gd name="connsiteY374" fmla="*/ 53218 h 184618"/>
                <a:gd name="connsiteX375" fmla="*/ 3115379 w 5219281"/>
                <a:gd name="connsiteY375" fmla="*/ 138126 h 184618"/>
                <a:gd name="connsiteX376" fmla="*/ 3138659 w 5219281"/>
                <a:gd name="connsiteY376" fmla="*/ 177601 h 184618"/>
                <a:gd name="connsiteX377" fmla="*/ 3059056 w 5219281"/>
                <a:gd name="connsiteY377" fmla="*/ 177601 h 184618"/>
                <a:gd name="connsiteX378" fmla="*/ 3080083 w 5219281"/>
                <a:gd name="connsiteY378" fmla="*/ 131423 h 184618"/>
                <a:gd name="connsiteX379" fmla="*/ 3079332 w 5219281"/>
                <a:gd name="connsiteY379" fmla="*/ 45025 h 184618"/>
                <a:gd name="connsiteX380" fmla="*/ 3077830 w 5219281"/>
                <a:gd name="connsiteY380" fmla="*/ 31619 h 184618"/>
                <a:gd name="connsiteX381" fmla="*/ 3074075 w 5219281"/>
                <a:gd name="connsiteY381" fmla="*/ 30874 h 184618"/>
                <a:gd name="connsiteX382" fmla="*/ 3052297 w 5219281"/>
                <a:gd name="connsiteY382" fmla="*/ 102375 h 184618"/>
                <a:gd name="connsiteX383" fmla="*/ 3032021 w 5219281"/>
                <a:gd name="connsiteY383" fmla="*/ 170897 h 184618"/>
                <a:gd name="connsiteX384" fmla="*/ 3019254 w 5219281"/>
                <a:gd name="connsiteY384" fmla="*/ 179090 h 184618"/>
                <a:gd name="connsiteX385" fmla="*/ 3007990 w 5219281"/>
                <a:gd name="connsiteY385" fmla="*/ 169408 h 184618"/>
                <a:gd name="connsiteX386" fmla="*/ 2971192 w 5219281"/>
                <a:gd name="connsiteY386" fmla="*/ 40556 h 184618"/>
                <a:gd name="connsiteX387" fmla="*/ 2965184 w 5219281"/>
                <a:gd name="connsiteY387" fmla="*/ 27150 h 184618"/>
                <a:gd name="connsiteX388" fmla="*/ 2962931 w 5219281"/>
                <a:gd name="connsiteY388" fmla="*/ 37577 h 184618"/>
                <a:gd name="connsiteX389" fmla="*/ 2962931 w 5219281"/>
                <a:gd name="connsiteY389" fmla="*/ 131423 h 184618"/>
                <a:gd name="connsiteX390" fmla="*/ 2990717 w 5219281"/>
                <a:gd name="connsiteY390" fmla="*/ 177601 h 184618"/>
                <a:gd name="connsiteX391" fmla="*/ 2928387 w 5219281"/>
                <a:gd name="connsiteY391" fmla="*/ 177601 h 184618"/>
                <a:gd name="connsiteX392" fmla="*/ 2925383 w 5219281"/>
                <a:gd name="connsiteY392" fmla="*/ 173132 h 184618"/>
                <a:gd name="connsiteX393" fmla="*/ 2951667 w 5219281"/>
                <a:gd name="connsiteY393" fmla="*/ 134402 h 184618"/>
                <a:gd name="connsiteX394" fmla="*/ 2951667 w 5219281"/>
                <a:gd name="connsiteY394" fmla="*/ 52473 h 184618"/>
                <a:gd name="connsiteX395" fmla="*/ 2926885 w 5219281"/>
                <a:gd name="connsiteY395" fmla="*/ 8530 h 184618"/>
                <a:gd name="connsiteX396" fmla="*/ 2930640 w 5219281"/>
                <a:gd name="connsiteY396" fmla="*/ 4806 h 184618"/>
                <a:gd name="connsiteX397" fmla="*/ 2969690 w 5219281"/>
                <a:gd name="connsiteY397" fmla="*/ 4806 h 184618"/>
                <a:gd name="connsiteX398" fmla="*/ 3004986 w 5219281"/>
                <a:gd name="connsiteY398" fmla="*/ 31619 h 184618"/>
                <a:gd name="connsiteX399" fmla="*/ 3025262 w 5219281"/>
                <a:gd name="connsiteY399" fmla="*/ 101631 h 184618"/>
                <a:gd name="connsiteX400" fmla="*/ 3032021 w 5219281"/>
                <a:gd name="connsiteY400" fmla="*/ 120251 h 184618"/>
                <a:gd name="connsiteX401" fmla="*/ 3036527 w 5219281"/>
                <a:gd name="connsiteY401" fmla="*/ 120251 h 184618"/>
                <a:gd name="connsiteX402" fmla="*/ 3055301 w 5219281"/>
                <a:gd name="connsiteY402" fmla="*/ 56942 h 184618"/>
                <a:gd name="connsiteX403" fmla="*/ 3068068 w 5219281"/>
                <a:gd name="connsiteY403" fmla="*/ 12999 h 184618"/>
                <a:gd name="connsiteX404" fmla="*/ 3076328 w 5219281"/>
                <a:gd name="connsiteY404" fmla="*/ 4061 h 184618"/>
                <a:gd name="connsiteX405" fmla="*/ 3134904 w 5219281"/>
                <a:gd name="connsiteY405" fmla="*/ 3316 h 184618"/>
                <a:gd name="connsiteX406" fmla="*/ 2757081 w 5219281"/>
                <a:gd name="connsiteY406" fmla="*/ 3316 h 184618"/>
                <a:gd name="connsiteX407" fmla="*/ 2851961 w 5219281"/>
                <a:gd name="connsiteY407" fmla="*/ 5559 h 184618"/>
                <a:gd name="connsiteX408" fmla="*/ 2894545 w 5219281"/>
                <a:gd name="connsiteY408" fmla="*/ 37704 h 184618"/>
                <a:gd name="connsiteX409" fmla="*/ 2880351 w 5219281"/>
                <a:gd name="connsiteY409" fmla="*/ 81063 h 184618"/>
                <a:gd name="connsiteX410" fmla="*/ 2842249 w 5219281"/>
                <a:gd name="connsiteY410" fmla="*/ 95267 h 184618"/>
                <a:gd name="connsiteX411" fmla="*/ 2884833 w 5219281"/>
                <a:gd name="connsiteY411" fmla="*/ 150587 h 184618"/>
                <a:gd name="connsiteX412" fmla="*/ 2894545 w 5219281"/>
                <a:gd name="connsiteY412" fmla="*/ 162549 h 184618"/>
                <a:gd name="connsiteX413" fmla="*/ 2904258 w 5219281"/>
                <a:gd name="connsiteY413" fmla="*/ 151335 h 184618"/>
                <a:gd name="connsiteX414" fmla="*/ 2908740 w 5219281"/>
                <a:gd name="connsiteY414" fmla="*/ 143112 h 184618"/>
                <a:gd name="connsiteX415" fmla="*/ 2891557 w 5219281"/>
                <a:gd name="connsiteY415" fmla="*/ 179743 h 184618"/>
                <a:gd name="connsiteX416" fmla="*/ 2848226 w 5219281"/>
                <a:gd name="connsiteY416" fmla="*/ 162549 h 184618"/>
                <a:gd name="connsiteX417" fmla="*/ 2840755 w 5219281"/>
                <a:gd name="connsiteY417" fmla="*/ 118442 h 184618"/>
                <a:gd name="connsiteX418" fmla="*/ 2828801 w 5219281"/>
                <a:gd name="connsiteY418" fmla="*/ 99753 h 184618"/>
                <a:gd name="connsiteX419" fmla="*/ 2810871 w 5219281"/>
                <a:gd name="connsiteY419" fmla="*/ 110219 h 184618"/>
                <a:gd name="connsiteX420" fmla="*/ 2811618 w 5219281"/>
                <a:gd name="connsiteY420" fmla="*/ 140121 h 184618"/>
                <a:gd name="connsiteX421" fmla="*/ 2834031 w 5219281"/>
                <a:gd name="connsiteY421" fmla="*/ 175257 h 184618"/>
                <a:gd name="connsiteX422" fmla="*/ 2749610 w 5219281"/>
                <a:gd name="connsiteY422" fmla="*/ 176005 h 184618"/>
                <a:gd name="connsiteX423" fmla="*/ 2759322 w 5219281"/>
                <a:gd name="connsiteY423" fmla="*/ 173015 h 184618"/>
                <a:gd name="connsiteX424" fmla="*/ 2775011 w 5219281"/>
                <a:gd name="connsiteY424" fmla="*/ 154325 h 184618"/>
                <a:gd name="connsiteX425" fmla="*/ 2775011 w 5219281"/>
                <a:gd name="connsiteY425" fmla="*/ 31724 h 184618"/>
                <a:gd name="connsiteX426" fmla="*/ 2750357 w 5219281"/>
                <a:gd name="connsiteY426" fmla="*/ 10044 h 184618"/>
                <a:gd name="connsiteX427" fmla="*/ 2751104 w 5219281"/>
                <a:gd name="connsiteY427" fmla="*/ 6306 h 184618"/>
                <a:gd name="connsiteX428" fmla="*/ 2757081 w 5219281"/>
                <a:gd name="connsiteY428" fmla="*/ 3316 h 184618"/>
                <a:gd name="connsiteX429" fmla="*/ 197218 w 5219281"/>
                <a:gd name="connsiteY429" fmla="*/ 3316 h 184618"/>
                <a:gd name="connsiteX430" fmla="*/ 314783 w 5219281"/>
                <a:gd name="connsiteY430" fmla="*/ 4062 h 184618"/>
                <a:gd name="connsiteX431" fmla="*/ 328176 w 5219281"/>
                <a:gd name="connsiteY431" fmla="*/ 15257 h 184618"/>
                <a:gd name="connsiteX432" fmla="*/ 325200 w 5219281"/>
                <a:gd name="connsiteY432" fmla="*/ 65261 h 184618"/>
                <a:gd name="connsiteX433" fmla="*/ 318503 w 5219281"/>
                <a:gd name="connsiteY433" fmla="*/ 54813 h 184618"/>
                <a:gd name="connsiteX434" fmla="*/ 264185 w 5219281"/>
                <a:gd name="connsiteY434" fmla="*/ 13018 h 184618"/>
                <a:gd name="connsiteX435" fmla="*/ 241863 w 5219281"/>
                <a:gd name="connsiteY435" fmla="*/ 33169 h 184618"/>
                <a:gd name="connsiteX436" fmla="*/ 241863 w 5219281"/>
                <a:gd name="connsiteY436" fmla="*/ 80188 h 184618"/>
                <a:gd name="connsiteX437" fmla="*/ 284276 w 5219281"/>
                <a:gd name="connsiteY437" fmla="*/ 53320 h 184618"/>
                <a:gd name="connsiteX438" fmla="*/ 285020 w 5219281"/>
                <a:gd name="connsiteY438" fmla="*/ 122728 h 184618"/>
                <a:gd name="connsiteX439" fmla="*/ 278323 w 5219281"/>
                <a:gd name="connsiteY439" fmla="*/ 110041 h 184618"/>
                <a:gd name="connsiteX440" fmla="*/ 263441 w 5219281"/>
                <a:gd name="connsiteY440" fmla="*/ 95861 h 184618"/>
                <a:gd name="connsiteX441" fmla="*/ 241863 w 5219281"/>
                <a:gd name="connsiteY441" fmla="*/ 108548 h 184618"/>
                <a:gd name="connsiteX442" fmla="*/ 241863 w 5219281"/>
                <a:gd name="connsiteY442" fmla="*/ 153328 h 184618"/>
                <a:gd name="connsiteX443" fmla="*/ 260465 w 5219281"/>
                <a:gd name="connsiteY443" fmla="*/ 171239 h 184618"/>
                <a:gd name="connsiteX444" fmla="*/ 321480 w 5219281"/>
                <a:gd name="connsiteY444" fmla="*/ 127206 h 184618"/>
                <a:gd name="connsiteX445" fmla="*/ 327432 w 5219281"/>
                <a:gd name="connsiteY445" fmla="*/ 115265 h 184618"/>
                <a:gd name="connsiteX446" fmla="*/ 331153 w 5219281"/>
                <a:gd name="connsiteY446" fmla="*/ 116011 h 184618"/>
                <a:gd name="connsiteX447" fmla="*/ 331153 w 5219281"/>
                <a:gd name="connsiteY447" fmla="*/ 173478 h 184618"/>
                <a:gd name="connsiteX448" fmla="*/ 323712 w 5219281"/>
                <a:gd name="connsiteY448" fmla="*/ 180195 h 184618"/>
                <a:gd name="connsiteX449" fmla="*/ 183824 w 5219281"/>
                <a:gd name="connsiteY449" fmla="*/ 179449 h 184618"/>
                <a:gd name="connsiteX450" fmla="*/ 177128 w 5219281"/>
                <a:gd name="connsiteY450" fmla="*/ 175717 h 184618"/>
                <a:gd name="connsiteX451" fmla="*/ 189033 w 5219281"/>
                <a:gd name="connsiteY451" fmla="*/ 171986 h 184618"/>
                <a:gd name="connsiteX452" fmla="*/ 202427 w 5219281"/>
                <a:gd name="connsiteY452" fmla="*/ 155567 h 184618"/>
                <a:gd name="connsiteX453" fmla="*/ 203171 w 5219281"/>
                <a:gd name="connsiteY453" fmla="*/ 30184 h 184618"/>
                <a:gd name="connsiteX454" fmla="*/ 187545 w 5219281"/>
                <a:gd name="connsiteY454" fmla="*/ 11526 h 184618"/>
                <a:gd name="connsiteX455" fmla="*/ 180104 w 5219281"/>
                <a:gd name="connsiteY455" fmla="*/ 5555 h 184618"/>
                <a:gd name="connsiteX456" fmla="*/ 197218 w 5219281"/>
                <a:gd name="connsiteY456" fmla="*/ 3316 h 184618"/>
                <a:gd name="connsiteX457" fmla="*/ 4043261 w 5219281"/>
                <a:gd name="connsiteY457" fmla="*/ 3264 h 184618"/>
                <a:gd name="connsiteX458" fmla="*/ 4090572 w 5219281"/>
                <a:gd name="connsiteY458" fmla="*/ 8615 h 184618"/>
                <a:gd name="connsiteX459" fmla="*/ 4063591 w 5219281"/>
                <a:gd name="connsiteY459" fmla="*/ 53675 h 184618"/>
                <a:gd name="connsiteX460" fmla="*/ 4063591 w 5219281"/>
                <a:gd name="connsiteY460" fmla="*/ 133280 h 184618"/>
                <a:gd name="connsiteX461" fmla="*/ 4090572 w 5219281"/>
                <a:gd name="connsiteY461" fmla="*/ 174584 h 184618"/>
                <a:gd name="connsiteX462" fmla="*/ 4086825 w 5219281"/>
                <a:gd name="connsiteY462" fmla="*/ 179090 h 184618"/>
                <a:gd name="connsiteX463" fmla="*/ 4002133 w 5219281"/>
                <a:gd name="connsiteY463" fmla="*/ 179090 h 184618"/>
                <a:gd name="connsiteX464" fmla="*/ 4002133 w 5219281"/>
                <a:gd name="connsiteY464" fmla="*/ 175335 h 184618"/>
                <a:gd name="connsiteX465" fmla="*/ 4025367 w 5219281"/>
                <a:gd name="connsiteY465" fmla="*/ 140039 h 184618"/>
                <a:gd name="connsiteX466" fmla="*/ 4025367 w 5219281"/>
                <a:gd name="connsiteY466" fmla="*/ 43912 h 184618"/>
                <a:gd name="connsiteX467" fmla="*/ 4002133 w 5219281"/>
                <a:gd name="connsiteY467" fmla="*/ 8615 h 184618"/>
                <a:gd name="connsiteX468" fmla="*/ 4043261 w 5219281"/>
                <a:gd name="connsiteY468" fmla="*/ 3264 h 184618"/>
                <a:gd name="connsiteX469" fmla="*/ 3851659 w 5219281"/>
                <a:gd name="connsiteY469" fmla="*/ 3078 h 184618"/>
                <a:gd name="connsiteX470" fmla="*/ 3884254 w 5219281"/>
                <a:gd name="connsiteY470" fmla="*/ 32311 h 184618"/>
                <a:gd name="connsiteX471" fmla="*/ 3937341 w 5219281"/>
                <a:gd name="connsiteY471" fmla="*/ 113363 h 184618"/>
                <a:gd name="connsiteX472" fmla="*/ 3949304 w 5219281"/>
                <a:gd name="connsiteY472" fmla="*/ 126121 h 184618"/>
                <a:gd name="connsiteX473" fmla="*/ 3949304 w 5219281"/>
                <a:gd name="connsiteY473" fmla="*/ 94601 h 184618"/>
                <a:gd name="connsiteX474" fmla="*/ 3950052 w 5219281"/>
                <a:gd name="connsiteY474" fmla="*/ 40566 h 184618"/>
                <a:gd name="connsiteX475" fmla="*/ 3929116 w 5219281"/>
                <a:gd name="connsiteY475" fmla="*/ 12048 h 184618"/>
                <a:gd name="connsiteX476" fmla="*/ 3925378 w 5219281"/>
                <a:gd name="connsiteY476" fmla="*/ 9797 h 184618"/>
                <a:gd name="connsiteX477" fmla="*/ 3923882 w 5219281"/>
                <a:gd name="connsiteY477" fmla="*/ 5294 h 184618"/>
                <a:gd name="connsiteX478" fmla="*/ 3984446 w 5219281"/>
                <a:gd name="connsiteY478" fmla="*/ 5294 h 184618"/>
                <a:gd name="connsiteX479" fmla="*/ 3960520 w 5219281"/>
                <a:gd name="connsiteY479" fmla="*/ 51824 h 184618"/>
                <a:gd name="connsiteX480" fmla="*/ 3959772 w 5219281"/>
                <a:gd name="connsiteY480" fmla="*/ 159893 h 184618"/>
                <a:gd name="connsiteX481" fmla="*/ 3959772 w 5219281"/>
                <a:gd name="connsiteY481" fmla="*/ 179405 h 184618"/>
                <a:gd name="connsiteX482" fmla="*/ 3932107 w 5219281"/>
                <a:gd name="connsiteY482" fmla="*/ 170400 h 184618"/>
                <a:gd name="connsiteX483" fmla="*/ 3855841 w 5219281"/>
                <a:gd name="connsiteY483" fmla="*/ 56327 h 184618"/>
                <a:gd name="connsiteX484" fmla="*/ 3847617 w 5219281"/>
                <a:gd name="connsiteY484" fmla="*/ 45069 h 184618"/>
                <a:gd name="connsiteX485" fmla="*/ 3843130 w 5219281"/>
                <a:gd name="connsiteY485" fmla="*/ 46570 h 184618"/>
                <a:gd name="connsiteX486" fmla="*/ 3843878 w 5219281"/>
                <a:gd name="connsiteY486" fmla="*/ 158392 h 184618"/>
                <a:gd name="connsiteX487" fmla="*/ 3858084 w 5219281"/>
                <a:gd name="connsiteY487" fmla="*/ 172651 h 184618"/>
                <a:gd name="connsiteX488" fmla="*/ 3870048 w 5219281"/>
                <a:gd name="connsiteY488" fmla="*/ 174902 h 184618"/>
                <a:gd name="connsiteX489" fmla="*/ 3869300 w 5219281"/>
                <a:gd name="connsiteY489" fmla="*/ 178655 h 184618"/>
                <a:gd name="connsiteX490" fmla="*/ 3809484 w 5219281"/>
                <a:gd name="connsiteY490" fmla="*/ 178655 h 184618"/>
                <a:gd name="connsiteX491" fmla="*/ 3808736 w 5219281"/>
                <a:gd name="connsiteY491" fmla="*/ 175653 h 184618"/>
                <a:gd name="connsiteX492" fmla="*/ 3816961 w 5219281"/>
                <a:gd name="connsiteY492" fmla="*/ 173401 h 184618"/>
                <a:gd name="connsiteX493" fmla="*/ 3831915 w 5219281"/>
                <a:gd name="connsiteY493" fmla="*/ 155390 h 184618"/>
                <a:gd name="connsiteX494" fmla="*/ 3832663 w 5219281"/>
                <a:gd name="connsiteY494" fmla="*/ 30060 h 184618"/>
                <a:gd name="connsiteX495" fmla="*/ 3804250 w 5219281"/>
                <a:gd name="connsiteY495" fmla="*/ 7545 h 184618"/>
                <a:gd name="connsiteX496" fmla="*/ 3815466 w 5219281"/>
                <a:gd name="connsiteY496" fmla="*/ 3793 h 184618"/>
                <a:gd name="connsiteX497" fmla="*/ 3834906 w 5219281"/>
                <a:gd name="connsiteY497" fmla="*/ 3793 h 184618"/>
                <a:gd name="connsiteX498" fmla="*/ 3851659 w 5219281"/>
                <a:gd name="connsiteY498" fmla="*/ 3078 h 184618"/>
                <a:gd name="connsiteX499" fmla="*/ 1898402 w 5219281"/>
                <a:gd name="connsiteY499" fmla="*/ 2689 h 184618"/>
                <a:gd name="connsiteX500" fmla="*/ 1945281 w 5219281"/>
                <a:gd name="connsiteY500" fmla="*/ 41640 h 184618"/>
                <a:gd name="connsiteX501" fmla="*/ 1991831 w 5219281"/>
                <a:gd name="connsiteY501" fmla="*/ 111450 h 184618"/>
                <a:gd name="connsiteX502" fmla="*/ 2003094 w 5219281"/>
                <a:gd name="connsiteY502" fmla="*/ 125712 h 184618"/>
                <a:gd name="connsiteX503" fmla="*/ 2005346 w 5219281"/>
                <a:gd name="connsiteY503" fmla="*/ 111450 h 184618"/>
                <a:gd name="connsiteX504" fmla="*/ 2005346 w 5219281"/>
                <a:gd name="connsiteY504" fmla="*/ 40889 h 184618"/>
                <a:gd name="connsiteX505" fmla="*/ 1984323 w 5219281"/>
                <a:gd name="connsiteY505" fmla="*/ 11614 h 184618"/>
                <a:gd name="connsiteX506" fmla="*/ 1980569 w 5219281"/>
                <a:gd name="connsiteY506" fmla="*/ 9362 h 184618"/>
                <a:gd name="connsiteX507" fmla="*/ 1979068 w 5219281"/>
                <a:gd name="connsiteY507" fmla="*/ 4858 h 184618"/>
                <a:gd name="connsiteX508" fmla="*/ 2036130 w 5219281"/>
                <a:gd name="connsiteY508" fmla="*/ 4858 h 184618"/>
                <a:gd name="connsiteX509" fmla="*/ 2039884 w 5219281"/>
                <a:gd name="connsiteY509" fmla="*/ 7861 h 184618"/>
                <a:gd name="connsiteX510" fmla="*/ 2015858 w 5219281"/>
                <a:gd name="connsiteY510" fmla="*/ 58905 h 184618"/>
                <a:gd name="connsiteX511" fmla="*/ 2015858 w 5219281"/>
                <a:gd name="connsiteY511" fmla="*/ 178258 h 184618"/>
                <a:gd name="connsiteX512" fmla="*/ 1985074 w 5219281"/>
                <a:gd name="connsiteY512" fmla="*/ 167749 h 184618"/>
                <a:gd name="connsiteX513" fmla="*/ 1909242 w 5219281"/>
                <a:gd name="connsiteY513" fmla="*/ 54401 h 184618"/>
                <a:gd name="connsiteX514" fmla="*/ 1900983 w 5219281"/>
                <a:gd name="connsiteY514" fmla="*/ 45393 h 184618"/>
                <a:gd name="connsiteX515" fmla="*/ 1897229 w 5219281"/>
                <a:gd name="connsiteY515" fmla="*/ 46895 h 184618"/>
                <a:gd name="connsiteX516" fmla="*/ 1897229 w 5219281"/>
                <a:gd name="connsiteY516" fmla="*/ 104694 h 184618"/>
                <a:gd name="connsiteX517" fmla="*/ 1897229 w 5219281"/>
                <a:gd name="connsiteY517" fmla="*/ 149733 h 184618"/>
                <a:gd name="connsiteX518" fmla="*/ 1918251 w 5219281"/>
                <a:gd name="connsiteY518" fmla="*/ 173003 h 184618"/>
                <a:gd name="connsiteX519" fmla="*/ 1925760 w 5219281"/>
                <a:gd name="connsiteY519" fmla="*/ 178258 h 184618"/>
                <a:gd name="connsiteX520" fmla="*/ 1863442 w 5219281"/>
                <a:gd name="connsiteY520" fmla="*/ 178258 h 184618"/>
                <a:gd name="connsiteX521" fmla="*/ 1864193 w 5219281"/>
                <a:gd name="connsiteY521" fmla="*/ 174504 h 184618"/>
                <a:gd name="connsiteX522" fmla="*/ 1885966 w 5219281"/>
                <a:gd name="connsiteY522" fmla="*/ 144479 h 184618"/>
                <a:gd name="connsiteX523" fmla="*/ 1885966 w 5219281"/>
                <a:gd name="connsiteY523" fmla="*/ 46895 h 184618"/>
                <a:gd name="connsiteX524" fmla="*/ 1859688 w 5219281"/>
                <a:gd name="connsiteY524" fmla="*/ 6360 h 184618"/>
                <a:gd name="connsiteX525" fmla="*/ 1870199 w 5219281"/>
                <a:gd name="connsiteY525" fmla="*/ 3357 h 184618"/>
                <a:gd name="connsiteX526" fmla="*/ 1898402 w 5219281"/>
                <a:gd name="connsiteY526" fmla="*/ 2689 h 184618"/>
                <a:gd name="connsiteX527" fmla="*/ 75422 w 5219281"/>
                <a:gd name="connsiteY527" fmla="*/ 2603 h 184618"/>
                <a:gd name="connsiteX528" fmla="*/ 115950 w 5219281"/>
                <a:gd name="connsiteY528" fmla="*/ 9343 h 184618"/>
                <a:gd name="connsiteX529" fmla="*/ 141468 w 5219281"/>
                <a:gd name="connsiteY529" fmla="*/ 6347 h 184618"/>
                <a:gd name="connsiteX530" fmla="*/ 148223 w 5219281"/>
                <a:gd name="connsiteY530" fmla="*/ 4850 h 184618"/>
                <a:gd name="connsiteX531" fmla="*/ 148223 w 5219281"/>
                <a:gd name="connsiteY531" fmla="*/ 68505 h 184618"/>
                <a:gd name="connsiteX532" fmla="*/ 139216 w 5219281"/>
                <a:gd name="connsiteY532" fmla="*/ 58769 h 184618"/>
                <a:gd name="connsiteX533" fmla="*/ 126458 w 5219281"/>
                <a:gd name="connsiteY533" fmla="*/ 34056 h 184618"/>
                <a:gd name="connsiteX534" fmla="*/ 77674 w 5219281"/>
                <a:gd name="connsiteY534" fmla="*/ 10841 h 184618"/>
                <a:gd name="connsiteX535" fmla="*/ 45402 w 5219281"/>
                <a:gd name="connsiteY535" fmla="*/ 49783 h 184618"/>
                <a:gd name="connsiteX536" fmla="*/ 44651 w 5219281"/>
                <a:gd name="connsiteY536" fmla="*/ 129913 h 184618"/>
                <a:gd name="connsiteX537" fmla="*/ 93435 w 5219281"/>
                <a:gd name="connsiteY537" fmla="*/ 174097 h 184618"/>
                <a:gd name="connsiteX538" fmla="*/ 145220 w 5219281"/>
                <a:gd name="connsiteY538" fmla="*/ 129164 h 184618"/>
                <a:gd name="connsiteX539" fmla="*/ 148973 w 5219281"/>
                <a:gd name="connsiteY539" fmla="*/ 113438 h 184618"/>
                <a:gd name="connsiteX540" fmla="*/ 152726 w 5219281"/>
                <a:gd name="connsiteY540" fmla="*/ 114187 h 184618"/>
                <a:gd name="connsiteX541" fmla="*/ 98688 w 5219281"/>
                <a:gd name="connsiteY541" fmla="*/ 180837 h 184618"/>
                <a:gd name="connsiteX542" fmla="*/ 1121 w 5219281"/>
                <a:gd name="connsiteY542" fmla="*/ 110442 h 184618"/>
                <a:gd name="connsiteX543" fmla="*/ 75422 w 5219281"/>
                <a:gd name="connsiteY543" fmla="*/ 2603 h 184618"/>
                <a:gd name="connsiteX544" fmla="*/ 4684016 w 5219281"/>
                <a:gd name="connsiteY544" fmla="*/ 2211 h 184618"/>
                <a:gd name="connsiteX545" fmla="*/ 4719242 w 5219281"/>
                <a:gd name="connsiteY545" fmla="*/ 9718 h 184618"/>
                <a:gd name="connsiteX546" fmla="*/ 4749221 w 5219281"/>
                <a:gd name="connsiteY546" fmla="*/ 2211 h 184618"/>
                <a:gd name="connsiteX547" fmla="*/ 4749221 w 5219281"/>
                <a:gd name="connsiteY547" fmla="*/ 61512 h 184618"/>
                <a:gd name="connsiteX548" fmla="*/ 4746223 w 5219281"/>
                <a:gd name="connsiteY548" fmla="*/ 63013 h 184618"/>
                <a:gd name="connsiteX549" fmla="*/ 4738728 w 5219281"/>
                <a:gd name="connsiteY549" fmla="*/ 51754 h 184618"/>
                <a:gd name="connsiteX550" fmla="*/ 4703503 w 5219281"/>
                <a:gd name="connsiteY550" fmla="*/ 11219 h 184618"/>
                <a:gd name="connsiteX551" fmla="*/ 4666778 w 5219281"/>
                <a:gd name="connsiteY551" fmla="*/ 23980 h 184618"/>
                <a:gd name="connsiteX552" fmla="*/ 4679519 w 5219281"/>
                <a:gd name="connsiteY552" fmla="*/ 59260 h 184618"/>
                <a:gd name="connsiteX553" fmla="*/ 4698256 w 5219281"/>
                <a:gd name="connsiteY553" fmla="*/ 68268 h 184618"/>
                <a:gd name="connsiteX554" fmla="*/ 4734232 w 5219281"/>
                <a:gd name="connsiteY554" fmla="*/ 86284 h 184618"/>
                <a:gd name="connsiteX555" fmla="*/ 4757466 w 5219281"/>
                <a:gd name="connsiteY555" fmla="*/ 138078 h 184618"/>
                <a:gd name="connsiteX556" fmla="*/ 4718492 w 5219281"/>
                <a:gd name="connsiteY556" fmla="*/ 177862 h 184618"/>
                <a:gd name="connsiteX557" fmla="*/ 4667527 w 5219281"/>
                <a:gd name="connsiteY557" fmla="*/ 175610 h 184618"/>
                <a:gd name="connsiteX558" fmla="*/ 4634550 w 5219281"/>
                <a:gd name="connsiteY558" fmla="*/ 184618 h 184618"/>
                <a:gd name="connsiteX559" fmla="*/ 4634550 w 5219281"/>
                <a:gd name="connsiteY559" fmla="*/ 114808 h 184618"/>
                <a:gd name="connsiteX560" fmla="*/ 4638297 w 5219281"/>
                <a:gd name="connsiteY560" fmla="*/ 113307 h 184618"/>
                <a:gd name="connsiteX561" fmla="*/ 4645792 w 5219281"/>
                <a:gd name="connsiteY561" fmla="*/ 130572 h 184618"/>
                <a:gd name="connsiteX562" fmla="*/ 4679519 w 5219281"/>
                <a:gd name="connsiteY562" fmla="*/ 171857 h 184618"/>
                <a:gd name="connsiteX563" fmla="*/ 4726737 w 5219281"/>
                <a:gd name="connsiteY563" fmla="*/ 152340 h 184618"/>
                <a:gd name="connsiteX564" fmla="*/ 4719242 w 5219281"/>
                <a:gd name="connsiteY564" fmla="*/ 129070 h 184618"/>
                <a:gd name="connsiteX565" fmla="*/ 4690012 w 5219281"/>
                <a:gd name="connsiteY565" fmla="*/ 111806 h 184618"/>
                <a:gd name="connsiteX566" fmla="*/ 4660782 w 5219281"/>
                <a:gd name="connsiteY566" fmla="*/ 96793 h 184618"/>
                <a:gd name="connsiteX567" fmla="*/ 4636798 w 5219281"/>
                <a:gd name="connsiteY567" fmla="*/ 40494 h 184618"/>
                <a:gd name="connsiteX568" fmla="*/ 4684016 w 5219281"/>
                <a:gd name="connsiteY568" fmla="*/ 2211 h 184618"/>
                <a:gd name="connsiteX569" fmla="*/ 1457447 w 5219281"/>
                <a:gd name="connsiteY569" fmla="*/ 2039 h 184618"/>
                <a:gd name="connsiteX570" fmla="*/ 1485870 w 5219281"/>
                <a:gd name="connsiteY570" fmla="*/ 5367 h 184618"/>
                <a:gd name="connsiteX571" fmla="*/ 1499278 w 5219281"/>
                <a:gd name="connsiteY571" fmla="*/ 10617 h 184618"/>
                <a:gd name="connsiteX572" fmla="*/ 1512687 w 5219281"/>
                <a:gd name="connsiteY572" fmla="*/ 12117 h 184618"/>
                <a:gd name="connsiteX573" fmla="*/ 1526095 w 5219281"/>
                <a:gd name="connsiteY573" fmla="*/ 2367 h 184618"/>
                <a:gd name="connsiteX574" fmla="*/ 1526095 w 5219281"/>
                <a:gd name="connsiteY574" fmla="*/ 64618 h 184618"/>
                <a:gd name="connsiteX575" fmla="*/ 1523115 w 5219281"/>
                <a:gd name="connsiteY575" fmla="*/ 66118 h 184618"/>
                <a:gd name="connsiteX576" fmla="*/ 1517901 w 5219281"/>
                <a:gd name="connsiteY576" fmla="*/ 58617 h 184618"/>
                <a:gd name="connsiteX577" fmla="*/ 1505238 w 5219281"/>
                <a:gd name="connsiteY577" fmla="*/ 34617 h 184618"/>
                <a:gd name="connsiteX578" fmla="*/ 1456819 w 5219281"/>
                <a:gd name="connsiteY578" fmla="*/ 10617 h 184618"/>
                <a:gd name="connsiteX579" fmla="*/ 1423298 w 5219281"/>
                <a:gd name="connsiteY579" fmla="*/ 52617 h 184618"/>
                <a:gd name="connsiteX580" fmla="*/ 1423298 w 5219281"/>
                <a:gd name="connsiteY580" fmla="*/ 129868 h 184618"/>
                <a:gd name="connsiteX581" fmla="*/ 1472462 w 5219281"/>
                <a:gd name="connsiteY581" fmla="*/ 174118 h 184618"/>
                <a:gd name="connsiteX582" fmla="*/ 1522370 w 5219281"/>
                <a:gd name="connsiteY582" fmla="*/ 129118 h 184618"/>
                <a:gd name="connsiteX583" fmla="*/ 1527585 w 5219281"/>
                <a:gd name="connsiteY583" fmla="*/ 110368 h 184618"/>
                <a:gd name="connsiteX584" fmla="*/ 1513432 w 5219281"/>
                <a:gd name="connsiteY584" fmla="*/ 165118 h 184618"/>
                <a:gd name="connsiteX585" fmla="*/ 1446390 w 5219281"/>
                <a:gd name="connsiteY585" fmla="*/ 179368 h 184618"/>
                <a:gd name="connsiteX586" fmla="*/ 1389777 w 5219281"/>
                <a:gd name="connsiteY586" fmla="*/ 48867 h 184618"/>
                <a:gd name="connsiteX587" fmla="*/ 1457447 w 5219281"/>
                <a:gd name="connsiteY587" fmla="*/ 2039 h 184618"/>
                <a:gd name="connsiteX588" fmla="*/ 2644397 w 5219281"/>
                <a:gd name="connsiteY588" fmla="*/ 1853 h 184618"/>
                <a:gd name="connsiteX589" fmla="*/ 2727862 w 5219281"/>
                <a:gd name="connsiteY589" fmla="*/ 90829 h 184618"/>
                <a:gd name="connsiteX590" fmla="*/ 2645887 w 5219281"/>
                <a:gd name="connsiteY590" fmla="*/ 181301 h 184618"/>
                <a:gd name="connsiteX591" fmla="*/ 2561677 w 5219281"/>
                <a:gd name="connsiteY591" fmla="*/ 92325 h 184618"/>
                <a:gd name="connsiteX592" fmla="*/ 2644397 w 5219281"/>
                <a:gd name="connsiteY592" fmla="*/ 1853 h 184618"/>
                <a:gd name="connsiteX593" fmla="*/ 2137720 w 5219281"/>
                <a:gd name="connsiteY593" fmla="*/ 1105 h 184618"/>
                <a:gd name="connsiteX594" fmla="*/ 2150438 w 5219281"/>
                <a:gd name="connsiteY594" fmla="*/ 20510 h 184618"/>
                <a:gd name="connsiteX595" fmla="*/ 2201310 w 5219281"/>
                <a:gd name="connsiteY595" fmla="*/ 142161 h 184618"/>
                <a:gd name="connsiteX596" fmla="*/ 2224502 w 5219281"/>
                <a:gd name="connsiteY596" fmla="*/ 177984 h 184618"/>
                <a:gd name="connsiteX597" fmla="*/ 2145950 w 5219281"/>
                <a:gd name="connsiteY597" fmla="*/ 177984 h 184618"/>
                <a:gd name="connsiteX598" fmla="*/ 2144453 w 5219281"/>
                <a:gd name="connsiteY598" fmla="*/ 174999 h 184618"/>
                <a:gd name="connsiteX599" fmla="*/ 2148194 w 5219281"/>
                <a:gd name="connsiteY599" fmla="*/ 172760 h 184618"/>
                <a:gd name="connsiteX600" fmla="*/ 2163904 w 5219281"/>
                <a:gd name="connsiteY600" fmla="*/ 147385 h 184618"/>
                <a:gd name="connsiteX601" fmla="*/ 2130239 w 5219281"/>
                <a:gd name="connsiteY601" fmla="*/ 121264 h 184618"/>
                <a:gd name="connsiteX602" fmla="*/ 2121262 w 5219281"/>
                <a:gd name="connsiteY602" fmla="*/ 121264 h 184618"/>
                <a:gd name="connsiteX603" fmla="*/ 2086100 w 5219281"/>
                <a:gd name="connsiteY603" fmla="*/ 152609 h 184618"/>
                <a:gd name="connsiteX604" fmla="*/ 2102559 w 5219281"/>
                <a:gd name="connsiteY604" fmla="*/ 172760 h 184618"/>
                <a:gd name="connsiteX605" fmla="*/ 2111536 w 5219281"/>
                <a:gd name="connsiteY605" fmla="*/ 177984 h 184618"/>
                <a:gd name="connsiteX606" fmla="*/ 2050939 w 5219281"/>
                <a:gd name="connsiteY606" fmla="*/ 177984 h 184618"/>
                <a:gd name="connsiteX607" fmla="*/ 2125002 w 5219281"/>
                <a:gd name="connsiteY607" fmla="*/ 21256 h 184618"/>
                <a:gd name="connsiteX608" fmla="*/ 2137720 w 5219281"/>
                <a:gd name="connsiteY608" fmla="*/ 1105 h 184618"/>
                <a:gd name="connsiteX609" fmla="*/ 986546 w 5219281"/>
                <a:gd name="connsiteY609" fmla="*/ 1105 h 184618"/>
                <a:gd name="connsiteX610" fmla="*/ 994802 w 5219281"/>
                <a:gd name="connsiteY610" fmla="*/ 11575 h 184618"/>
                <a:gd name="connsiteX611" fmla="*/ 1046585 w 5219281"/>
                <a:gd name="connsiteY611" fmla="*/ 136464 h 184618"/>
                <a:gd name="connsiteX612" fmla="*/ 1078105 w 5219281"/>
                <a:gd name="connsiteY612" fmla="*/ 179090 h 184618"/>
                <a:gd name="connsiteX613" fmla="*/ 988798 w 5219281"/>
                <a:gd name="connsiteY613" fmla="*/ 179090 h 184618"/>
                <a:gd name="connsiteX614" fmla="*/ 996302 w 5219281"/>
                <a:gd name="connsiteY614" fmla="*/ 173108 h 184618"/>
                <a:gd name="connsiteX615" fmla="*/ 1012063 w 5219281"/>
                <a:gd name="connsiteY615" fmla="*/ 147681 h 184618"/>
                <a:gd name="connsiteX616" fmla="*/ 975289 w 5219281"/>
                <a:gd name="connsiteY616" fmla="*/ 121507 h 184618"/>
                <a:gd name="connsiteX617" fmla="*/ 969285 w 5219281"/>
                <a:gd name="connsiteY617" fmla="*/ 121507 h 184618"/>
                <a:gd name="connsiteX618" fmla="*/ 934013 w 5219281"/>
                <a:gd name="connsiteY618" fmla="*/ 150672 h 184618"/>
                <a:gd name="connsiteX619" fmla="*/ 951274 w 5219281"/>
                <a:gd name="connsiteY619" fmla="*/ 173108 h 184618"/>
                <a:gd name="connsiteX620" fmla="*/ 959529 w 5219281"/>
                <a:gd name="connsiteY620" fmla="*/ 175351 h 184618"/>
                <a:gd name="connsiteX621" fmla="*/ 959529 w 5219281"/>
                <a:gd name="connsiteY621" fmla="*/ 179090 h 184618"/>
                <a:gd name="connsiteX622" fmla="*/ 893487 w 5219281"/>
                <a:gd name="connsiteY622" fmla="*/ 179090 h 184618"/>
                <a:gd name="connsiteX623" fmla="*/ 955777 w 5219281"/>
                <a:gd name="connsiteY623" fmla="*/ 64671 h 184618"/>
                <a:gd name="connsiteX624" fmla="*/ 977540 w 5219281"/>
                <a:gd name="connsiteY624" fmla="*/ 10827 h 184618"/>
                <a:gd name="connsiteX625" fmla="*/ 986546 w 5219281"/>
                <a:gd name="connsiteY625" fmla="*/ 1105 h 184618"/>
                <a:gd name="connsiteX626" fmla="*/ 3241750 w 5219281"/>
                <a:gd name="connsiteY626" fmla="*/ 0 h 184618"/>
                <a:gd name="connsiteX627" fmla="*/ 3250724 w 5219281"/>
                <a:gd name="connsiteY627" fmla="*/ 11989 h 184618"/>
                <a:gd name="connsiteX628" fmla="*/ 3307560 w 5219281"/>
                <a:gd name="connsiteY628" fmla="*/ 150616 h 184618"/>
                <a:gd name="connsiteX629" fmla="*/ 3329995 w 5219281"/>
                <a:gd name="connsiteY629" fmla="*/ 179090 h 184618"/>
                <a:gd name="connsiteX630" fmla="*/ 3246237 w 5219281"/>
                <a:gd name="connsiteY630" fmla="*/ 179090 h 184618"/>
                <a:gd name="connsiteX631" fmla="*/ 3249976 w 5219281"/>
                <a:gd name="connsiteY631" fmla="*/ 173845 h 184618"/>
                <a:gd name="connsiteX632" fmla="*/ 3265681 w 5219281"/>
                <a:gd name="connsiteY632" fmla="*/ 144621 h 184618"/>
                <a:gd name="connsiteX633" fmla="*/ 3232776 w 5219281"/>
                <a:gd name="connsiteY633" fmla="*/ 121392 h 184618"/>
                <a:gd name="connsiteX634" fmla="*/ 3225298 w 5219281"/>
                <a:gd name="connsiteY634" fmla="*/ 121392 h 184618"/>
                <a:gd name="connsiteX635" fmla="*/ 3189402 w 5219281"/>
                <a:gd name="connsiteY635" fmla="*/ 153613 h 184618"/>
                <a:gd name="connsiteX636" fmla="*/ 3204358 w 5219281"/>
                <a:gd name="connsiteY636" fmla="*/ 173096 h 184618"/>
                <a:gd name="connsiteX637" fmla="*/ 3215576 w 5219281"/>
                <a:gd name="connsiteY637" fmla="*/ 174594 h 184618"/>
                <a:gd name="connsiteX638" fmla="*/ 3214828 w 5219281"/>
                <a:gd name="connsiteY638" fmla="*/ 178341 h 184618"/>
                <a:gd name="connsiteX639" fmla="*/ 3152758 w 5219281"/>
                <a:gd name="connsiteY639" fmla="*/ 178341 h 184618"/>
                <a:gd name="connsiteX640" fmla="*/ 3152010 w 5219281"/>
                <a:gd name="connsiteY640" fmla="*/ 175344 h 184618"/>
                <a:gd name="connsiteX641" fmla="*/ 3193141 w 5219281"/>
                <a:gd name="connsiteY641" fmla="*/ 109403 h 184618"/>
                <a:gd name="connsiteX642" fmla="*/ 3232776 w 5219281"/>
                <a:gd name="connsiteY642" fmla="*/ 11240 h 184618"/>
                <a:gd name="connsiteX643" fmla="*/ 3241750 w 5219281"/>
                <a:gd name="connsiteY643" fmla="*/ 0 h 184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</a:cxnLst>
              <a:rect l="l" t="t" r="r" b="b"/>
              <a:pathLst>
                <a:path w="5219281" h="184618">
                  <a:moveTo>
                    <a:pt x="973788" y="55697"/>
                  </a:moveTo>
                  <a:cubicBezTo>
                    <a:pt x="972287" y="56445"/>
                    <a:pt x="970786" y="56445"/>
                    <a:pt x="969285" y="56445"/>
                  </a:cubicBezTo>
                  <a:cubicBezTo>
                    <a:pt x="963281" y="73645"/>
                    <a:pt x="956527" y="90098"/>
                    <a:pt x="949773" y="108794"/>
                  </a:cubicBezTo>
                  <a:cubicBezTo>
                    <a:pt x="966283" y="108794"/>
                    <a:pt x="979792" y="108794"/>
                    <a:pt x="995552" y="108794"/>
                  </a:cubicBezTo>
                  <a:cubicBezTo>
                    <a:pt x="988047" y="89350"/>
                    <a:pt x="980542" y="72897"/>
                    <a:pt x="973788" y="55697"/>
                  </a:cubicBezTo>
                  <a:close/>
                  <a:moveTo>
                    <a:pt x="2122010" y="55587"/>
                  </a:moveTo>
                  <a:cubicBezTo>
                    <a:pt x="2115277" y="72752"/>
                    <a:pt x="2109292" y="89918"/>
                    <a:pt x="2101811" y="108576"/>
                  </a:cubicBezTo>
                  <a:cubicBezTo>
                    <a:pt x="2118269" y="108576"/>
                    <a:pt x="2130987" y="108576"/>
                    <a:pt x="2148194" y="108576"/>
                  </a:cubicBezTo>
                  <a:cubicBezTo>
                    <a:pt x="2139965" y="89172"/>
                    <a:pt x="2133232" y="72752"/>
                    <a:pt x="2125750" y="55587"/>
                  </a:cubicBezTo>
                  <a:cubicBezTo>
                    <a:pt x="2125002" y="55587"/>
                    <a:pt x="2123506" y="55587"/>
                    <a:pt x="2122010" y="55587"/>
                  </a:cubicBezTo>
                  <a:close/>
                  <a:moveTo>
                    <a:pt x="3229785" y="54701"/>
                  </a:moveTo>
                  <a:cubicBezTo>
                    <a:pt x="3228289" y="55451"/>
                    <a:pt x="3226793" y="55451"/>
                    <a:pt x="3225298" y="55451"/>
                  </a:cubicBezTo>
                  <a:cubicBezTo>
                    <a:pt x="3218567" y="72685"/>
                    <a:pt x="3211837" y="89920"/>
                    <a:pt x="3204358" y="108653"/>
                  </a:cubicBezTo>
                  <a:cubicBezTo>
                    <a:pt x="3221559" y="108653"/>
                    <a:pt x="3235020" y="108653"/>
                    <a:pt x="3250724" y="108653"/>
                  </a:cubicBezTo>
                  <a:cubicBezTo>
                    <a:pt x="3243246" y="89920"/>
                    <a:pt x="3236515" y="72685"/>
                    <a:pt x="3229785" y="54701"/>
                  </a:cubicBezTo>
                  <a:close/>
                  <a:moveTo>
                    <a:pt x="4516565" y="15661"/>
                  </a:moveTo>
                  <a:cubicBezTo>
                    <a:pt x="4511324" y="17902"/>
                    <a:pt x="4509077" y="27616"/>
                    <a:pt x="4507580" y="34340"/>
                  </a:cubicBezTo>
                  <a:cubicBezTo>
                    <a:pt x="4506083" y="39571"/>
                    <a:pt x="4507580" y="46296"/>
                    <a:pt x="4507580" y="52273"/>
                  </a:cubicBezTo>
                  <a:cubicBezTo>
                    <a:pt x="4507580" y="59745"/>
                    <a:pt x="4507580" y="67217"/>
                    <a:pt x="4506831" y="74689"/>
                  </a:cubicBezTo>
                  <a:cubicBezTo>
                    <a:pt x="4506831" y="83655"/>
                    <a:pt x="4509826" y="86644"/>
                    <a:pt x="4519560" y="86644"/>
                  </a:cubicBezTo>
                  <a:cubicBezTo>
                    <a:pt x="4536780" y="85897"/>
                    <a:pt x="4548760" y="77678"/>
                    <a:pt x="4552503" y="62734"/>
                  </a:cubicBezTo>
                  <a:cubicBezTo>
                    <a:pt x="4556996" y="48537"/>
                    <a:pt x="4549508" y="23133"/>
                    <a:pt x="4538278" y="17902"/>
                  </a:cubicBezTo>
                  <a:cubicBezTo>
                    <a:pt x="4531539" y="14913"/>
                    <a:pt x="4522554" y="13419"/>
                    <a:pt x="4516565" y="15661"/>
                  </a:cubicBezTo>
                  <a:close/>
                  <a:moveTo>
                    <a:pt x="792238" y="15250"/>
                  </a:moveTo>
                  <a:cubicBezTo>
                    <a:pt x="786892" y="18234"/>
                    <a:pt x="783328" y="24201"/>
                    <a:pt x="782953" y="32405"/>
                  </a:cubicBezTo>
                  <a:cubicBezTo>
                    <a:pt x="782953" y="39118"/>
                    <a:pt x="782953" y="45831"/>
                    <a:pt x="782953" y="51798"/>
                  </a:cubicBezTo>
                  <a:cubicBezTo>
                    <a:pt x="782953" y="60003"/>
                    <a:pt x="783703" y="68207"/>
                    <a:pt x="782953" y="75666"/>
                  </a:cubicBezTo>
                  <a:cubicBezTo>
                    <a:pt x="782953" y="83871"/>
                    <a:pt x="785954" y="86854"/>
                    <a:pt x="794208" y="86854"/>
                  </a:cubicBezTo>
                  <a:cubicBezTo>
                    <a:pt x="811466" y="86108"/>
                    <a:pt x="824221" y="77904"/>
                    <a:pt x="827973" y="62986"/>
                  </a:cubicBezTo>
                  <a:cubicBezTo>
                    <a:pt x="832475" y="45085"/>
                    <a:pt x="824221" y="22709"/>
                    <a:pt x="812216" y="15996"/>
                  </a:cubicBezTo>
                  <a:cubicBezTo>
                    <a:pt x="804713" y="12267"/>
                    <a:pt x="797584" y="12267"/>
                    <a:pt x="792238" y="15250"/>
                  </a:cubicBezTo>
                  <a:close/>
                  <a:moveTo>
                    <a:pt x="2823572" y="14249"/>
                  </a:moveTo>
                  <a:cubicBezTo>
                    <a:pt x="2817222" y="15651"/>
                    <a:pt x="2812366" y="20137"/>
                    <a:pt x="2811618" y="27238"/>
                  </a:cubicBezTo>
                  <a:cubicBezTo>
                    <a:pt x="2810871" y="46675"/>
                    <a:pt x="2811618" y="66112"/>
                    <a:pt x="2811618" y="84801"/>
                  </a:cubicBezTo>
                  <a:cubicBezTo>
                    <a:pt x="2832537" y="89287"/>
                    <a:pt x="2846732" y="83306"/>
                    <a:pt x="2853455" y="69102"/>
                  </a:cubicBezTo>
                  <a:cubicBezTo>
                    <a:pt x="2860179" y="54151"/>
                    <a:pt x="2855697" y="28733"/>
                    <a:pt x="2844490" y="19763"/>
                  </a:cubicBezTo>
                  <a:cubicBezTo>
                    <a:pt x="2837767" y="14530"/>
                    <a:pt x="2829922" y="12848"/>
                    <a:pt x="2823572" y="14249"/>
                  </a:cubicBezTo>
                  <a:close/>
                  <a:moveTo>
                    <a:pt x="2643651" y="10825"/>
                  </a:moveTo>
                  <a:cubicBezTo>
                    <a:pt x="2628002" y="11573"/>
                    <a:pt x="2616823" y="20545"/>
                    <a:pt x="2613097" y="34752"/>
                  </a:cubicBezTo>
                  <a:cubicBezTo>
                    <a:pt x="2607881" y="51949"/>
                    <a:pt x="2605645" y="70641"/>
                    <a:pt x="2601174" y="93072"/>
                  </a:cubicBezTo>
                  <a:cubicBezTo>
                    <a:pt x="2605645" y="111765"/>
                    <a:pt x="2609371" y="134196"/>
                    <a:pt x="2616078" y="155879"/>
                  </a:cubicBezTo>
                  <a:cubicBezTo>
                    <a:pt x="2619804" y="168590"/>
                    <a:pt x="2633218" y="174572"/>
                    <a:pt x="2647377" y="173824"/>
                  </a:cubicBezTo>
                  <a:cubicBezTo>
                    <a:pt x="2660791" y="173824"/>
                    <a:pt x="2670479" y="166347"/>
                    <a:pt x="2674205" y="154384"/>
                  </a:cubicBezTo>
                  <a:cubicBezTo>
                    <a:pt x="2679422" y="137935"/>
                    <a:pt x="2683893" y="119990"/>
                    <a:pt x="2685384" y="102793"/>
                  </a:cubicBezTo>
                  <a:cubicBezTo>
                    <a:pt x="2686874" y="78866"/>
                    <a:pt x="2686874" y="54940"/>
                    <a:pt x="2676441" y="32509"/>
                  </a:cubicBezTo>
                  <a:cubicBezTo>
                    <a:pt x="2669734" y="19050"/>
                    <a:pt x="2659301" y="10078"/>
                    <a:pt x="2643651" y="10825"/>
                  </a:cubicBezTo>
                  <a:close/>
                  <a:moveTo>
                    <a:pt x="5062301" y="5527"/>
                  </a:moveTo>
                  <a:cubicBezTo>
                    <a:pt x="5087838" y="5527"/>
                    <a:pt x="5114127" y="5527"/>
                    <a:pt x="5139664" y="5527"/>
                  </a:cubicBezTo>
                  <a:cubicBezTo>
                    <a:pt x="5139664" y="7020"/>
                    <a:pt x="5139664" y="7767"/>
                    <a:pt x="5139664" y="9260"/>
                  </a:cubicBezTo>
                  <a:cubicBezTo>
                    <a:pt x="5135909" y="10753"/>
                    <a:pt x="5131402" y="10753"/>
                    <a:pt x="5128398" y="13739"/>
                  </a:cubicBezTo>
                  <a:cubicBezTo>
                    <a:pt x="5125393" y="15979"/>
                    <a:pt x="5120887" y="21205"/>
                    <a:pt x="5121638" y="22698"/>
                  </a:cubicBezTo>
                  <a:cubicBezTo>
                    <a:pt x="5130651" y="44349"/>
                    <a:pt x="5141167" y="64506"/>
                    <a:pt x="5150180" y="85410"/>
                  </a:cubicBezTo>
                  <a:cubicBezTo>
                    <a:pt x="5152433" y="85410"/>
                    <a:pt x="5154686" y="85410"/>
                    <a:pt x="5156189" y="85410"/>
                  </a:cubicBezTo>
                  <a:cubicBezTo>
                    <a:pt x="5164451" y="65999"/>
                    <a:pt x="5173464" y="47335"/>
                    <a:pt x="5180224" y="27178"/>
                  </a:cubicBezTo>
                  <a:cubicBezTo>
                    <a:pt x="5181726" y="24191"/>
                    <a:pt x="5174966" y="17472"/>
                    <a:pt x="5170459" y="12993"/>
                  </a:cubicBezTo>
                  <a:cubicBezTo>
                    <a:pt x="5168206" y="10753"/>
                    <a:pt x="5164451" y="10007"/>
                    <a:pt x="5161446" y="5527"/>
                  </a:cubicBezTo>
                  <a:cubicBezTo>
                    <a:pt x="5180975" y="5527"/>
                    <a:pt x="5199752" y="5527"/>
                    <a:pt x="5219281" y="5527"/>
                  </a:cubicBezTo>
                  <a:cubicBezTo>
                    <a:pt x="5219281" y="7767"/>
                    <a:pt x="5219281" y="10007"/>
                    <a:pt x="5218530" y="10007"/>
                  </a:cubicBezTo>
                  <a:cubicBezTo>
                    <a:pt x="5201255" y="15232"/>
                    <a:pt x="5192992" y="27924"/>
                    <a:pt x="5186984" y="44349"/>
                  </a:cubicBezTo>
                  <a:cubicBezTo>
                    <a:pt x="5180224" y="62266"/>
                    <a:pt x="5167455" y="78691"/>
                    <a:pt x="5162948" y="96608"/>
                  </a:cubicBezTo>
                  <a:cubicBezTo>
                    <a:pt x="5158442" y="117512"/>
                    <a:pt x="5159193" y="139909"/>
                    <a:pt x="5159193" y="161560"/>
                  </a:cubicBezTo>
                  <a:cubicBezTo>
                    <a:pt x="5159193" y="165293"/>
                    <a:pt x="5168206" y="169025"/>
                    <a:pt x="5173464" y="172012"/>
                  </a:cubicBezTo>
                  <a:cubicBezTo>
                    <a:pt x="5175717" y="174251"/>
                    <a:pt x="5180224" y="173505"/>
                    <a:pt x="5183979" y="174251"/>
                  </a:cubicBezTo>
                  <a:cubicBezTo>
                    <a:pt x="5183979" y="175745"/>
                    <a:pt x="5183979" y="176491"/>
                    <a:pt x="5183979" y="177984"/>
                  </a:cubicBezTo>
                  <a:cubicBezTo>
                    <a:pt x="5153935" y="177984"/>
                    <a:pt x="5123891" y="177984"/>
                    <a:pt x="5091594" y="177984"/>
                  </a:cubicBezTo>
                  <a:cubicBezTo>
                    <a:pt x="5095349" y="174998"/>
                    <a:pt x="5097603" y="172758"/>
                    <a:pt x="5099105" y="172758"/>
                  </a:cubicBezTo>
                  <a:cubicBezTo>
                    <a:pt x="5115629" y="173505"/>
                    <a:pt x="5119385" y="164546"/>
                    <a:pt x="5120887" y="150361"/>
                  </a:cubicBezTo>
                  <a:cubicBezTo>
                    <a:pt x="5126896" y="112286"/>
                    <a:pt x="5109620" y="80930"/>
                    <a:pt x="5093847" y="48828"/>
                  </a:cubicBezTo>
                  <a:cubicBezTo>
                    <a:pt x="5085585" y="33150"/>
                    <a:pt x="5078825" y="16726"/>
                    <a:pt x="5062301" y="5527"/>
                  </a:cubicBezTo>
                  <a:close/>
                  <a:moveTo>
                    <a:pt x="4103839" y="5527"/>
                  </a:moveTo>
                  <a:cubicBezTo>
                    <a:pt x="4129313" y="5527"/>
                    <a:pt x="4154786" y="5527"/>
                    <a:pt x="4181009" y="5527"/>
                  </a:cubicBezTo>
                  <a:cubicBezTo>
                    <a:pt x="4180260" y="7762"/>
                    <a:pt x="4180260" y="9252"/>
                    <a:pt x="4179510" y="9252"/>
                  </a:cubicBezTo>
                  <a:cubicBezTo>
                    <a:pt x="4157783" y="18191"/>
                    <a:pt x="4157034" y="18191"/>
                    <a:pt x="4163777" y="42028"/>
                  </a:cubicBezTo>
                  <a:cubicBezTo>
                    <a:pt x="4169771" y="67354"/>
                    <a:pt x="4178012" y="91936"/>
                    <a:pt x="4185504" y="117263"/>
                  </a:cubicBezTo>
                  <a:cubicBezTo>
                    <a:pt x="4187003" y="121733"/>
                    <a:pt x="4190000" y="125457"/>
                    <a:pt x="4191498" y="129926"/>
                  </a:cubicBezTo>
                  <a:cubicBezTo>
                    <a:pt x="4192997" y="129926"/>
                    <a:pt x="4194495" y="129926"/>
                    <a:pt x="4195993" y="129926"/>
                  </a:cubicBezTo>
                  <a:cubicBezTo>
                    <a:pt x="4206483" y="97151"/>
                    <a:pt x="4217721" y="63630"/>
                    <a:pt x="4228210" y="30109"/>
                  </a:cubicBezTo>
                  <a:cubicBezTo>
                    <a:pt x="4232705" y="15211"/>
                    <a:pt x="4217721" y="13721"/>
                    <a:pt x="4209479" y="6272"/>
                  </a:cubicBezTo>
                  <a:cubicBezTo>
                    <a:pt x="4226712" y="6272"/>
                    <a:pt x="4243944" y="6272"/>
                    <a:pt x="4261925" y="6272"/>
                  </a:cubicBezTo>
                  <a:cubicBezTo>
                    <a:pt x="4260427" y="8507"/>
                    <a:pt x="4259677" y="11486"/>
                    <a:pt x="4258928" y="11486"/>
                  </a:cubicBezTo>
                  <a:cubicBezTo>
                    <a:pt x="4245442" y="15211"/>
                    <a:pt x="4240947" y="25640"/>
                    <a:pt x="4236451" y="37558"/>
                  </a:cubicBezTo>
                  <a:cubicBezTo>
                    <a:pt x="4221467" y="80763"/>
                    <a:pt x="4206483" y="124712"/>
                    <a:pt x="4190749" y="167917"/>
                  </a:cubicBezTo>
                  <a:cubicBezTo>
                    <a:pt x="4189250" y="172386"/>
                    <a:pt x="4183257" y="179090"/>
                    <a:pt x="4178761" y="179090"/>
                  </a:cubicBezTo>
                  <a:cubicBezTo>
                    <a:pt x="4175015" y="179090"/>
                    <a:pt x="4168272" y="173131"/>
                    <a:pt x="4166774" y="168662"/>
                  </a:cubicBezTo>
                  <a:cubicBezTo>
                    <a:pt x="4153288" y="127692"/>
                    <a:pt x="4141300" y="86722"/>
                    <a:pt x="4128563" y="46497"/>
                  </a:cubicBezTo>
                  <a:cubicBezTo>
                    <a:pt x="4124068" y="31599"/>
                    <a:pt x="4122570" y="13721"/>
                    <a:pt x="4103839" y="5527"/>
                  </a:cubicBezTo>
                  <a:close/>
                  <a:moveTo>
                    <a:pt x="3621844" y="5527"/>
                  </a:moveTo>
                  <a:cubicBezTo>
                    <a:pt x="3651830" y="5527"/>
                    <a:pt x="3679567" y="5527"/>
                    <a:pt x="3707304" y="5527"/>
                  </a:cubicBezTo>
                  <a:cubicBezTo>
                    <a:pt x="3706554" y="7771"/>
                    <a:pt x="3706554" y="9267"/>
                    <a:pt x="3705804" y="9267"/>
                  </a:cubicBezTo>
                  <a:cubicBezTo>
                    <a:pt x="3683315" y="17495"/>
                    <a:pt x="3683315" y="17495"/>
                    <a:pt x="3682565" y="41430"/>
                  </a:cubicBezTo>
                  <a:cubicBezTo>
                    <a:pt x="3682565" y="73593"/>
                    <a:pt x="3682565" y="105008"/>
                    <a:pt x="3683315" y="137171"/>
                  </a:cubicBezTo>
                  <a:cubicBezTo>
                    <a:pt x="3683315" y="159610"/>
                    <a:pt x="3693060" y="170830"/>
                    <a:pt x="3714050" y="173074"/>
                  </a:cubicBezTo>
                  <a:cubicBezTo>
                    <a:pt x="3737290" y="176065"/>
                    <a:pt x="3754531" y="166342"/>
                    <a:pt x="3758280" y="145398"/>
                  </a:cubicBezTo>
                  <a:cubicBezTo>
                    <a:pt x="3762028" y="128943"/>
                    <a:pt x="3761278" y="111740"/>
                    <a:pt x="3762028" y="95284"/>
                  </a:cubicBezTo>
                  <a:cubicBezTo>
                    <a:pt x="3762778" y="78829"/>
                    <a:pt x="3762028" y="63121"/>
                    <a:pt x="3762778" y="47414"/>
                  </a:cubicBezTo>
                  <a:cubicBezTo>
                    <a:pt x="3763527" y="26470"/>
                    <a:pt x="3759779" y="19739"/>
                    <a:pt x="3739539" y="12259"/>
                  </a:cubicBezTo>
                  <a:cubicBezTo>
                    <a:pt x="3738039" y="11511"/>
                    <a:pt x="3736540" y="9267"/>
                    <a:pt x="3732042" y="5527"/>
                  </a:cubicBezTo>
                  <a:cubicBezTo>
                    <a:pt x="3754531" y="5527"/>
                    <a:pt x="3774022" y="5527"/>
                    <a:pt x="3792764" y="5527"/>
                  </a:cubicBezTo>
                  <a:cubicBezTo>
                    <a:pt x="3793513" y="7023"/>
                    <a:pt x="3795013" y="7771"/>
                    <a:pt x="3796512" y="9267"/>
                  </a:cubicBezTo>
                  <a:cubicBezTo>
                    <a:pt x="3765776" y="15999"/>
                    <a:pt x="3771773" y="38438"/>
                    <a:pt x="3771024" y="58633"/>
                  </a:cubicBezTo>
                  <a:cubicBezTo>
                    <a:pt x="3771024" y="84065"/>
                    <a:pt x="3771773" y="109496"/>
                    <a:pt x="3770274" y="134927"/>
                  </a:cubicBezTo>
                  <a:cubicBezTo>
                    <a:pt x="3768025" y="161854"/>
                    <a:pt x="3751533" y="178309"/>
                    <a:pt x="3723796" y="180553"/>
                  </a:cubicBezTo>
                  <a:cubicBezTo>
                    <a:pt x="3712551" y="181301"/>
                    <a:pt x="3700557" y="181301"/>
                    <a:pt x="3689312" y="179805"/>
                  </a:cubicBezTo>
                  <a:cubicBezTo>
                    <a:pt x="3662325" y="176065"/>
                    <a:pt x="3647332" y="158862"/>
                    <a:pt x="3646582" y="131187"/>
                  </a:cubicBezTo>
                  <a:cubicBezTo>
                    <a:pt x="3645832" y="104260"/>
                    <a:pt x="3646582" y="77333"/>
                    <a:pt x="3646582" y="50406"/>
                  </a:cubicBezTo>
                  <a:cubicBezTo>
                    <a:pt x="3646582" y="21235"/>
                    <a:pt x="3646582" y="21235"/>
                    <a:pt x="3621844" y="5527"/>
                  </a:cubicBezTo>
                  <a:close/>
                  <a:moveTo>
                    <a:pt x="3342154" y="5527"/>
                  </a:moveTo>
                  <a:cubicBezTo>
                    <a:pt x="3371443" y="5527"/>
                    <a:pt x="3399982" y="5527"/>
                    <a:pt x="3427770" y="5527"/>
                  </a:cubicBezTo>
                  <a:cubicBezTo>
                    <a:pt x="3404488" y="16749"/>
                    <a:pt x="3404488" y="16749"/>
                    <a:pt x="3403737" y="42933"/>
                  </a:cubicBezTo>
                  <a:cubicBezTo>
                    <a:pt x="3403737" y="78094"/>
                    <a:pt x="3403737" y="113256"/>
                    <a:pt x="3403737" y="149166"/>
                  </a:cubicBezTo>
                  <a:cubicBezTo>
                    <a:pt x="3403737" y="168617"/>
                    <a:pt x="3410496" y="173853"/>
                    <a:pt x="3430023" y="170113"/>
                  </a:cubicBezTo>
                  <a:cubicBezTo>
                    <a:pt x="3451051" y="164876"/>
                    <a:pt x="3460814" y="149914"/>
                    <a:pt x="3468324" y="131211"/>
                  </a:cubicBezTo>
                  <a:cubicBezTo>
                    <a:pt x="3470578" y="125226"/>
                    <a:pt x="3473582" y="119241"/>
                    <a:pt x="3476586" y="113256"/>
                  </a:cubicBezTo>
                  <a:cubicBezTo>
                    <a:pt x="3477337" y="113256"/>
                    <a:pt x="3478839" y="114004"/>
                    <a:pt x="3480341" y="114752"/>
                  </a:cubicBezTo>
                  <a:cubicBezTo>
                    <a:pt x="3480341" y="135699"/>
                    <a:pt x="3480341" y="156647"/>
                    <a:pt x="3480341" y="179090"/>
                  </a:cubicBezTo>
                  <a:cubicBezTo>
                    <a:pt x="3434529" y="179090"/>
                    <a:pt x="3388717" y="179090"/>
                    <a:pt x="3343656" y="179090"/>
                  </a:cubicBezTo>
                  <a:cubicBezTo>
                    <a:pt x="3343656" y="177594"/>
                    <a:pt x="3343656" y="175350"/>
                    <a:pt x="3343656" y="175350"/>
                  </a:cubicBezTo>
                  <a:cubicBezTo>
                    <a:pt x="3364684" y="172357"/>
                    <a:pt x="3366186" y="158143"/>
                    <a:pt x="3366186" y="140936"/>
                  </a:cubicBezTo>
                  <a:cubicBezTo>
                    <a:pt x="3365435" y="107271"/>
                    <a:pt x="3365435" y="74354"/>
                    <a:pt x="3366186" y="40689"/>
                  </a:cubicBezTo>
                  <a:cubicBezTo>
                    <a:pt x="3366186" y="24978"/>
                    <a:pt x="3364684" y="12260"/>
                    <a:pt x="3345909" y="10764"/>
                  </a:cubicBezTo>
                  <a:cubicBezTo>
                    <a:pt x="3344407" y="10016"/>
                    <a:pt x="3343656" y="8520"/>
                    <a:pt x="3342154" y="5527"/>
                  </a:cubicBezTo>
                  <a:close/>
                  <a:moveTo>
                    <a:pt x="1757653" y="5527"/>
                  </a:moveTo>
                  <a:cubicBezTo>
                    <a:pt x="1785271" y="5527"/>
                    <a:pt x="1812889" y="5527"/>
                    <a:pt x="1841254" y="5527"/>
                  </a:cubicBezTo>
                  <a:cubicBezTo>
                    <a:pt x="1841254" y="7020"/>
                    <a:pt x="1841254" y="7766"/>
                    <a:pt x="1841254" y="9259"/>
                  </a:cubicBezTo>
                  <a:cubicBezTo>
                    <a:pt x="1838269" y="10005"/>
                    <a:pt x="1836029" y="11498"/>
                    <a:pt x="1833043" y="12244"/>
                  </a:cubicBezTo>
                  <a:cubicBezTo>
                    <a:pt x="1822593" y="14483"/>
                    <a:pt x="1818115" y="19707"/>
                    <a:pt x="1818115" y="30156"/>
                  </a:cubicBezTo>
                  <a:cubicBezTo>
                    <a:pt x="1818115" y="70457"/>
                    <a:pt x="1818115" y="111505"/>
                    <a:pt x="1817368" y="151807"/>
                  </a:cubicBezTo>
                  <a:cubicBezTo>
                    <a:pt x="1817368" y="167480"/>
                    <a:pt x="1827072" y="173450"/>
                    <a:pt x="1842001" y="174197"/>
                  </a:cubicBezTo>
                  <a:cubicBezTo>
                    <a:pt x="1833043" y="181660"/>
                    <a:pt x="1766610" y="182406"/>
                    <a:pt x="1757653" y="175689"/>
                  </a:cubicBezTo>
                  <a:cubicBezTo>
                    <a:pt x="1780046" y="165241"/>
                    <a:pt x="1780046" y="165241"/>
                    <a:pt x="1780046" y="137627"/>
                  </a:cubicBezTo>
                  <a:cubicBezTo>
                    <a:pt x="1780046" y="106281"/>
                    <a:pt x="1780046" y="74935"/>
                    <a:pt x="1780046" y="43590"/>
                  </a:cubicBezTo>
                  <a:cubicBezTo>
                    <a:pt x="1780046" y="26424"/>
                    <a:pt x="1780046" y="10751"/>
                    <a:pt x="1754667" y="10751"/>
                  </a:cubicBezTo>
                  <a:cubicBezTo>
                    <a:pt x="1755413" y="9259"/>
                    <a:pt x="1756906" y="7020"/>
                    <a:pt x="1757653" y="5527"/>
                  </a:cubicBezTo>
                  <a:close/>
                  <a:moveTo>
                    <a:pt x="4267864" y="4422"/>
                  </a:moveTo>
                  <a:cubicBezTo>
                    <a:pt x="4316342" y="4422"/>
                    <a:pt x="4364820" y="4422"/>
                    <a:pt x="4415535" y="4422"/>
                  </a:cubicBezTo>
                  <a:cubicBezTo>
                    <a:pt x="4415535" y="23869"/>
                    <a:pt x="4415535" y="44065"/>
                    <a:pt x="4415535" y="63512"/>
                  </a:cubicBezTo>
                  <a:cubicBezTo>
                    <a:pt x="4414044" y="64260"/>
                    <a:pt x="4413298" y="64260"/>
                    <a:pt x="4411806" y="65008"/>
                  </a:cubicBezTo>
                  <a:cubicBezTo>
                    <a:pt x="4409569" y="60520"/>
                    <a:pt x="4406585" y="56032"/>
                    <a:pt x="4405094" y="51545"/>
                  </a:cubicBezTo>
                  <a:cubicBezTo>
                    <a:pt x="4394652" y="26861"/>
                    <a:pt x="4376007" y="12650"/>
                    <a:pt x="4348412" y="12650"/>
                  </a:cubicBezTo>
                  <a:cubicBezTo>
                    <a:pt x="4337225" y="12650"/>
                    <a:pt x="4329767" y="17138"/>
                    <a:pt x="4329767" y="30601"/>
                  </a:cubicBezTo>
                  <a:cubicBezTo>
                    <a:pt x="4330512" y="47057"/>
                    <a:pt x="4330512" y="64260"/>
                    <a:pt x="4330512" y="85951"/>
                  </a:cubicBezTo>
                  <a:cubicBezTo>
                    <a:pt x="4341700" y="81464"/>
                    <a:pt x="4351395" y="79968"/>
                    <a:pt x="4358853" y="74732"/>
                  </a:cubicBezTo>
                  <a:cubicBezTo>
                    <a:pt x="4364820" y="69496"/>
                    <a:pt x="4368549" y="59772"/>
                    <a:pt x="4376007" y="53040"/>
                  </a:cubicBezTo>
                  <a:cubicBezTo>
                    <a:pt x="4376007" y="75480"/>
                    <a:pt x="4376007" y="98667"/>
                    <a:pt x="4376007" y="121106"/>
                  </a:cubicBezTo>
                  <a:cubicBezTo>
                    <a:pt x="4375261" y="121854"/>
                    <a:pt x="4373770" y="121854"/>
                    <a:pt x="4373024" y="122602"/>
                  </a:cubicBezTo>
                  <a:cubicBezTo>
                    <a:pt x="4371532" y="119610"/>
                    <a:pt x="4369295" y="116618"/>
                    <a:pt x="4367803" y="113627"/>
                  </a:cubicBezTo>
                  <a:cubicBezTo>
                    <a:pt x="4364074" y="108391"/>
                    <a:pt x="4361091" y="100911"/>
                    <a:pt x="4355870" y="97919"/>
                  </a:cubicBezTo>
                  <a:cubicBezTo>
                    <a:pt x="4349158" y="94179"/>
                    <a:pt x="4340954" y="94179"/>
                    <a:pt x="4333496" y="92683"/>
                  </a:cubicBezTo>
                  <a:cubicBezTo>
                    <a:pt x="4332004" y="98667"/>
                    <a:pt x="4330512" y="104651"/>
                    <a:pt x="4330512" y="110635"/>
                  </a:cubicBezTo>
                  <a:cubicBezTo>
                    <a:pt x="4329767" y="124846"/>
                    <a:pt x="4330512" y="139806"/>
                    <a:pt x="4329767" y="154017"/>
                  </a:cubicBezTo>
                  <a:cubicBezTo>
                    <a:pt x="4329767" y="166733"/>
                    <a:pt x="4337225" y="171221"/>
                    <a:pt x="4347666" y="171221"/>
                  </a:cubicBezTo>
                  <a:cubicBezTo>
                    <a:pt x="4376007" y="171969"/>
                    <a:pt x="4399873" y="154765"/>
                    <a:pt x="4409569" y="127090"/>
                  </a:cubicBezTo>
                  <a:cubicBezTo>
                    <a:pt x="4411060" y="122602"/>
                    <a:pt x="4413298" y="118862"/>
                    <a:pt x="4414789" y="115122"/>
                  </a:cubicBezTo>
                  <a:cubicBezTo>
                    <a:pt x="4417027" y="115122"/>
                    <a:pt x="4418518" y="115122"/>
                    <a:pt x="4420010" y="115870"/>
                  </a:cubicBezTo>
                  <a:cubicBezTo>
                    <a:pt x="4420010" y="124098"/>
                    <a:pt x="4420010" y="133074"/>
                    <a:pt x="4420010" y="142050"/>
                  </a:cubicBezTo>
                  <a:cubicBezTo>
                    <a:pt x="4419264" y="180196"/>
                    <a:pt x="4419264" y="180196"/>
                    <a:pt x="4381228" y="180196"/>
                  </a:cubicBezTo>
                  <a:cubicBezTo>
                    <a:pt x="4348412" y="180196"/>
                    <a:pt x="4314850" y="180196"/>
                    <a:pt x="4282035" y="180196"/>
                  </a:cubicBezTo>
                  <a:cubicBezTo>
                    <a:pt x="4276814" y="180196"/>
                    <a:pt x="4272339" y="179448"/>
                    <a:pt x="4267118" y="179448"/>
                  </a:cubicBezTo>
                  <a:cubicBezTo>
                    <a:pt x="4268610" y="176456"/>
                    <a:pt x="4268610" y="174212"/>
                    <a:pt x="4269356" y="174212"/>
                  </a:cubicBezTo>
                  <a:cubicBezTo>
                    <a:pt x="4290984" y="172716"/>
                    <a:pt x="4291730" y="157757"/>
                    <a:pt x="4291730" y="140554"/>
                  </a:cubicBezTo>
                  <a:cubicBezTo>
                    <a:pt x="4290984" y="109887"/>
                    <a:pt x="4291730" y="78472"/>
                    <a:pt x="4291730" y="47805"/>
                  </a:cubicBezTo>
                  <a:cubicBezTo>
                    <a:pt x="4291730" y="29853"/>
                    <a:pt x="4294713" y="9658"/>
                    <a:pt x="4264135" y="10406"/>
                  </a:cubicBezTo>
                  <a:cubicBezTo>
                    <a:pt x="4265627" y="8162"/>
                    <a:pt x="4266372" y="6666"/>
                    <a:pt x="4267864" y="4422"/>
                  </a:cubicBezTo>
                  <a:close/>
                  <a:moveTo>
                    <a:pt x="559049" y="4422"/>
                  </a:moveTo>
                  <a:cubicBezTo>
                    <a:pt x="607884" y="4422"/>
                    <a:pt x="655968" y="4422"/>
                    <a:pt x="705554" y="4422"/>
                  </a:cubicBezTo>
                  <a:cubicBezTo>
                    <a:pt x="705554" y="24576"/>
                    <a:pt x="705554" y="43984"/>
                    <a:pt x="705554" y="64138"/>
                  </a:cubicBezTo>
                  <a:cubicBezTo>
                    <a:pt x="704051" y="64138"/>
                    <a:pt x="702549" y="64884"/>
                    <a:pt x="701797" y="64884"/>
                  </a:cubicBezTo>
                  <a:cubicBezTo>
                    <a:pt x="698792" y="59659"/>
                    <a:pt x="695787" y="54434"/>
                    <a:pt x="694284" y="49209"/>
                  </a:cubicBezTo>
                  <a:cubicBezTo>
                    <a:pt x="687522" y="32787"/>
                    <a:pt x="678507" y="20097"/>
                    <a:pt x="661227" y="14872"/>
                  </a:cubicBezTo>
                  <a:cubicBezTo>
                    <a:pt x="652962" y="12633"/>
                    <a:pt x="647703" y="14126"/>
                    <a:pt x="647703" y="24576"/>
                  </a:cubicBezTo>
                  <a:cubicBezTo>
                    <a:pt x="647703" y="67870"/>
                    <a:pt x="647703" y="111910"/>
                    <a:pt x="647703" y="155950"/>
                  </a:cubicBezTo>
                  <a:cubicBezTo>
                    <a:pt x="647703" y="165654"/>
                    <a:pt x="653714" y="170879"/>
                    <a:pt x="662729" y="173119"/>
                  </a:cubicBezTo>
                  <a:cubicBezTo>
                    <a:pt x="666486" y="173865"/>
                    <a:pt x="670242" y="173865"/>
                    <a:pt x="673999" y="174612"/>
                  </a:cubicBezTo>
                  <a:cubicBezTo>
                    <a:pt x="673999" y="176104"/>
                    <a:pt x="673999" y="177597"/>
                    <a:pt x="673999" y="179090"/>
                  </a:cubicBezTo>
                  <a:cubicBezTo>
                    <a:pt x="643195" y="179090"/>
                    <a:pt x="613143" y="179090"/>
                    <a:pt x="582340" y="179090"/>
                  </a:cubicBezTo>
                  <a:cubicBezTo>
                    <a:pt x="583091" y="176104"/>
                    <a:pt x="583091" y="174612"/>
                    <a:pt x="583842" y="174612"/>
                  </a:cubicBezTo>
                  <a:cubicBezTo>
                    <a:pt x="609387" y="167894"/>
                    <a:pt x="609387" y="167894"/>
                    <a:pt x="609387" y="140275"/>
                  </a:cubicBezTo>
                  <a:cubicBezTo>
                    <a:pt x="609387" y="103699"/>
                    <a:pt x="609387" y="66377"/>
                    <a:pt x="609387" y="29055"/>
                  </a:cubicBezTo>
                  <a:cubicBezTo>
                    <a:pt x="609387" y="14126"/>
                    <a:pt x="601874" y="8154"/>
                    <a:pt x="590604" y="17112"/>
                  </a:cubicBezTo>
                  <a:cubicBezTo>
                    <a:pt x="579334" y="25323"/>
                    <a:pt x="571821" y="38012"/>
                    <a:pt x="563557" y="49209"/>
                  </a:cubicBezTo>
                  <a:cubicBezTo>
                    <a:pt x="559800" y="54434"/>
                    <a:pt x="558298" y="59659"/>
                    <a:pt x="555293" y="64884"/>
                  </a:cubicBezTo>
                  <a:cubicBezTo>
                    <a:pt x="553790" y="64884"/>
                    <a:pt x="552287" y="64138"/>
                    <a:pt x="550785" y="64138"/>
                  </a:cubicBezTo>
                  <a:cubicBezTo>
                    <a:pt x="550785" y="45477"/>
                    <a:pt x="550785" y="26815"/>
                    <a:pt x="550785" y="8901"/>
                  </a:cubicBezTo>
                  <a:cubicBezTo>
                    <a:pt x="550785" y="7408"/>
                    <a:pt x="556044" y="4422"/>
                    <a:pt x="559049" y="4422"/>
                  </a:cubicBezTo>
                  <a:close/>
                  <a:moveTo>
                    <a:pt x="367044" y="4126"/>
                  </a:moveTo>
                  <a:cubicBezTo>
                    <a:pt x="371530" y="3379"/>
                    <a:pt x="376016" y="4874"/>
                    <a:pt x="380502" y="4126"/>
                  </a:cubicBezTo>
                  <a:cubicBezTo>
                    <a:pt x="409663" y="-1106"/>
                    <a:pt x="426112" y="13096"/>
                    <a:pt x="439571" y="37761"/>
                  </a:cubicBezTo>
                  <a:cubicBezTo>
                    <a:pt x="454525" y="63922"/>
                    <a:pt x="472470" y="87840"/>
                    <a:pt x="488919" y="112505"/>
                  </a:cubicBezTo>
                  <a:cubicBezTo>
                    <a:pt x="491910" y="116243"/>
                    <a:pt x="495648" y="119232"/>
                    <a:pt x="502378" y="122222"/>
                  </a:cubicBezTo>
                  <a:cubicBezTo>
                    <a:pt x="502378" y="114748"/>
                    <a:pt x="502378" y="107273"/>
                    <a:pt x="502378" y="99799"/>
                  </a:cubicBezTo>
                  <a:cubicBezTo>
                    <a:pt x="502378" y="83355"/>
                    <a:pt x="501630" y="66911"/>
                    <a:pt x="502378" y="50468"/>
                  </a:cubicBezTo>
                  <a:cubicBezTo>
                    <a:pt x="503126" y="30287"/>
                    <a:pt x="502378" y="13096"/>
                    <a:pt x="473965" y="10853"/>
                  </a:cubicBezTo>
                  <a:cubicBezTo>
                    <a:pt x="474713" y="9358"/>
                    <a:pt x="476208" y="7863"/>
                    <a:pt x="476956" y="6369"/>
                  </a:cubicBezTo>
                  <a:cubicBezTo>
                    <a:pt x="496396" y="6369"/>
                    <a:pt x="515836" y="6369"/>
                    <a:pt x="537520" y="6369"/>
                  </a:cubicBezTo>
                  <a:cubicBezTo>
                    <a:pt x="534529" y="9358"/>
                    <a:pt x="533034" y="11601"/>
                    <a:pt x="531538" y="11601"/>
                  </a:cubicBezTo>
                  <a:cubicBezTo>
                    <a:pt x="515836" y="15338"/>
                    <a:pt x="512098" y="26549"/>
                    <a:pt x="512098" y="40751"/>
                  </a:cubicBezTo>
                  <a:cubicBezTo>
                    <a:pt x="512098" y="82608"/>
                    <a:pt x="512098" y="124464"/>
                    <a:pt x="512098" y="166321"/>
                  </a:cubicBezTo>
                  <a:cubicBezTo>
                    <a:pt x="512098" y="170058"/>
                    <a:pt x="512098" y="173796"/>
                    <a:pt x="512098" y="178280"/>
                  </a:cubicBezTo>
                  <a:cubicBezTo>
                    <a:pt x="499387" y="183512"/>
                    <a:pt x="491162" y="179775"/>
                    <a:pt x="483685" y="168563"/>
                  </a:cubicBezTo>
                  <a:cubicBezTo>
                    <a:pt x="459011" y="129696"/>
                    <a:pt x="432842" y="92324"/>
                    <a:pt x="407420" y="54205"/>
                  </a:cubicBezTo>
                  <a:cubicBezTo>
                    <a:pt x="405177" y="51215"/>
                    <a:pt x="402186" y="48225"/>
                    <a:pt x="399943" y="45983"/>
                  </a:cubicBezTo>
                  <a:cubicBezTo>
                    <a:pt x="398447" y="45983"/>
                    <a:pt x="396952" y="45983"/>
                    <a:pt x="395457" y="46730"/>
                  </a:cubicBezTo>
                  <a:cubicBezTo>
                    <a:pt x="395457" y="63174"/>
                    <a:pt x="395457" y="78870"/>
                    <a:pt x="395457" y="95314"/>
                  </a:cubicBezTo>
                  <a:cubicBezTo>
                    <a:pt x="395457" y="113253"/>
                    <a:pt x="395457" y="131191"/>
                    <a:pt x="395457" y="149130"/>
                  </a:cubicBezTo>
                  <a:cubicBezTo>
                    <a:pt x="395457" y="168563"/>
                    <a:pt x="397700" y="170058"/>
                    <a:pt x="417140" y="173048"/>
                  </a:cubicBezTo>
                  <a:cubicBezTo>
                    <a:pt x="419383" y="173048"/>
                    <a:pt x="420878" y="174543"/>
                    <a:pt x="421626" y="178280"/>
                  </a:cubicBezTo>
                  <a:cubicBezTo>
                    <a:pt x="402186" y="178280"/>
                    <a:pt x="381998" y="178280"/>
                    <a:pt x="361810" y="178280"/>
                  </a:cubicBezTo>
                  <a:cubicBezTo>
                    <a:pt x="361062" y="176785"/>
                    <a:pt x="359567" y="175290"/>
                    <a:pt x="358071" y="173796"/>
                  </a:cubicBezTo>
                  <a:cubicBezTo>
                    <a:pt x="387980" y="174543"/>
                    <a:pt x="384241" y="155857"/>
                    <a:pt x="384241" y="138666"/>
                  </a:cubicBezTo>
                  <a:cubicBezTo>
                    <a:pt x="384241" y="104283"/>
                    <a:pt x="384241" y="69901"/>
                    <a:pt x="384989" y="35519"/>
                  </a:cubicBezTo>
                  <a:cubicBezTo>
                    <a:pt x="385736" y="19075"/>
                    <a:pt x="375269" y="12348"/>
                    <a:pt x="357324" y="9358"/>
                  </a:cubicBezTo>
                  <a:cubicBezTo>
                    <a:pt x="362558" y="6369"/>
                    <a:pt x="364801" y="4874"/>
                    <a:pt x="367044" y="4126"/>
                  </a:cubicBezTo>
                  <a:close/>
                  <a:moveTo>
                    <a:pt x="727428" y="4062"/>
                  </a:moveTo>
                  <a:cubicBezTo>
                    <a:pt x="759692" y="4062"/>
                    <a:pt x="792707" y="3316"/>
                    <a:pt x="824972" y="5554"/>
                  </a:cubicBezTo>
                  <a:cubicBezTo>
                    <a:pt x="855735" y="7791"/>
                    <a:pt x="872243" y="32405"/>
                    <a:pt x="866240" y="60749"/>
                  </a:cubicBezTo>
                  <a:cubicBezTo>
                    <a:pt x="862488" y="78650"/>
                    <a:pt x="849733" y="85363"/>
                    <a:pt x="833225" y="89092"/>
                  </a:cubicBezTo>
                  <a:cubicBezTo>
                    <a:pt x="827973" y="89838"/>
                    <a:pt x="822721" y="92075"/>
                    <a:pt x="816718" y="95059"/>
                  </a:cubicBezTo>
                  <a:cubicBezTo>
                    <a:pt x="842229" y="103264"/>
                    <a:pt x="849733" y="123402"/>
                    <a:pt x="855735" y="145778"/>
                  </a:cubicBezTo>
                  <a:cubicBezTo>
                    <a:pt x="856486" y="148016"/>
                    <a:pt x="856486" y="150254"/>
                    <a:pt x="857986" y="152491"/>
                  </a:cubicBezTo>
                  <a:cubicBezTo>
                    <a:pt x="860988" y="156221"/>
                    <a:pt x="863989" y="159950"/>
                    <a:pt x="866990" y="162934"/>
                  </a:cubicBezTo>
                  <a:cubicBezTo>
                    <a:pt x="869992" y="159204"/>
                    <a:pt x="873743" y="156221"/>
                    <a:pt x="875994" y="152491"/>
                  </a:cubicBezTo>
                  <a:cubicBezTo>
                    <a:pt x="877495" y="149508"/>
                    <a:pt x="878996" y="146524"/>
                    <a:pt x="880496" y="142795"/>
                  </a:cubicBezTo>
                  <a:cubicBezTo>
                    <a:pt x="885749" y="156221"/>
                    <a:pt x="879746" y="171138"/>
                    <a:pt x="868491" y="177105"/>
                  </a:cubicBezTo>
                  <a:cubicBezTo>
                    <a:pt x="845981" y="189039"/>
                    <a:pt x="819719" y="176359"/>
                    <a:pt x="816718" y="151745"/>
                  </a:cubicBezTo>
                  <a:cubicBezTo>
                    <a:pt x="815217" y="141303"/>
                    <a:pt x="815217" y="131607"/>
                    <a:pt x="812966" y="121910"/>
                  </a:cubicBezTo>
                  <a:cubicBezTo>
                    <a:pt x="812216" y="115198"/>
                    <a:pt x="809965" y="107739"/>
                    <a:pt x="806213" y="103264"/>
                  </a:cubicBezTo>
                  <a:cubicBezTo>
                    <a:pt x="802462" y="98788"/>
                    <a:pt x="794958" y="97297"/>
                    <a:pt x="788956" y="97297"/>
                  </a:cubicBezTo>
                  <a:cubicBezTo>
                    <a:pt x="786705" y="97297"/>
                    <a:pt x="783703" y="105501"/>
                    <a:pt x="783703" y="109976"/>
                  </a:cubicBezTo>
                  <a:cubicBezTo>
                    <a:pt x="782203" y="118181"/>
                    <a:pt x="782953" y="127132"/>
                    <a:pt x="782953" y="135336"/>
                  </a:cubicBezTo>
                  <a:cubicBezTo>
                    <a:pt x="782953" y="152491"/>
                    <a:pt x="778451" y="172630"/>
                    <a:pt x="809215" y="174122"/>
                  </a:cubicBezTo>
                  <a:cubicBezTo>
                    <a:pt x="807714" y="175613"/>
                    <a:pt x="806213" y="177105"/>
                    <a:pt x="804713" y="178597"/>
                  </a:cubicBezTo>
                  <a:cubicBezTo>
                    <a:pt x="777701" y="178597"/>
                    <a:pt x="750688" y="178597"/>
                    <a:pt x="723676" y="178597"/>
                  </a:cubicBezTo>
                  <a:cubicBezTo>
                    <a:pt x="723676" y="177851"/>
                    <a:pt x="722926" y="176359"/>
                    <a:pt x="722926" y="175613"/>
                  </a:cubicBezTo>
                  <a:cubicBezTo>
                    <a:pt x="725177" y="174868"/>
                    <a:pt x="727428" y="172630"/>
                    <a:pt x="729679" y="172630"/>
                  </a:cubicBezTo>
                  <a:cubicBezTo>
                    <a:pt x="741684" y="171884"/>
                    <a:pt x="746186" y="163679"/>
                    <a:pt x="746937" y="153237"/>
                  </a:cubicBezTo>
                  <a:cubicBezTo>
                    <a:pt x="746937" y="112960"/>
                    <a:pt x="746937" y="71937"/>
                    <a:pt x="746937" y="31659"/>
                  </a:cubicBezTo>
                  <a:cubicBezTo>
                    <a:pt x="746937" y="16742"/>
                    <a:pt x="736432" y="10775"/>
                    <a:pt x="719925" y="10029"/>
                  </a:cubicBezTo>
                  <a:cubicBezTo>
                    <a:pt x="724427" y="6300"/>
                    <a:pt x="725927" y="4062"/>
                    <a:pt x="727428" y="4062"/>
                  </a:cubicBezTo>
                  <a:close/>
                  <a:moveTo>
                    <a:pt x="1693565" y="3816"/>
                  </a:moveTo>
                  <a:cubicBezTo>
                    <a:pt x="1711503" y="3162"/>
                    <a:pt x="1730189" y="4097"/>
                    <a:pt x="1736169" y="7088"/>
                  </a:cubicBezTo>
                  <a:cubicBezTo>
                    <a:pt x="1729442" y="12323"/>
                    <a:pt x="1719725" y="16062"/>
                    <a:pt x="1716735" y="23540"/>
                  </a:cubicBezTo>
                  <a:cubicBezTo>
                    <a:pt x="1712998" y="31019"/>
                    <a:pt x="1714493" y="41488"/>
                    <a:pt x="1714493" y="51210"/>
                  </a:cubicBezTo>
                  <a:cubicBezTo>
                    <a:pt x="1713745" y="81872"/>
                    <a:pt x="1713745" y="113281"/>
                    <a:pt x="1712998" y="143942"/>
                  </a:cubicBezTo>
                  <a:cubicBezTo>
                    <a:pt x="1712998" y="164134"/>
                    <a:pt x="1713745" y="164881"/>
                    <a:pt x="1741401" y="178342"/>
                  </a:cubicBezTo>
                  <a:cubicBezTo>
                    <a:pt x="1710008" y="178342"/>
                    <a:pt x="1683100" y="178342"/>
                    <a:pt x="1651708" y="178342"/>
                  </a:cubicBezTo>
                  <a:cubicBezTo>
                    <a:pt x="1656940" y="175351"/>
                    <a:pt x="1659182" y="173108"/>
                    <a:pt x="1661425" y="173108"/>
                  </a:cubicBezTo>
                  <a:cubicBezTo>
                    <a:pt x="1672636" y="170864"/>
                    <a:pt x="1675626" y="164134"/>
                    <a:pt x="1675626" y="153664"/>
                  </a:cubicBezTo>
                  <a:cubicBezTo>
                    <a:pt x="1675626" y="136464"/>
                    <a:pt x="1675626" y="120011"/>
                    <a:pt x="1675626" y="102811"/>
                  </a:cubicBezTo>
                  <a:cubicBezTo>
                    <a:pt x="1676373" y="94585"/>
                    <a:pt x="1672636" y="91593"/>
                    <a:pt x="1664414" y="91593"/>
                  </a:cubicBezTo>
                  <a:cubicBezTo>
                    <a:pt x="1653203" y="92341"/>
                    <a:pt x="1641244" y="91593"/>
                    <a:pt x="1630032" y="91593"/>
                  </a:cubicBezTo>
                  <a:cubicBezTo>
                    <a:pt x="1621063" y="90846"/>
                    <a:pt x="1617325" y="95333"/>
                    <a:pt x="1618073" y="104307"/>
                  </a:cubicBezTo>
                  <a:cubicBezTo>
                    <a:pt x="1618073" y="119263"/>
                    <a:pt x="1618073" y="134220"/>
                    <a:pt x="1618073" y="149177"/>
                  </a:cubicBezTo>
                  <a:cubicBezTo>
                    <a:pt x="1618073" y="161890"/>
                    <a:pt x="1621063" y="172360"/>
                    <a:pt x="1636759" y="173855"/>
                  </a:cubicBezTo>
                  <a:cubicBezTo>
                    <a:pt x="1637506" y="173855"/>
                    <a:pt x="1638254" y="176099"/>
                    <a:pt x="1639001" y="179090"/>
                  </a:cubicBezTo>
                  <a:cubicBezTo>
                    <a:pt x="1611346" y="179090"/>
                    <a:pt x="1584438" y="179090"/>
                    <a:pt x="1558278" y="179090"/>
                  </a:cubicBezTo>
                  <a:cubicBezTo>
                    <a:pt x="1557530" y="177595"/>
                    <a:pt x="1557530" y="176847"/>
                    <a:pt x="1557530" y="176099"/>
                  </a:cubicBezTo>
                  <a:cubicBezTo>
                    <a:pt x="1559773" y="174603"/>
                    <a:pt x="1562015" y="173108"/>
                    <a:pt x="1565005" y="173108"/>
                  </a:cubicBezTo>
                  <a:cubicBezTo>
                    <a:pt x="1575469" y="171612"/>
                    <a:pt x="1579953" y="164881"/>
                    <a:pt x="1579953" y="154412"/>
                  </a:cubicBezTo>
                  <a:cubicBezTo>
                    <a:pt x="1579953" y="113281"/>
                    <a:pt x="1579953" y="71402"/>
                    <a:pt x="1579953" y="30271"/>
                  </a:cubicBezTo>
                  <a:cubicBezTo>
                    <a:pt x="1579953" y="14566"/>
                    <a:pt x="1568742" y="12323"/>
                    <a:pt x="1556783" y="10079"/>
                  </a:cubicBezTo>
                  <a:cubicBezTo>
                    <a:pt x="1565752" y="2601"/>
                    <a:pt x="1624800" y="1853"/>
                    <a:pt x="1641244" y="8583"/>
                  </a:cubicBezTo>
                  <a:cubicBezTo>
                    <a:pt x="1609851" y="13818"/>
                    <a:pt x="1618073" y="37001"/>
                    <a:pt x="1618073" y="55697"/>
                  </a:cubicBezTo>
                  <a:cubicBezTo>
                    <a:pt x="1618073" y="87106"/>
                    <a:pt x="1613588" y="83367"/>
                    <a:pt x="1644233" y="83367"/>
                  </a:cubicBezTo>
                  <a:cubicBezTo>
                    <a:pt x="1675626" y="83367"/>
                    <a:pt x="1675626" y="83367"/>
                    <a:pt x="1675626" y="51958"/>
                  </a:cubicBezTo>
                  <a:cubicBezTo>
                    <a:pt x="1675626" y="47471"/>
                    <a:pt x="1675626" y="42984"/>
                    <a:pt x="1675626" y="38497"/>
                  </a:cubicBezTo>
                  <a:cubicBezTo>
                    <a:pt x="1677121" y="22792"/>
                    <a:pt x="1673384" y="11575"/>
                    <a:pt x="1655445" y="10079"/>
                  </a:cubicBezTo>
                  <a:cubicBezTo>
                    <a:pt x="1658435" y="6714"/>
                    <a:pt x="1675626" y="4470"/>
                    <a:pt x="1693565" y="3816"/>
                  </a:cubicBezTo>
                  <a:close/>
                  <a:moveTo>
                    <a:pt x="4455169" y="3706"/>
                  </a:moveTo>
                  <a:cubicBezTo>
                    <a:pt x="4482123" y="3706"/>
                    <a:pt x="4509826" y="2211"/>
                    <a:pt x="4536780" y="4453"/>
                  </a:cubicBezTo>
                  <a:cubicBezTo>
                    <a:pt x="4551006" y="5200"/>
                    <a:pt x="4565980" y="9683"/>
                    <a:pt x="4577211" y="17155"/>
                  </a:cubicBezTo>
                  <a:cubicBezTo>
                    <a:pt x="4592934" y="26869"/>
                    <a:pt x="4594432" y="44054"/>
                    <a:pt x="4590688" y="61239"/>
                  </a:cubicBezTo>
                  <a:cubicBezTo>
                    <a:pt x="4587693" y="76183"/>
                    <a:pt x="4577211" y="82908"/>
                    <a:pt x="4564483" y="87391"/>
                  </a:cubicBezTo>
                  <a:cubicBezTo>
                    <a:pt x="4556996" y="89633"/>
                    <a:pt x="4548760" y="91127"/>
                    <a:pt x="4539775" y="94116"/>
                  </a:cubicBezTo>
                  <a:cubicBezTo>
                    <a:pt x="4565232" y="102335"/>
                    <a:pt x="4574216" y="121762"/>
                    <a:pt x="4580206" y="144178"/>
                  </a:cubicBezTo>
                  <a:cubicBezTo>
                    <a:pt x="4581704" y="150903"/>
                    <a:pt x="4586945" y="156133"/>
                    <a:pt x="4591437" y="162111"/>
                  </a:cubicBezTo>
                  <a:cubicBezTo>
                    <a:pt x="4595181" y="156133"/>
                    <a:pt x="4598924" y="150903"/>
                    <a:pt x="4602668" y="145672"/>
                  </a:cubicBezTo>
                  <a:cubicBezTo>
                    <a:pt x="4603416" y="144925"/>
                    <a:pt x="4604165" y="144925"/>
                    <a:pt x="4606411" y="143431"/>
                  </a:cubicBezTo>
                  <a:cubicBezTo>
                    <a:pt x="4610155" y="157628"/>
                    <a:pt x="4605663" y="168835"/>
                    <a:pt x="4595181" y="175560"/>
                  </a:cubicBezTo>
                  <a:cubicBezTo>
                    <a:pt x="4572719" y="191251"/>
                    <a:pt x="4545765" y="177802"/>
                    <a:pt x="4541273" y="150903"/>
                  </a:cubicBezTo>
                  <a:cubicBezTo>
                    <a:pt x="4539775" y="141189"/>
                    <a:pt x="4539775" y="130729"/>
                    <a:pt x="4538278" y="120268"/>
                  </a:cubicBezTo>
                  <a:cubicBezTo>
                    <a:pt x="4535283" y="101588"/>
                    <a:pt x="4529293" y="97105"/>
                    <a:pt x="4509077" y="97105"/>
                  </a:cubicBezTo>
                  <a:cubicBezTo>
                    <a:pt x="4509077" y="118026"/>
                    <a:pt x="4507580" y="139695"/>
                    <a:pt x="4509826" y="161363"/>
                  </a:cubicBezTo>
                  <a:cubicBezTo>
                    <a:pt x="4510575" y="167341"/>
                    <a:pt x="4523303" y="171824"/>
                    <a:pt x="4531539" y="178549"/>
                  </a:cubicBezTo>
                  <a:cubicBezTo>
                    <a:pt x="4503088" y="178549"/>
                    <a:pt x="4476134" y="178549"/>
                    <a:pt x="4448431" y="178549"/>
                  </a:cubicBezTo>
                  <a:cubicBezTo>
                    <a:pt x="4447682" y="177055"/>
                    <a:pt x="4446185" y="175560"/>
                    <a:pt x="4445436" y="174813"/>
                  </a:cubicBezTo>
                  <a:cubicBezTo>
                    <a:pt x="4476134" y="173319"/>
                    <a:pt x="4470893" y="152397"/>
                    <a:pt x="4470893" y="134465"/>
                  </a:cubicBezTo>
                  <a:cubicBezTo>
                    <a:pt x="4470893" y="102335"/>
                    <a:pt x="4470893" y="70206"/>
                    <a:pt x="4470893" y="37329"/>
                  </a:cubicBezTo>
                  <a:cubicBezTo>
                    <a:pt x="4470893" y="23133"/>
                    <a:pt x="4467898" y="12672"/>
                    <a:pt x="4452175" y="10430"/>
                  </a:cubicBezTo>
                  <a:cubicBezTo>
                    <a:pt x="4450677" y="10430"/>
                    <a:pt x="4449928" y="8936"/>
                    <a:pt x="4449180" y="8189"/>
                  </a:cubicBezTo>
                  <a:cubicBezTo>
                    <a:pt x="4448431" y="7441"/>
                    <a:pt x="4448431" y="6694"/>
                    <a:pt x="4448431" y="5200"/>
                  </a:cubicBezTo>
                  <a:cubicBezTo>
                    <a:pt x="4450677" y="4453"/>
                    <a:pt x="4452923" y="3706"/>
                    <a:pt x="4455169" y="3706"/>
                  </a:cubicBezTo>
                  <a:close/>
                  <a:moveTo>
                    <a:pt x="4827674" y="3358"/>
                  </a:moveTo>
                  <a:cubicBezTo>
                    <a:pt x="4846411" y="2795"/>
                    <a:pt x="4866086" y="3734"/>
                    <a:pt x="4872831" y="6362"/>
                  </a:cubicBezTo>
                  <a:cubicBezTo>
                    <a:pt x="4872831" y="7113"/>
                    <a:pt x="4872831" y="7864"/>
                    <a:pt x="4872831" y="7864"/>
                  </a:cubicBezTo>
                  <a:cubicBezTo>
                    <a:pt x="4848098" y="13121"/>
                    <a:pt x="4848847" y="31896"/>
                    <a:pt x="4849597" y="50671"/>
                  </a:cubicBezTo>
                  <a:cubicBezTo>
                    <a:pt x="4850346" y="79208"/>
                    <a:pt x="4849597" y="107746"/>
                    <a:pt x="4850346" y="136284"/>
                  </a:cubicBezTo>
                  <a:cubicBezTo>
                    <a:pt x="4850346" y="153557"/>
                    <a:pt x="4845100" y="174584"/>
                    <a:pt x="4876578" y="174584"/>
                  </a:cubicBezTo>
                  <a:cubicBezTo>
                    <a:pt x="4875079" y="176086"/>
                    <a:pt x="4873580" y="177588"/>
                    <a:pt x="4872831" y="179090"/>
                  </a:cubicBezTo>
                  <a:cubicBezTo>
                    <a:pt x="4844350" y="179090"/>
                    <a:pt x="4816619" y="179090"/>
                    <a:pt x="4788888" y="179090"/>
                  </a:cubicBezTo>
                  <a:cubicBezTo>
                    <a:pt x="4788139" y="177588"/>
                    <a:pt x="4788139" y="176837"/>
                    <a:pt x="4788139" y="175335"/>
                  </a:cubicBezTo>
                  <a:cubicBezTo>
                    <a:pt x="4790387" y="174584"/>
                    <a:pt x="4792636" y="173082"/>
                    <a:pt x="4795634" y="173082"/>
                  </a:cubicBezTo>
                  <a:cubicBezTo>
                    <a:pt x="4806127" y="171580"/>
                    <a:pt x="4811373" y="165572"/>
                    <a:pt x="4811373" y="155059"/>
                  </a:cubicBezTo>
                  <a:cubicBezTo>
                    <a:pt x="4812122" y="113003"/>
                    <a:pt x="4811373" y="70947"/>
                    <a:pt x="4811373" y="28892"/>
                  </a:cubicBezTo>
                  <a:cubicBezTo>
                    <a:pt x="4811373" y="13121"/>
                    <a:pt x="4799381" y="11619"/>
                    <a:pt x="4788139" y="9366"/>
                  </a:cubicBezTo>
                  <a:cubicBezTo>
                    <a:pt x="4791137" y="5987"/>
                    <a:pt x="4808937" y="3921"/>
                    <a:pt x="4827674" y="3358"/>
                  </a:cubicBezTo>
                  <a:close/>
                  <a:moveTo>
                    <a:pt x="1127399" y="3358"/>
                  </a:moveTo>
                  <a:cubicBezTo>
                    <a:pt x="1146313" y="2983"/>
                    <a:pt x="1165976" y="4109"/>
                    <a:pt x="1171594" y="7113"/>
                  </a:cubicBezTo>
                  <a:cubicBezTo>
                    <a:pt x="1171594" y="7113"/>
                    <a:pt x="1171594" y="8615"/>
                    <a:pt x="1171594" y="8615"/>
                  </a:cubicBezTo>
                  <a:cubicBezTo>
                    <a:pt x="1148373" y="12370"/>
                    <a:pt x="1148373" y="28141"/>
                    <a:pt x="1149122" y="46916"/>
                  </a:cubicBezTo>
                  <a:cubicBezTo>
                    <a:pt x="1149871" y="82212"/>
                    <a:pt x="1149122" y="116758"/>
                    <a:pt x="1149122" y="152055"/>
                  </a:cubicBezTo>
                  <a:cubicBezTo>
                    <a:pt x="1149122" y="168576"/>
                    <a:pt x="1154366" y="173082"/>
                    <a:pt x="1171594" y="170078"/>
                  </a:cubicBezTo>
                  <a:cubicBezTo>
                    <a:pt x="1197812" y="166323"/>
                    <a:pt x="1206801" y="146047"/>
                    <a:pt x="1215790" y="125019"/>
                  </a:cubicBezTo>
                  <a:cubicBezTo>
                    <a:pt x="1218037" y="121264"/>
                    <a:pt x="1218786" y="117509"/>
                    <a:pt x="1220284" y="113754"/>
                  </a:cubicBezTo>
                  <a:cubicBezTo>
                    <a:pt x="1221783" y="113754"/>
                    <a:pt x="1223281" y="114505"/>
                    <a:pt x="1224030" y="114505"/>
                  </a:cubicBezTo>
                  <a:cubicBezTo>
                    <a:pt x="1224030" y="135533"/>
                    <a:pt x="1224030" y="157311"/>
                    <a:pt x="1224030" y="179090"/>
                  </a:cubicBezTo>
                  <a:cubicBezTo>
                    <a:pt x="1178336" y="179090"/>
                    <a:pt x="1132642" y="179090"/>
                    <a:pt x="1086949" y="179090"/>
                  </a:cubicBezTo>
                  <a:cubicBezTo>
                    <a:pt x="1111668" y="166323"/>
                    <a:pt x="1110919" y="166323"/>
                    <a:pt x="1110919" y="139288"/>
                  </a:cubicBezTo>
                  <a:cubicBezTo>
                    <a:pt x="1110170" y="106244"/>
                    <a:pt x="1110919" y="72449"/>
                    <a:pt x="1111668" y="38655"/>
                  </a:cubicBezTo>
                  <a:cubicBezTo>
                    <a:pt x="1111668" y="20631"/>
                    <a:pt x="1108672" y="16125"/>
                    <a:pt x="1087698" y="8615"/>
                  </a:cubicBezTo>
                  <a:cubicBezTo>
                    <a:pt x="1090320" y="5611"/>
                    <a:pt x="1108485" y="3734"/>
                    <a:pt x="1127399" y="3358"/>
                  </a:cubicBezTo>
                  <a:close/>
                  <a:moveTo>
                    <a:pt x="2404549" y="3353"/>
                  </a:moveTo>
                  <a:cubicBezTo>
                    <a:pt x="2420259" y="1105"/>
                    <a:pt x="2426992" y="11594"/>
                    <a:pt x="2433725" y="22831"/>
                  </a:cubicBezTo>
                  <a:cubicBezTo>
                    <a:pt x="2453176" y="52049"/>
                    <a:pt x="2472628" y="81267"/>
                    <a:pt x="2492079" y="109736"/>
                  </a:cubicBezTo>
                  <a:cubicBezTo>
                    <a:pt x="2495071" y="114980"/>
                    <a:pt x="2498812" y="118726"/>
                    <a:pt x="2502552" y="123221"/>
                  </a:cubicBezTo>
                  <a:cubicBezTo>
                    <a:pt x="2504048" y="122472"/>
                    <a:pt x="2505545" y="121723"/>
                    <a:pt x="2506293" y="121723"/>
                  </a:cubicBezTo>
                  <a:cubicBezTo>
                    <a:pt x="2506293" y="91756"/>
                    <a:pt x="2507041" y="61789"/>
                    <a:pt x="2505545" y="31821"/>
                  </a:cubicBezTo>
                  <a:cubicBezTo>
                    <a:pt x="2505545" y="25828"/>
                    <a:pt x="2496567" y="19085"/>
                    <a:pt x="2491330" y="13841"/>
                  </a:cubicBezTo>
                  <a:cubicBezTo>
                    <a:pt x="2489086" y="11594"/>
                    <a:pt x="2484597" y="11594"/>
                    <a:pt x="2480857" y="10095"/>
                  </a:cubicBezTo>
                  <a:cubicBezTo>
                    <a:pt x="2480857" y="8597"/>
                    <a:pt x="2480857" y="7099"/>
                    <a:pt x="2480857" y="6349"/>
                  </a:cubicBezTo>
                  <a:cubicBezTo>
                    <a:pt x="2500308" y="6349"/>
                    <a:pt x="2519011" y="6349"/>
                    <a:pt x="2538462" y="6349"/>
                  </a:cubicBezTo>
                  <a:cubicBezTo>
                    <a:pt x="2538462" y="7848"/>
                    <a:pt x="2538462" y="9346"/>
                    <a:pt x="2538462" y="9346"/>
                  </a:cubicBezTo>
                  <a:cubicBezTo>
                    <a:pt x="2519759" y="15340"/>
                    <a:pt x="2516766" y="29574"/>
                    <a:pt x="2517514" y="46805"/>
                  </a:cubicBezTo>
                  <a:cubicBezTo>
                    <a:pt x="2518263" y="85762"/>
                    <a:pt x="2517514" y="123970"/>
                    <a:pt x="2517514" y="162178"/>
                  </a:cubicBezTo>
                  <a:cubicBezTo>
                    <a:pt x="2517514" y="167423"/>
                    <a:pt x="2517514" y="173416"/>
                    <a:pt x="2517514" y="178660"/>
                  </a:cubicBezTo>
                  <a:cubicBezTo>
                    <a:pt x="2504048" y="182406"/>
                    <a:pt x="2495819" y="181657"/>
                    <a:pt x="2488338" y="168921"/>
                  </a:cubicBezTo>
                  <a:cubicBezTo>
                    <a:pt x="2463650" y="129964"/>
                    <a:pt x="2436718" y="91756"/>
                    <a:pt x="2410534" y="53548"/>
                  </a:cubicBezTo>
                  <a:cubicBezTo>
                    <a:pt x="2409038" y="50551"/>
                    <a:pt x="2406045" y="48303"/>
                    <a:pt x="2403053" y="45307"/>
                  </a:cubicBezTo>
                  <a:cubicBezTo>
                    <a:pt x="2401556" y="46056"/>
                    <a:pt x="2400060" y="46056"/>
                    <a:pt x="2398564" y="46056"/>
                  </a:cubicBezTo>
                  <a:cubicBezTo>
                    <a:pt x="2398564" y="61789"/>
                    <a:pt x="2398564" y="76772"/>
                    <a:pt x="2398564" y="91756"/>
                  </a:cubicBezTo>
                  <a:cubicBezTo>
                    <a:pt x="2398564" y="110485"/>
                    <a:pt x="2399312" y="129215"/>
                    <a:pt x="2399312" y="148693"/>
                  </a:cubicBezTo>
                  <a:cubicBezTo>
                    <a:pt x="2400060" y="168921"/>
                    <a:pt x="2401556" y="171169"/>
                    <a:pt x="2422504" y="173416"/>
                  </a:cubicBezTo>
                  <a:cubicBezTo>
                    <a:pt x="2424000" y="173416"/>
                    <a:pt x="2426244" y="174165"/>
                    <a:pt x="2427741" y="177162"/>
                  </a:cubicBezTo>
                  <a:cubicBezTo>
                    <a:pt x="2407541" y="182406"/>
                    <a:pt x="2387342" y="180159"/>
                    <a:pt x="2366395" y="180908"/>
                  </a:cubicBezTo>
                  <a:cubicBezTo>
                    <a:pt x="2366395" y="179410"/>
                    <a:pt x="2366395" y="177911"/>
                    <a:pt x="2366395" y="176413"/>
                  </a:cubicBezTo>
                  <a:cubicBezTo>
                    <a:pt x="2368639" y="175664"/>
                    <a:pt x="2370136" y="173416"/>
                    <a:pt x="2373128" y="173416"/>
                  </a:cubicBezTo>
                  <a:cubicBezTo>
                    <a:pt x="2383602" y="171918"/>
                    <a:pt x="2388090" y="165924"/>
                    <a:pt x="2388090" y="155436"/>
                  </a:cubicBezTo>
                  <a:cubicBezTo>
                    <a:pt x="2388090" y="114231"/>
                    <a:pt x="2388090" y="72277"/>
                    <a:pt x="2388838" y="31072"/>
                  </a:cubicBezTo>
                  <a:cubicBezTo>
                    <a:pt x="2388838" y="13841"/>
                    <a:pt x="2376120" y="13092"/>
                    <a:pt x="2364899" y="10095"/>
                  </a:cubicBezTo>
                  <a:cubicBezTo>
                    <a:pt x="2364899" y="8597"/>
                    <a:pt x="2364899" y="7099"/>
                    <a:pt x="2364899" y="7099"/>
                  </a:cubicBezTo>
                  <a:cubicBezTo>
                    <a:pt x="2378365" y="5600"/>
                    <a:pt x="2391083" y="5600"/>
                    <a:pt x="2404549" y="3353"/>
                  </a:cubicBezTo>
                  <a:close/>
                  <a:moveTo>
                    <a:pt x="4894338" y="3316"/>
                  </a:moveTo>
                  <a:cubicBezTo>
                    <a:pt x="4912316" y="3316"/>
                    <a:pt x="4929544" y="3316"/>
                    <a:pt x="4946772" y="3316"/>
                  </a:cubicBezTo>
                  <a:cubicBezTo>
                    <a:pt x="4976734" y="3316"/>
                    <a:pt x="5006696" y="4063"/>
                    <a:pt x="5036658" y="4063"/>
                  </a:cubicBezTo>
                  <a:cubicBezTo>
                    <a:pt x="5045647" y="4063"/>
                    <a:pt x="5050141" y="6302"/>
                    <a:pt x="5049392" y="16752"/>
                  </a:cubicBezTo>
                  <a:cubicBezTo>
                    <a:pt x="5048643" y="31681"/>
                    <a:pt x="5049392" y="47356"/>
                    <a:pt x="5049392" y="63032"/>
                  </a:cubicBezTo>
                  <a:cubicBezTo>
                    <a:pt x="5047894" y="63778"/>
                    <a:pt x="5046396" y="63778"/>
                    <a:pt x="5045647" y="64525"/>
                  </a:cubicBezTo>
                  <a:cubicBezTo>
                    <a:pt x="5043400" y="60792"/>
                    <a:pt x="5040403" y="56314"/>
                    <a:pt x="5038905" y="51835"/>
                  </a:cubicBezTo>
                  <a:cubicBezTo>
                    <a:pt x="5031415" y="36906"/>
                    <a:pt x="5024673" y="21231"/>
                    <a:pt x="5005947" y="15259"/>
                  </a:cubicBezTo>
                  <a:cubicBezTo>
                    <a:pt x="4996209" y="12273"/>
                    <a:pt x="4990966" y="14513"/>
                    <a:pt x="4990966" y="27202"/>
                  </a:cubicBezTo>
                  <a:cubicBezTo>
                    <a:pt x="4991715" y="67510"/>
                    <a:pt x="4991715" y="108565"/>
                    <a:pt x="4990966" y="149619"/>
                  </a:cubicBezTo>
                  <a:cubicBezTo>
                    <a:pt x="4990966" y="164548"/>
                    <a:pt x="4994711" y="173506"/>
                    <a:pt x="5011939" y="172759"/>
                  </a:cubicBezTo>
                  <a:cubicBezTo>
                    <a:pt x="5013437" y="172759"/>
                    <a:pt x="5014187" y="173506"/>
                    <a:pt x="5015685" y="174252"/>
                  </a:cubicBezTo>
                  <a:cubicBezTo>
                    <a:pt x="5015685" y="174998"/>
                    <a:pt x="5015685" y="175745"/>
                    <a:pt x="5016434" y="177984"/>
                  </a:cubicBezTo>
                  <a:cubicBezTo>
                    <a:pt x="4985723" y="177984"/>
                    <a:pt x="4955761" y="177984"/>
                    <a:pt x="4925049" y="177984"/>
                  </a:cubicBezTo>
                  <a:cubicBezTo>
                    <a:pt x="4925798" y="176491"/>
                    <a:pt x="4925798" y="174998"/>
                    <a:pt x="4925798" y="173506"/>
                  </a:cubicBezTo>
                  <a:cubicBezTo>
                    <a:pt x="4929544" y="173506"/>
                    <a:pt x="4933289" y="172759"/>
                    <a:pt x="4937034" y="172013"/>
                  </a:cubicBezTo>
                  <a:cubicBezTo>
                    <a:pt x="4946772" y="171266"/>
                    <a:pt x="4952015" y="166041"/>
                    <a:pt x="4952015" y="155591"/>
                  </a:cubicBezTo>
                  <a:cubicBezTo>
                    <a:pt x="4952015" y="111551"/>
                    <a:pt x="4952015" y="68257"/>
                    <a:pt x="4952015" y="24217"/>
                  </a:cubicBezTo>
                  <a:cubicBezTo>
                    <a:pt x="4952764" y="13766"/>
                    <a:pt x="4947521" y="12273"/>
                    <a:pt x="4939281" y="14513"/>
                  </a:cubicBezTo>
                  <a:cubicBezTo>
                    <a:pt x="4921304" y="19738"/>
                    <a:pt x="4913065" y="33174"/>
                    <a:pt x="4906323" y="48849"/>
                  </a:cubicBezTo>
                  <a:cubicBezTo>
                    <a:pt x="4904076" y="54074"/>
                    <a:pt x="4902578" y="59299"/>
                    <a:pt x="4898833" y="64525"/>
                  </a:cubicBezTo>
                  <a:cubicBezTo>
                    <a:pt x="4889844" y="45117"/>
                    <a:pt x="4896585" y="24963"/>
                    <a:pt x="4894338" y="3316"/>
                  </a:cubicBezTo>
                  <a:close/>
                  <a:moveTo>
                    <a:pt x="3134904" y="3316"/>
                  </a:moveTo>
                  <a:cubicBezTo>
                    <a:pt x="3136406" y="3316"/>
                    <a:pt x="3137908" y="5551"/>
                    <a:pt x="3143165" y="9275"/>
                  </a:cubicBezTo>
                  <a:cubicBezTo>
                    <a:pt x="3108620" y="11509"/>
                    <a:pt x="3116130" y="34598"/>
                    <a:pt x="3116130" y="53218"/>
                  </a:cubicBezTo>
                  <a:cubicBezTo>
                    <a:pt x="3115379" y="81521"/>
                    <a:pt x="3115379" y="109823"/>
                    <a:pt x="3115379" y="138126"/>
                  </a:cubicBezTo>
                  <a:cubicBezTo>
                    <a:pt x="3115379" y="165684"/>
                    <a:pt x="3115379" y="165684"/>
                    <a:pt x="3138659" y="177601"/>
                  </a:cubicBezTo>
                  <a:cubicBezTo>
                    <a:pt x="3111624" y="177601"/>
                    <a:pt x="3085340" y="177601"/>
                    <a:pt x="3059056" y="177601"/>
                  </a:cubicBezTo>
                  <a:cubicBezTo>
                    <a:pt x="3085340" y="170153"/>
                    <a:pt x="3080083" y="150043"/>
                    <a:pt x="3080083" y="131423"/>
                  </a:cubicBezTo>
                  <a:cubicBezTo>
                    <a:pt x="3079332" y="103120"/>
                    <a:pt x="3079332" y="74073"/>
                    <a:pt x="3079332" y="45025"/>
                  </a:cubicBezTo>
                  <a:cubicBezTo>
                    <a:pt x="3079332" y="40556"/>
                    <a:pt x="3078581" y="36088"/>
                    <a:pt x="3077830" y="31619"/>
                  </a:cubicBezTo>
                  <a:cubicBezTo>
                    <a:pt x="3076328" y="31619"/>
                    <a:pt x="3074826" y="30874"/>
                    <a:pt x="3074075" y="30874"/>
                  </a:cubicBezTo>
                  <a:cubicBezTo>
                    <a:pt x="3066566" y="54708"/>
                    <a:pt x="3059056" y="78541"/>
                    <a:pt x="3052297" y="102375"/>
                  </a:cubicBezTo>
                  <a:cubicBezTo>
                    <a:pt x="3045538" y="125464"/>
                    <a:pt x="3039531" y="147808"/>
                    <a:pt x="3032021" y="170897"/>
                  </a:cubicBezTo>
                  <a:cubicBezTo>
                    <a:pt x="3030519" y="174621"/>
                    <a:pt x="3023760" y="179090"/>
                    <a:pt x="3019254" y="179090"/>
                  </a:cubicBezTo>
                  <a:cubicBezTo>
                    <a:pt x="3015499" y="179090"/>
                    <a:pt x="3009492" y="173877"/>
                    <a:pt x="3007990" y="169408"/>
                  </a:cubicBezTo>
                  <a:cubicBezTo>
                    <a:pt x="2995223" y="126954"/>
                    <a:pt x="2983208" y="83755"/>
                    <a:pt x="2971192" y="40556"/>
                  </a:cubicBezTo>
                  <a:cubicBezTo>
                    <a:pt x="2970441" y="37577"/>
                    <a:pt x="2968188" y="33853"/>
                    <a:pt x="2965184" y="27150"/>
                  </a:cubicBezTo>
                  <a:cubicBezTo>
                    <a:pt x="2963682" y="33108"/>
                    <a:pt x="2962931" y="35343"/>
                    <a:pt x="2962931" y="37577"/>
                  </a:cubicBezTo>
                  <a:cubicBezTo>
                    <a:pt x="2962931" y="68859"/>
                    <a:pt x="2962931" y="100141"/>
                    <a:pt x="2962931" y="131423"/>
                  </a:cubicBezTo>
                  <a:cubicBezTo>
                    <a:pt x="2962931" y="161960"/>
                    <a:pt x="2963682" y="161960"/>
                    <a:pt x="2990717" y="177601"/>
                  </a:cubicBezTo>
                  <a:cubicBezTo>
                    <a:pt x="2967437" y="177601"/>
                    <a:pt x="2947912" y="177601"/>
                    <a:pt x="2928387" y="177601"/>
                  </a:cubicBezTo>
                  <a:cubicBezTo>
                    <a:pt x="2926885" y="176111"/>
                    <a:pt x="2926134" y="174621"/>
                    <a:pt x="2925383" y="173132"/>
                  </a:cubicBezTo>
                  <a:cubicBezTo>
                    <a:pt x="2952418" y="170897"/>
                    <a:pt x="2951667" y="153022"/>
                    <a:pt x="2951667" y="134402"/>
                  </a:cubicBezTo>
                  <a:cubicBezTo>
                    <a:pt x="2950916" y="107589"/>
                    <a:pt x="2951667" y="80031"/>
                    <a:pt x="2951667" y="52473"/>
                  </a:cubicBezTo>
                  <a:cubicBezTo>
                    <a:pt x="2950916" y="34598"/>
                    <a:pt x="2958426" y="12254"/>
                    <a:pt x="2926885" y="8530"/>
                  </a:cubicBezTo>
                  <a:cubicBezTo>
                    <a:pt x="2928387" y="7040"/>
                    <a:pt x="2929138" y="5551"/>
                    <a:pt x="2930640" y="4806"/>
                  </a:cubicBezTo>
                  <a:cubicBezTo>
                    <a:pt x="2943406" y="4806"/>
                    <a:pt x="2956173" y="4806"/>
                    <a:pt x="2969690" y="4806"/>
                  </a:cubicBezTo>
                  <a:cubicBezTo>
                    <a:pt x="2996725" y="4806"/>
                    <a:pt x="2997476" y="4806"/>
                    <a:pt x="3004986" y="31619"/>
                  </a:cubicBezTo>
                  <a:cubicBezTo>
                    <a:pt x="3012496" y="54708"/>
                    <a:pt x="3018503" y="77797"/>
                    <a:pt x="3025262" y="101631"/>
                  </a:cubicBezTo>
                  <a:cubicBezTo>
                    <a:pt x="3026764" y="107589"/>
                    <a:pt x="3029768" y="113547"/>
                    <a:pt x="3032021" y="120251"/>
                  </a:cubicBezTo>
                  <a:cubicBezTo>
                    <a:pt x="3033523" y="120251"/>
                    <a:pt x="3035025" y="120251"/>
                    <a:pt x="3036527" y="120251"/>
                  </a:cubicBezTo>
                  <a:cubicBezTo>
                    <a:pt x="3042534" y="98651"/>
                    <a:pt x="3049293" y="77797"/>
                    <a:pt x="3055301" y="56942"/>
                  </a:cubicBezTo>
                  <a:cubicBezTo>
                    <a:pt x="3059807" y="42046"/>
                    <a:pt x="3063562" y="27150"/>
                    <a:pt x="3068068" y="12999"/>
                  </a:cubicBezTo>
                  <a:cubicBezTo>
                    <a:pt x="3069569" y="9275"/>
                    <a:pt x="3073324" y="4061"/>
                    <a:pt x="3076328" y="4061"/>
                  </a:cubicBezTo>
                  <a:cubicBezTo>
                    <a:pt x="3095853" y="3316"/>
                    <a:pt x="3115379" y="3316"/>
                    <a:pt x="3134904" y="3316"/>
                  </a:cubicBezTo>
                  <a:close/>
                  <a:moveTo>
                    <a:pt x="2757081" y="3316"/>
                  </a:moveTo>
                  <a:cubicBezTo>
                    <a:pt x="2788459" y="4064"/>
                    <a:pt x="2820583" y="4064"/>
                    <a:pt x="2851961" y="5559"/>
                  </a:cubicBezTo>
                  <a:cubicBezTo>
                    <a:pt x="2873627" y="6306"/>
                    <a:pt x="2889316" y="20510"/>
                    <a:pt x="2894545" y="37704"/>
                  </a:cubicBezTo>
                  <a:cubicBezTo>
                    <a:pt x="2899028" y="55646"/>
                    <a:pt x="2894545" y="72840"/>
                    <a:pt x="2880351" y="81063"/>
                  </a:cubicBezTo>
                  <a:cubicBezTo>
                    <a:pt x="2869144" y="87792"/>
                    <a:pt x="2856444" y="90034"/>
                    <a:pt x="2842249" y="95267"/>
                  </a:cubicBezTo>
                  <a:cubicBezTo>
                    <a:pt x="2870639" y="103491"/>
                    <a:pt x="2879604" y="125918"/>
                    <a:pt x="2884833" y="150587"/>
                  </a:cubicBezTo>
                  <a:cubicBezTo>
                    <a:pt x="2885580" y="155073"/>
                    <a:pt x="2891557" y="158811"/>
                    <a:pt x="2894545" y="162549"/>
                  </a:cubicBezTo>
                  <a:cubicBezTo>
                    <a:pt x="2897534" y="158811"/>
                    <a:pt x="2901269" y="155073"/>
                    <a:pt x="2904258" y="151335"/>
                  </a:cubicBezTo>
                  <a:cubicBezTo>
                    <a:pt x="2905752" y="149092"/>
                    <a:pt x="2906499" y="146102"/>
                    <a:pt x="2908740" y="143112"/>
                  </a:cubicBezTo>
                  <a:cubicBezTo>
                    <a:pt x="2913223" y="160306"/>
                    <a:pt x="2906499" y="174510"/>
                    <a:pt x="2891557" y="179743"/>
                  </a:cubicBezTo>
                  <a:cubicBezTo>
                    <a:pt x="2872880" y="185723"/>
                    <a:pt x="2852708" y="178248"/>
                    <a:pt x="2848226" y="162549"/>
                  </a:cubicBezTo>
                  <a:cubicBezTo>
                    <a:pt x="2844490" y="148345"/>
                    <a:pt x="2843743" y="132646"/>
                    <a:pt x="2840755" y="118442"/>
                  </a:cubicBezTo>
                  <a:cubicBezTo>
                    <a:pt x="2838514" y="111714"/>
                    <a:pt x="2834031" y="103491"/>
                    <a:pt x="2828801" y="99753"/>
                  </a:cubicBezTo>
                  <a:cubicBezTo>
                    <a:pt x="2816101" y="91529"/>
                    <a:pt x="2810871" y="96015"/>
                    <a:pt x="2810871" y="110219"/>
                  </a:cubicBezTo>
                  <a:cubicBezTo>
                    <a:pt x="2811618" y="119937"/>
                    <a:pt x="2811618" y="130403"/>
                    <a:pt x="2811618" y="140121"/>
                  </a:cubicBezTo>
                  <a:cubicBezTo>
                    <a:pt x="2810871" y="167034"/>
                    <a:pt x="2810871" y="167034"/>
                    <a:pt x="2834031" y="175257"/>
                  </a:cubicBezTo>
                  <a:cubicBezTo>
                    <a:pt x="2827307" y="181985"/>
                    <a:pt x="2763057" y="182733"/>
                    <a:pt x="2749610" y="176005"/>
                  </a:cubicBezTo>
                  <a:cubicBezTo>
                    <a:pt x="2754092" y="174510"/>
                    <a:pt x="2756334" y="173015"/>
                    <a:pt x="2759322" y="173015"/>
                  </a:cubicBezTo>
                  <a:cubicBezTo>
                    <a:pt x="2769781" y="170772"/>
                    <a:pt x="2775011" y="164791"/>
                    <a:pt x="2775011" y="154325"/>
                  </a:cubicBezTo>
                  <a:cubicBezTo>
                    <a:pt x="2775011" y="113209"/>
                    <a:pt x="2775011" y="72093"/>
                    <a:pt x="2775011" y="31724"/>
                  </a:cubicBezTo>
                  <a:cubicBezTo>
                    <a:pt x="2775011" y="16025"/>
                    <a:pt x="2764552" y="11539"/>
                    <a:pt x="2750357" y="10044"/>
                  </a:cubicBezTo>
                  <a:cubicBezTo>
                    <a:pt x="2751104" y="9297"/>
                    <a:pt x="2751104" y="7802"/>
                    <a:pt x="2751104" y="6306"/>
                  </a:cubicBezTo>
                  <a:cubicBezTo>
                    <a:pt x="2753345" y="5559"/>
                    <a:pt x="2754839" y="3316"/>
                    <a:pt x="2757081" y="3316"/>
                  </a:cubicBezTo>
                  <a:close/>
                  <a:moveTo>
                    <a:pt x="197218" y="3316"/>
                  </a:moveTo>
                  <a:cubicBezTo>
                    <a:pt x="236654" y="3316"/>
                    <a:pt x="276091" y="4062"/>
                    <a:pt x="314783" y="4062"/>
                  </a:cubicBezTo>
                  <a:cubicBezTo>
                    <a:pt x="323712" y="4062"/>
                    <a:pt x="328176" y="5555"/>
                    <a:pt x="328176" y="15257"/>
                  </a:cubicBezTo>
                  <a:cubicBezTo>
                    <a:pt x="327432" y="31676"/>
                    <a:pt x="328176" y="47349"/>
                    <a:pt x="325200" y="65261"/>
                  </a:cubicBezTo>
                  <a:cubicBezTo>
                    <a:pt x="322968" y="61529"/>
                    <a:pt x="319991" y="58544"/>
                    <a:pt x="318503" y="54813"/>
                  </a:cubicBezTo>
                  <a:cubicBezTo>
                    <a:pt x="308086" y="30184"/>
                    <a:pt x="291716" y="14511"/>
                    <a:pt x="264185" y="13018"/>
                  </a:cubicBezTo>
                  <a:cubicBezTo>
                    <a:pt x="248560" y="12272"/>
                    <a:pt x="242607" y="17496"/>
                    <a:pt x="241863" y="33169"/>
                  </a:cubicBezTo>
                  <a:cubicBezTo>
                    <a:pt x="241863" y="48842"/>
                    <a:pt x="241863" y="64515"/>
                    <a:pt x="241863" y="80188"/>
                  </a:cubicBezTo>
                  <a:cubicBezTo>
                    <a:pt x="262697" y="86158"/>
                    <a:pt x="266418" y="83173"/>
                    <a:pt x="284276" y="53320"/>
                  </a:cubicBezTo>
                  <a:cubicBezTo>
                    <a:pt x="291716" y="60783"/>
                    <a:pt x="292460" y="108548"/>
                    <a:pt x="285020" y="122728"/>
                  </a:cubicBezTo>
                  <a:cubicBezTo>
                    <a:pt x="282043" y="117504"/>
                    <a:pt x="280555" y="113026"/>
                    <a:pt x="278323" y="110041"/>
                  </a:cubicBezTo>
                  <a:cubicBezTo>
                    <a:pt x="273858" y="104816"/>
                    <a:pt x="269394" y="98846"/>
                    <a:pt x="263441" y="95861"/>
                  </a:cubicBezTo>
                  <a:cubicBezTo>
                    <a:pt x="247816" y="86905"/>
                    <a:pt x="241863" y="90636"/>
                    <a:pt x="241863" y="108548"/>
                  </a:cubicBezTo>
                  <a:cubicBezTo>
                    <a:pt x="241863" y="123475"/>
                    <a:pt x="242607" y="138401"/>
                    <a:pt x="241863" y="153328"/>
                  </a:cubicBezTo>
                  <a:cubicBezTo>
                    <a:pt x="241119" y="166761"/>
                    <a:pt x="248560" y="170493"/>
                    <a:pt x="260465" y="171239"/>
                  </a:cubicBezTo>
                  <a:cubicBezTo>
                    <a:pt x="288740" y="171239"/>
                    <a:pt x="309574" y="156313"/>
                    <a:pt x="321480" y="127206"/>
                  </a:cubicBezTo>
                  <a:cubicBezTo>
                    <a:pt x="322968" y="123475"/>
                    <a:pt x="325200" y="118997"/>
                    <a:pt x="327432" y="115265"/>
                  </a:cubicBezTo>
                  <a:cubicBezTo>
                    <a:pt x="328920" y="115265"/>
                    <a:pt x="330409" y="116011"/>
                    <a:pt x="331153" y="116011"/>
                  </a:cubicBezTo>
                  <a:cubicBezTo>
                    <a:pt x="331153" y="135416"/>
                    <a:pt x="331897" y="154074"/>
                    <a:pt x="331153" y="173478"/>
                  </a:cubicBezTo>
                  <a:cubicBezTo>
                    <a:pt x="331153" y="175717"/>
                    <a:pt x="325944" y="180195"/>
                    <a:pt x="323712" y="180195"/>
                  </a:cubicBezTo>
                  <a:cubicBezTo>
                    <a:pt x="276835" y="180195"/>
                    <a:pt x="229958" y="179449"/>
                    <a:pt x="183824" y="179449"/>
                  </a:cubicBezTo>
                  <a:cubicBezTo>
                    <a:pt x="182336" y="179449"/>
                    <a:pt x="181592" y="177956"/>
                    <a:pt x="177128" y="175717"/>
                  </a:cubicBezTo>
                  <a:cubicBezTo>
                    <a:pt x="183824" y="174225"/>
                    <a:pt x="187545" y="174225"/>
                    <a:pt x="189033" y="171986"/>
                  </a:cubicBezTo>
                  <a:cubicBezTo>
                    <a:pt x="194242" y="167508"/>
                    <a:pt x="202427" y="161537"/>
                    <a:pt x="202427" y="155567"/>
                  </a:cubicBezTo>
                  <a:cubicBezTo>
                    <a:pt x="203171" y="113772"/>
                    <a:pt x="203171" y="71978"/>
                    <a:pt x="203171" y="30184"/>
                  </a:cubicBezTo>
                  <a:cubicBezTo>
                    <a:pt x="203171" y="19735"/>
                    <a:pt x="197962" y="13765"/>
                    <a:pt x="187545" y="11526"/>
                  </a:cubicBezTo>
                  <a:cubicBezTo>
                    <a:pt x="185313" y="11526"/>
                    <a:pt x="182336" y="10033"/>
                    <a:pt x="180104" y="5555"/>
                  </a:cubicBezTo>
                  <a:cubicBezTo>
                    <a:pt x="186057" y="4809"/>
                    <a:pt x="192009" y="3316"/>
                    <a:pt x="197218" y="3316"/>
                  </a:cubicBezTo>
                  <a:close/>
                  <a:moveTo>
                    <a:pt x="4043261" y="3264"/>
                  </a:moveTo>
                  <a:cubicBezTo>
                    <a:pt x="4062841" y="3170"/>
                    <a:pt x="4083452" y="4860"/>
                    <a:pt x="4090572" y="8615"/>
                  </a:cubicBezTo>
                  <a:cubicBezTo>
                    <a:pt x="4056845" y="10868"/>
                    <a:pt x="4063591" y="34149"/>
                    <a:pt x="4063591" y="53675"/>
                  </a:cubicBezTo>
                  <a:cubicBezTo>
                    <a:pt x="4062841" y="79959"/>
                    <a:pt x="4062841" y="106995"/>
                    <a:pt x="4063591" y="133280"/>
                  </a:cubicBezTo>
                  <a:cubicBezTo>
                    <a:pt x="4063591" y="152055"/>
                    <a:pt x="4057595" y="173833"/>
                    <a:pt x="4090572" y="174584"/>
                  </a:cubicBezTo>
                  <a:cubicBezTo>
                    <a:pt x="4089073" y="176086"/>
                    <a:pt x="4088324" y="177588"/>
                    <a:pt x="4086825" y="179090"/>
                  </a:cubicBezTo>
                  <a:cubicBezTo>
                    <a:pt x="4059094" y="179090"/>
                    <a:pt x="4030613" y="179090"/>
                    <a:pt x="4002133" y="179090"/>
                  </a:cubicBezTo>
                  <a:cubicBezTo>
                    <a:pt x="4002133" y="176837"/>
                    <a:pt x="4002133" y="175335"/>
                    <a:pt x="4002133" y="175335"/>
                  </a:cubicBezTo>
                  <a:cubicBezTo>
                    <a:pt x="4025367" y="166323"/>
                    <a:pt x="4025367" y="166323"/>
                    <a:pt x="4025367" y="140039"/>
                  </a:cubicBezTo>
                  <a:cubicBezTo>
                    <a:pt x="4025367" y="107746"/>
                    <a:pt x="4025367" y="75453"/>
                    <a:pt x="4025367" y="43912"/>
                  </a:cubicBezTo>
                  <a:cubicBezTo>
                    <a:pt x="4025367" y="16876"/>
                    <a:pt x="4025367" y="16876"/>
                    <a:pt x="4002133" y="8615"/>
                  </a:cubicBezTo>
                  <a:cubicBezTo>
                    <a:pt x="4005131" y="5236"/>
                    <a:pt x="4023681" y="3358"/>
                    <a:pt x="4043261" y="3264"/>
                  </a:cubicBezTo>
                  <a:close/>
                  <a:moveTo>
                    <a:pt x="3851659" y="3078"/>
                  </a:moveTo>
                  <a:cubicBezTo>
                    <a:pt x="3866309" y="5857"/>
                    <a:pt x="3875282" y="18240"/>
                    <a:pt x="3884254" y="32311"/>
                  </a:cubicBezTo>
                  <a:cubicBezTo>
                    <a:pt x="3900703" y="60079"/>
                    <a:pt x="3919396" y="87096"/>
                    <a:pt x="3937341" y="113363"/>
                  </a:cubicBezTo>
                  <a:cubicBezTo>
                    <a:pt x="3940332" y="117116"/>
                    <a:pt x="3943322" y="120117"/>
                    <a:pt x="3949304" y="126121"/>
                  </a:cubicBezTo>
                  <a:cubicBezTo>
                    <a:pt x="3949304" y="113363"/>
                    <a:pt x="3949304" y="103607"/>
                    <a:pt x="3949304" y="94601"/>
                  </a:cubicBezTo>
                  <a:cubicBezTo>
                    <a:pt x="3950052" y="76589"/>
                    <a:pt x="3950052" y="58578"/>
                    <a:pt x="3950052" y="40566"/>
                  </a:cubicBezTo>
                  <a:cubicBezTo>
                    <a:pt x="3950799" y="25557"/>
                    <a:pt x="3946313" y="14300"/>
                    <a:pt x="3929116" y="12048"/>
                  </a:cubicBezTo>
                  <a:cubicBezTo>
                    <a:pt x="3927621" y="12048"/>
                    <a:pt x="3926873" y="10547"/>
                    <a:pt x="3925378" y="9797"/>
                  </a:cubicBezTo>
                  <a:cubicBezTo>
                    <a:pt x="3924630" y="9797"/>
                    <a:pt x="3924630" y="8296"/>
                    <a:pt x="3923882" y="5294"/>
                  </a:cubicBezTo>
                  <a:cubicBezTo>
                    <a:pt x="3944070" y="5294"/>
                    <a:pt x="3962763" y="5294"/>
                    <a:pt x="3984446" y="5294"/>
                  </a:cubicBezTo>
                  <a:cubicBezTo>
                    <a:pt x="3961267" y="23305"/>
                    <a:pt x="3961267" y="23305"/>
                    <a:pt x="3960520" y="51824"/>
                  </a:cubicBezTo>
                  <a:cubicBezTo>
                    <a:pt x="3959772" y="87847"/>
                    <a:pt x="3959772" y="123870"/>
                    <a:pt x="3959772" y="159893"/>
                  </a:cubicBezTo>
                  <a:cubicBezTo>
                    <a:pt x="3959772" y="165897"/>
                    <a:pt x="3959772" y="172651"/>
                    <a:pt x="3959772" y="179405"/>
                  </a:cubicBezTo>
                  <a:cubicBezTo>
                    <a:pt x="3947809" y="182407"/>
                    <a:pt x="3939584" y="181657"/>
                    <a:pt x="3932107" y="170400"/>
                  </a:cubicBezTo>
                  <a:cubicBezTo>
                    <a:pt x="3907433" y="132125"/>
                    <a:pt x="3881263" y="93851"/>
                    <a:pt x="3855841" y="56327"/>
                  </a:cubicBezTo>
                  <a:cubicBezTo>
                    <a:pt x="3852851" y="52574"/>
                    <a:pt x="3849860" y="48822"/>
                    <a:pt x="3847617" y="45069"/>
                  </a:cubicBezTo>
                  <a:cubicBezTo>
                    <a:pt x="3846121" y="45820"/>
                    <a:pt x="3844626" y="45820"/>
                    <a:pt x="3843130" y="46570"/>
                  </a:cubicBezTo>
                  <a:cubicBezTo>
                    <a:pt x="3843130" y="84094"/>
                    <a:pt x="3842383" y="121618"/>
                    <a:pt x="3843878" y="158392"/>
                  </a:cubicBezTo>
                  <a:cubicBezTo>
                    <a:pt x="3843878" y="163645"/>
                    <a:pt x="3852851" y="168899"/>
                    <a:pt x="3858084" y="172651"/>
                  </a:cubicBezTo>
                  <a:cubicBezTo>
                    <a:pt x="3861075" y="174902"/>
                    <a:pt x="3866309" y="174152"/>
                    <a:pt x="3870048" y="174902"/>
                  </a:cubicBezTo>
                  <a:cubicBezTo>
                    <a:pt x="3870048" y="176403"/>
                    <a:pt x="3870048" y="177904"/>
                    <a:pt x="3869300" y="178655"/>
                  </a:cubicBezTo>
                  <a:cubicBezTo>
                    <a:pt x="3849860" y="178655"/>
                    <a:pt x="3829672" y="178655"/>
                    <a:pt x="3809484" y="178655"/>
                  </a:cubicBezTo>
                  <a:cubicBezTo>
                    <a:pt x="3808736" y="177904"/>
                    <a:pt x="3808736" y="177154"/>
                    <a:pt x="3808736" y="175653"/>
                  </a:cubicBezTo>
                  <a:cubicBezTo>
                    <a:pt x="3811727" y="174902"/>
                    <a:pt x="3814718" y="174152"/>
                    <a:pt x="3816961" y="173401"/>
                  </a:cubicBezTo>
                  <a:cubicBezTo>
                    <a:pt x="3826681" y="171150"/>
                    <a:pt x="3831915" y="165897"/>
                    <a:pt x="3831915" y="155390"/>
                  </a:cubicBezTo>
                  <a:cubicBezTo>
                    <a:pt x="3831915" y="113363"/>
                    <a:pt x="3831915" y="71336"/>
                    <a:pt x="3832663" y="30060"/>
                  </a:cubicBezTo>
                  <a:cubicBezTo>
                    <a:pt x="3832663" y="12799"/>
                    <a:pt x="3818456" y="12799"/>
                    <a:pt x="3804250" y="7545"/>
                  </a:cubicBezTo>
                  <a:cubicBezTo>
                    <a:pt x="3810232" y="5294"/>
                    <a:pt x="3812475" y="3793"/>
                    <a:pt x="3815466" y="3793"/>
                  </a:cubicBezTo>
                  <a:cubicBezTo>
                    <a:pt x="3821447" y="3793"/>
                    <a:pt x="3828924" y="5294"/>
                    <a:pt x="3834906" y="3793"/>
                  </a:cubicBezTo>
                  <a:cubicBezTo>
                    <a:pt x="3841262" y="2292"/>
                    <a:pt x="3846776" y="2151"/>
                    <a:pt x="3851659" y="3078"/>
                  </a:cubicBezTo>
                  <a:close/>
                  <a:moveTo>
                    <a:pt x="1898402" y="2689"/>
                  </a:moveTo>
                  <a:cubicBezTo>
                    <a:pt x="1919941" y="3639"/>
                    <a:pt x="1925009" y="11239"/>
                    <a:pt x="1945281" y="41640"/>
                  </a:cubicBezTo>
                  <a:cubicBezTo>
                    <a:pt x="1960297" y="64910"/>
                    <a:pt x="1976064" y="88180"/>
                    <a:pt x="1991831" y="111450"/>
                  </a:cubicBezTo>
                  <a:cubicBezTo>
                    <a:pt x="1994084" y="115203"/>
                    <a:pt x="1997838" y="118957"/>
                    <a:pt x="2003094" y="125712"/>
                  </a:cubicBezTo>
                  <a:cubicBezTo>
                    <a:pt x="2003845" y="118206"/>
                    <a:pt x="2005346" y="115203"/>
                    <a:pt x="2005346" y="111450"/>
                  </a:cubicBezTo>
                  <a:cubicBezTo>
                    <a:pt x="2005346" y="88180"/>
                    <a:pt x="2004595" y="64159"/>
                    <a:pt x="2005346" y="40889"/>
                  </a:cubicBezTo>
                  <a:cubicBezTo>
                    <a:pt x="2006097" y="25126"/>
                    <a:pt x="2000841" y="14617"/>
                    <a:pt x="1984323" y="11614"/>
                  </a:cubicBezTo>
                  <a:cubicBezTo>
                    <a:pt x="1982822" y="11614"/>
                    <a:pt x="1981320" y="10113"/>
                    <a:pt x="1980569" y="9362"/>
                  </a:cubicBezTo>
                  <a:cubicBezTo>
                    <a:pt x="1979818" y="8612"/>
                    <a:pt x="1979818" y="7861"/>
                    <a:pt x="1979068" y="4858"/>
                  </a:cubicBezTo>
                  <a:cubicBezTo>
                    <a:pt x="1998589" y="4858"/>
                    <a:pt x="2017359" y="4858"/>
                    <a:pt x="2036130" y="4858"/>
                  </a:cubicBezTo>
                  <a:cubicBezTo>
                    <a:pt x="2037631" y="5609"/>
                    <a:pt x="2039133" y="7110"/>
                    <a:pt x="2039884" y="7861"/>
                  </a:cubicBezTo>
                  <a:cubicBezTo>
                    <a:pt x="2007599" y="15367"/>
                    <a:pt x="2015858" y="39388"/>
                    <a:pt x="2015858" y="58905"/>
                  </a:cubicBezTo>
                  <a:cubicBezTo>
                    <a:pt x="2015858" y="98689"/>
                    <a:pt x="2015858" y="138473"/>
                    <a:pt x="2015858" y="178258"/>
                  </a:cubicBezTo>
                  <a:cubicBezTo>
                    <a:pt x="2001592" y="183512"/>
                    <a:pt x="1993333" y="179759"/>
                    <a:pt x="1985074" y="167749"/>
                  </a:cubicBezTo>
                  <a:cubicBezTo>
                    <a:pt x="1961048" y="129466"/>
                    <a:pt x="1934769" y="92684"/>
                    <a:pt x="1909242" y="54401"/>
                  </a:cubicBezTo>
                  <a:cubicBezTo>
                    <a:pt x="1906989" y="51398"/>
                    <a:pt x="1903986" y="48396"/>
                    <a:pt x="1900983" y="45393"/>
                  </a:cubicBezTo>
                  <a:cubicBezTo>
                    <a:pt x="1900232" y="46144"/>
                    <a:pt x="1898730" y="46144"/>
                    <a:pt x="1897229" y="46895"/>
                  </a:cubicBezTo>
                  <a:cubicBezTo>
                    <a:pt x="1897229" y="65661"/>
                    <a:pt x="1897229" y="85178"/>
                    <a:pt x="1897229" y="104694"/>
                  </a:cubicBezTo>
                  <a:cubicBezTo>
                    <a:pt x="1897229" y="119707"/>
                    <a:pt x="1897229" y="134720"/>
                    <a:pt x="1897229" y="149733"/>
                  </a:cubicBezTo>
                  <a:cubicBezTo>
                    <a:pt x="1897229" y="167749"/>
                    <a:pt x="1900232" y="170751"/>
                    <a:pt x="1918251" y="173003"/>
                  </a:cubicBezTo>
                  <a:cubicBezTo>
                    <a:pt x="1921255" y="173003"/>
                    <a:pt x="1923507" y="174504"/>
                    <a:pt x="1925760" y="178258"/>
                  </a:cubicBezTo>
                  <a:cubicBezTo>
                    <a:pt x="1904737" y="178258"/>
                    <a:pt x="1884465" y="178258"/>
                    <a:pt x="1863442" y="178258"/>
                  </a:cubicBezTo>
                  <a:cubicBezTo>
                    <a:pt x="1864193" y="176006"/>
                    <a:pt x="1864193" y="174504"/>
                    <a:pt x="1864193" y="174504"/>
                  </a:cubicBezTo>
                  <a:cubicBezTo>
                    <a:pt x="1885966" y="167749"/>
                    <a:pt x="1885966" y="167749"/>
                    <a:pt x="1885966" y="144479"/>
                  </a:cubicBezTo>
                  <a:cubicBezTo>
                    <a:pt x="1885966" y="112201"/>
                    <a:pt x="1885966" y="79923"/>
                    <a:pt x="1885966" y="46895"/>
                  </a:cubicBezTo>
                  <a:cubicBezTo>
                    <a:pt x="1885966" y="18370"/>
                    <a:pt x="1885966" y="18370"/>
                    <a:pt x="1859688" y="6360"/>
                  </a:cubicBezTo>
                  <a:cubicBezTo>
                    <a:pt x="1864193" y="4858"/>
                    <a:pt x="1867196" y="3357"/>
                    <a:pt x="1870199" y="3357"/>
                  </a:cubicBezTo>
                  <a:cubicBezTo>
                    <a:pt x="1882212" y="2794"/>
                    <a:pt x="1891222" y="2372"/>
                    <a:pt x="1898402" y="2689"/>
                  </a:cubicBezTo>
                  <a:close/>
                  <a:moveTo>
                    <a:pt x="75422" y="2603"/>
                  </a:moveTo>
                  <a:cubicBezTo>
                    <a:pt x="88932" y="1105"/>
                    <a:pt x="103191" y="5598"/>
                    <a:pt x="115950" y="9343"/>
                  </a:cubicBezTo>
                  <a:cubicBezTo>
                    <a:pt x="125707" y="13087"/>
                    <a:pt x="134713" y="18329"/>
                    <a:pt x="141468" y="6347"/>
                  </a:cubicBezTo>
                  <a:cubicBezTo>
                    <a:pt x="142218" y="5598"/>
                    <a:pt x="145220" y="5598"/>
                    <a:pt x="148223" y="4850"/>
                  </a:cubicBezTo>
                  <a:cubicBezTo>
                    <a:pt x="148223" y="25818"/>
                    <a:pt x="148223" y="45289"/>
                    <a:pt x="148223" y="68505"/>
                  </a:cubicBezTo>
                  <a:cubicBezTo>
                    <a:pt x="144470" y="64011"/>
                    <a:pt x="141468" y="61765"/>
                    <a:pt x="139216" y="58769"/>
                  </a:cubicBezTo>
                  <a:cubicBezTo>
                    <a:pt x="134713" y="50531"/>
                    <a:pt x="130961" y="41545"/>
                    <a:pt x="126458" y="34056"/>
                  </a:cubicBezTo>
                  <a:cubicBezTo>
                    <a:pt x="113699" y="15334"/>
                    <a:pt x="95686" y="6347"/>
                    <a:pt x="77674" y="10841"/>
                  </a:cubicBezTo>
                  <a:cubicBezTo>
                    <a:pt x="58160" y="16083"/>
                    <a:pt x="46903" y="31809"/>
                    <a:pt x="45402" y="49783"/>
                  </a:cubicBezTo>
                  <a:cubicBezTo>
                    <a:pt x="43150" y="76742"/>
                    <a:pt x="42399" y="103702"/>
                    <a:pt x="44651" y="129913"/>
                  </a:cubicBezTo>
                  <a:cubicBezTo>
                    <a:pt x="47653" y="159120"/>
                    <a:pt x="66416" y="174097"/>
                    <a:pt x="93435" y="174097"/>
                  </a:cubicBezTo>
                  <a:cubicBezTo>
                    <a:pt x="119703" y="174846"/>
                    <a:pt x="139967" y="156124"/>
                    <a:pt x="145220" y="129164"/>
                  </a:cubicBezTo>
                  <a:cubicBezTo>
                    <a:pt x="145971" y="123922"/>
                    <a:pt x="147472" y="118680"/>
                    <a:pt x="148973" y="113438"/>
                  </a:cubicBezTo>
                  <a:cubicBezTo>
                    <a:pt x="149724" y="113438"/>
                    <a:pt x="151225" y="114187"/>
                    <a:pt x="152726" y="114187"/>
                  </a:cubicBezTo>
                  <a:cubicBezTo>
                    <a:pt x="157229" y="148635"/>
                    <a:pt x="134713" y="177093"/>
                    <a:pt x="98688" y="180837"/>
                  </a:cubicBezTo>
                  <a:cubicBezTo>
                    <a:pt x="46903" y="186828"/>
                    <a:pt x="6375" y="156873"/>
                    <a:pt x="1121" y="110442"/>
                  </a:cubicBezTo>
                  <a:cubicBezTo>
                    <a:pt x="-6384" y="54276"/>
                    <a:pt x="24387" y="9343"/>
                    <a:pt x="75422" y="2603"/>
                  </a:cubicBezTo>
                  <a:close/>
                  <a:moveTo>
                    <a:pt x="4684016" y="2211"/>
                  </a:moveTo>
                  <a:cubicBezTo>
                    <a:pt x="4696008" y="2211"/>
                    <a:pt x="4708749" y="4463"/>
                    <a:pt x="4719242" y="9718"/>
                  </a:cubicBezTo>
                  <a:cubicBezTo>
                    <a:pt x="4731234" y="16473"/>
                    <a:pt x="4737979" y="8967"/>
                    <a:pt x="4749221" y="2211"/>
                  </a:cubicBezTo>
                  <a:cubicBezTo>
                    <a:pt x="4749221" y="23980"/>
                    <a:pt x="4749221" y="42746"/>
                    <a:pt x="4749221" y="61512"/>
                  </a:cubicBezTo>
                  <a:cubicBezTo>
                    <a:pt x="4747722" y="62263"/>
                    <a:pt x="4746973" y="63013"/>
                    <a:pt x="4746223" y="63013"/>
                  </a:cubicBezTo>
                  <a:cubicBezTo>
                    <a:pt x="4743975" y="59260"/>
                    <a:pt x="4740977" y="55507"/>
                    <a:pt x="4738728" y="51754"/>
                  </a:cubicBezTo>
                  <a:cubicBezTo>
                    <a:pt x="4731234" y="34489"/>
                    <a:pt x="4722989" y="17975"/>
                    <a:pt x="4703503" y="11219"/>
                  </a:cubicBezTo>
                  <a:cubicBezTo>
                    <a:pt x="4690012" y="6715"/>
                    <a:pt x="4672024" y="12720"/>
                    <a:pt x="4666778" y="23980"/>
                  </a:cubicBezTo>
                  <a:cubicBezTo>
                    <a:pt x="4660032" y="35990"/>
                    <a:pt x="4664529" y="49502"/>
                    <a:pt x="4679519" y="59260"/>
                  </a:cubicBezTo>
                  <a:cubicBezTo>
                    <a:pt x="4685515" y="63013"/>
                    <a:pt x="4692260" y="65265"/>
                    <a:pt x="4698256" y="68268"/>
                  </a:cubicBezTo>
                  <a:cubicBezTo>
                    <a:pt x="4710248" y="74273"/>
                    <a:pt x="4722989" y="79528"/>
                    <a:pt x="4734232" y="86284"/>
                  </a:cubicBezTo>
                  <a:cubicBezTo>
                    <a:pt x="4754468" y="97543"/>
                    <a:pt x="4762712" y="115559"/>
                    <a:pt x="4757466" y="138078"/>
                  </a:cubicBezTo>
                  <a:cubicBezTo>
                    <a:pt x="4752969" y="159096"/>
                    <a:pt x="4740227" y="174860"/>
                    <a:pt x="4718492" y="177862"/>
                  </a:cubicBezTo>
                  <a:cubicBezTo>
                    <a:pt x="4702004" y="180114"/>
                    <a:pt x="4684016" y="179364"/>
                    <a:pt x="4667527" y="175610"/>
                  </a:cubicBezTo>
                  <a:cubicBezTo>
                    <a:pt x="4655536" y="173359"/>
                    <a:pt x="4645792" y="169605"/>
                    <a:pt x="4634550" y="184618"/>
                  </a:cubicBezTo>
                  <a:cubicBezTo>
                    <a:pt x="4634550" y="158346"/>
                    <a:pt x="4634550" y="136577"/>
                    <a:pt x="4634550" y="114808"/>
                  </a:cubicBezTo>
                  <a:cubicBezTo>
                    <a:pt x="4636049" y="114808"/>
                    <a:pt x="4636798" y="114058"/>
                    <a:pt x="4638297" y="113307"/>
                  </a:cubicBezTo>
                  <a:cubicBezTo>
                    <a:pt x="4640546" y="119312"/>
                    <a:pt x="4643544" y="124567"/>
                    <a:pt x="4645792" y="130572"/>
                  </a:cubicBezTo>
                  <a:cubicBezTo>
                    <a:pt x="4652538" y="147837"/>
                    <a:pt x="4660782" y="164351"/>
                    <a:pt x="4679519" y="171857"/>
                  </a:cubicBezTo>
                  <a:cubicBezTo>
                    <a:pt x="4702004" y="180114"/>
                    <a:pt x="4724488" y="171857"/>
                    <a:pt x="4726737" y="152340"/>
                  </a:cubicBezTo>
                  <a:cubicBezTo>
                    <a:pt x="4727486" y="144834"/>
                    <a:pt x="4724488" y="134325"/>
                    <a:pt x="4719242" y="129070"/>
                  </a:cubicBezTo>
                  <a:cubicBezTo>
                    <a:pt x="4711747" y="121564"/>
                    <a:pt x="4699755" y="117060"/>
                    <a:pt x="4690012" y="111806"/>
                  </a:cubicBezTo>
                  <a:cubicBezTo>
                    <a:pt x="4680269" y="106551"/>
                    <a:pt x="4669776" y="102798"/>
                    <a:pt x="4660782" y="96793"/>
                  </a:cubicBezTo>
                  <a:cubicBezTo>
                    <a:pt x="4636798" y="83281"/>
                    <a:pt x="4630053" y="68268"/>
                    <a:pt x="4636798" y="40494"/>
                  </a:cubicBezTo>
                  <a:cubicBezTo>
                    <a:pt x="4641295" y="18725"/>
                    <a:pt x="4660032" y="2211"/>
                    <a:pt x="4684016" y="2211"/>
                  </a:cubicBezTo>
                  <a:close/>
                  <a:moveTo>
                    <a:pt x="1457447" y="2039"/>
                  </a:moveTo>
                  <a:cubicBezTo>
                    <a:pt x="1466922" y="1336"/>
                    <a:pt x="1476559" y="2367"/>
                    <a:pt x="1485870" y="5367"/>
                  </a:cubicBezTo>
                  <a:cubicBezTo>
                    <a:pt x="1490340" y="6117"/>
                    <a:pt x="1494809" y="9117"/>
                    <a:pt x="1499278" y="10617"/>
                  </a:cubicBezTo>
                  <a:cubicBezTo>
                    <a:pt x="1503748" y="11367"/>
                    <a:pt x="1508962" y="13617"/>
                    <a:pt x="1512687" y="12117"/>
                  </a:cubicBezTo>
                  <a:cubicBezTo>
                    <a:pt x="1517156" y="11367"/>
                    <a:pt x="1520136" y="6867"/>
                    <a:pt x="1526095" y="2367"/>
                  </a:cubicBezTo>
                  <a:cubicBezTo>
                    <a:pt x="1526095" y="25617"/>
                    <a:pt x="1526095" y="45117"/>
                    <a:pt x="1526095" y="64618"/>
                  </a:cubicBezTo>
                  <a:cubicBezTo>
                    <a:pt x="1524605" y="65368"/>
                    <a:pt x="1523860" y="65368"/>
                    <a:pt x="1523115" y="66118"/>
                  </a:cubicBezTo>
                  <a:cubicBezTo>
                    <a:pt x="1521626" y="63117"/>
                    <a:pt x="1519391" y="60867"/>
                    <a:pt x="1517901" y="58617"/>
                  </a:cubicBezTo>
                  <a:cubicBezTo>
                    <a:pt x="1513432" y="50367"/>
                    <a:pt x="1510452" y="42117"/>
                    <a:pt x="1505238" y="34617"/>
                  </a:cubicBezTo>
                  <a:cubicBezTo>
                    <a:pt x="1494064" y="17367"/>
                    <a:pt x="1478421" y="6117"/>
                    <a:pt x="1456819" y="10617"/>
                  </a:cubicBezTo>
                  <a:cubicBezTo>
                    <a:pt x="1435217" y="15867"/>
                    <a:pt x="1425533" y="33867"/>
                    <a:pt x="1423298" y="52617"/>
                  </a:cubicBezTo>
                  <a:cubicBezTo>
                    <a:pt x="1421063" y="78118"/>
                    <a:pt x="1421063" y="104368"/>
                    <a:pt x="1423298" y="129868"/>
                  </a:cubicBezTo>
                  <a:cubicBezTo>
                    <a:pt x="1427023" y="159118"/>
                    <a:pt x="1446390" y="174868"/>
                    <a:pt x="1472462" y="174118"/>
                  </a:cubicBezTo>
                  <a:cubicBezTo>
                    <a:pt x="1500023" y="174118"/>
                    <a:pt x="1517156" y="157618"/>
                    <a:pt x="1522370" y="129118"/>
                  </a:cubicBezTo>
                  <a:cubicBezTo>
                    <a:pt x="1523860" y="123868"/>
                    <a:pt x="1525350" y="118618"/>
                    <a:pt x="1527585" y="110368"/>
                  </a:cubicBezTo>
                  <a:cubicBezTo>
                    <a:pt x="1535779" y="126868"/>
                    <a:pt x="1528330" y="151618"/>
                    <a:pt x="1513432" y="165118"/>
                  </a:cubicBezTo>
                  <a:cubicBezTo>
                    <a:pt x="1494064" y="183118"/>
                    <a:pt x="1470227" y="184618"/>
                    <a:pt x="1446390" y="179368"/>
                  </a:cubicBezTo>
                  <a:cubicBezTo>
                    <a:pt x="1387543" y="168118"/>
                    <a:pt x="1362216" y="108118"/>
                    <a:pt x="1389777" y="48867"/>
                  </a:cubicBezTo>
                  <a:cubicBezTo>
                    <a:pt x="1402068" y="21867"/>
                    <a:pt x="1429025" y="4148"/>
                    <a:pt x="1457447" y="2039"/>
                  </a:cubicBezTo>
                  <a:close/>
                  <a:moveTo>
                    <a:pt x="2644397" y="1853"/>
                  </a:moveTo>
                  <a:cubicBezTo>
                    <a:pt x="2688365" y="1105"/>
                    <a:pt x="2727862" y="42976"/>
                    <a:pt x="2727862" y="90829"/>
                  </a:cubicBezTo>
                  <a:cubicBezTo>
                    <a:pt x="2728607" y="140178"/>
                    <a:pt x="2690600" y="181301"/>
                    <a:pt x="2645887" y="181301"/>
                  </a:cubicBezTo>
                  <a:cubicBezTo>
                    <a:pt x="2599683" y="181301"/>
                    <a:pt x="2562422" y="141673"/>
                    <a:pt x="2561677" y="92325"/>
                  </a:cubicBezTo>
                  <a:cubicBezTo>
                    <a:pt x="2561677" y="44472"/>
                    <a:pt x="2599683" y="2601"/>
                    <a:pt x="2644397" y="1853"/>
                  </a:cubicBezTo>
                  <a:close/>
                  <a:moveTo>
                    <a:pt x="2137720" y="1105"/>
                  </a:moveTo>
                  <a:cubicBezTo>
                    <a:pt x="2142209" y="7076"/>
                    <a:pt x="2147446" y="13046"/>
                    <a:pt x="2150438" y="20510"/>
                  </a:cubicBezTo>
                  <a:cubicBezTo>
                    <a:pt x="2167645" y="60811"/>
                    <a:pt x="2183355" y="101859"/>
                    <a:pt x="2201310" y="142161"/>
                  </a:cubicBezTo>
                  <a:cubicBezTo>
                    <a:pt x="2207295" y="155594"/>
                    <a:pt x="2217021" y="166789"/>
                    <a:pt x="2224502" y="177984"/>
                  </a:cubicBezTo>
                  <a:cubicBezTo>
                    <a:pt x="2199814" y="177984"/>
                    <a:pt x="2172882" y="177984"/>
                    <a:pt x="2145950" y="177984"/>
                  </a:cubicBezTo>
                  <a:cubicBezTo>
                    <a:pt x="2145201" y="177238"/>
                    <a:pt x="2145201" y="176492"/>
                    <a:pt x="2144453" y="174999"/>
                  </a:cubicBezTo>
                  <a:cubicBezTo>
                    <a:pt x="2145950" y="174253"/>
                    <a:pt x="2147446" y="173506"/>
                    <a:pt x="2148194" y="172760"/>
                  </a:cubicBezTo>
                  <a:cubicBezTo>
                    <a:pt x="2169141" y="169028"/>
                    <a:pt x="2169889" y="167536"/>
                    <a:pt x="2163904" y="147385"/>
                  </a:cubicBezTo>
                  <a:cubicBezTo>
                    <a:pt x="2156423" y="123503"/>
                    <a:pt x="2154927" y="122010"/>
                    <a:pt x="2130239" y="121264"/>
                  </a:cubicBezTo>
                  <a:cubicBezTo>
                    <a:pt x="2127247" y="121264"/>
                    <a:pt x="2124254" y="121264"/>
                    <a:pt x="2121262" y="121264"/>
                  </a:cubicBezTo>
                  <a:cubicBezTo>
                    <a:pt x="2095826" y="121264"/>
                    <a:pt x="2089841" y="127234"/>
                    <a:pt x="2086100" y="152609"/>
                  </a:cubicBezTo>
                  <a:cubicBezTo>
                    <a:pt x="2084604" y="165297"/>
                    <a:pt x="2088345" y="173506"/>
                    <a:pt x="2102559" y="172760"/>
                  </a:cubicBezTo>
                  <a:cubicBezTo>
                    <a:pt x="2105551" y="172760"/>
                    <a:pt x="2108544" y="174253"/>
                    <a:pt x="2111536" y="177984"/>
                  </a:cubicBezTo>
                  <a:cubicBezTo>
                    <a:pt x="2090589" y="177984"/>
                    <a:pt x="2070390" y="177984"/>
                    <a:pt x="2050939" y="177984"/>
                  </a:cubicBezTo>
                  <a:cubicBezTo>
                    <a:pt x="2092085" y="133951"/>
                    <a:pt x="2100314" y="73499"/>
                    <a:pt x="2125002" y="21256"/>
                  </a:cubicBezTo>
                  <a:cubicBezTo>
                    <a:pt x="2127995" y="13793"/>
                    <a:pt x="2133232" y="7822"/>
                    <a:pt x="2137720" y="1105"/>
                  </a:cubicBezTo>
                  <a:close/>
                  <a:moveTo>
                    <a:pt x="986546" y="1105"/>
                  </a:moveTo>
                  <a:cubicBezTo>
                    <a:pt x="988798" y="4096"/>
                    <a:pt x="993301" y="7088"/>
                    <a:pt x="994802" y="11575"/>
                  </a:cubicBezTo>
                  <a:cubicBezTo>
                    <a:pt x="1012063" y="52706"/>
                    <a:pt x="1029324" y="94585"/>
                    <a:pt x="1046585" y="136464"/>
                  </a:cubicBezTo>
                  <a:cubicBezTo>
                    <a:pt x="1054840" y="157403"/>
                    <a:pt x="1054840" y="157403"/>
                    <a:pt x="1078105" y="179090"/>
                  </a:cubicBezTo>
                  <a:cubicBezTo>
                    <a:pt x="1048836" y="179090"/>
                    <a:pt x="1021068" y="179090"/>
                    <a:pt x="988798" y="179090"/>
                  </a:cubicBezTo>
                  <a:cubicBezTo>
                    <a:pt x="993301" y="175351"/>
                    <a:pt x="994802" y="173855"/>
                    <a:pt x="996302" y="173108"/>
                  </a:cubicBezTo>
                  <a:cubicBezTo>
                    <a:pt x="1017316" y="170116"/>
                    <a:pt x="1018817" y="167125"/>
                    <a:pt x="1012063" y="147681"/>
                  </a:cubicBezTo>
                  <a:cubicBezTo>
                    <a:pt x="1003807" y="122255"/>
                    <a:pt x="1002306" y="120759"/>
                    <a:pt x="975289" y="121507"/>
                  </a:cubicBezTo>
                  <a:cubicBezTo>
                    <a:pt x="973038" y="121507"/>
                    <a:pt x="970786" y="122255"/>
                    <a:pt x="969285" y="121507"/>
                  </a:cubicBezTo>
                  <a:cubicBezTo>
                    <a:pt x="944519" y="121507"/>
                    <a:pt x="939266" y="125994"/>
                    <a:pt x="934013" y="150672"/>
                  </a:cubicBezTo>
                  <a:cubicBezTo>
                    <a:pt x="931011" y="165629"/>
                    <a:pt x="935514" y="171612"/>
                    <a:pt x="951274" y="173108"/>
                  </a:cubicBezTo>
                  <a:cubicBezTo>
                    <a:pt x="954276" y="173108"/>
                    <a:pt x="956527" y="174603"/>
                    <a:pt x="959529" y="175351"/>
                  </a:cubicBezTo>
                  <a:cubicBezTo>
                    <a:pt x="959529" y="176847"/>
                    <a:pt x="959529" y="177595"/>
                    <a:pt x="959529" y="179090"/>
                  </a:cubicBezTo>
                  <a:cubicBezTo>
                    <a:pt x="938516" y="179090"/>
                    <a:pt x="917502" y="179090"/>
                    <a:pt x="893487" y="179090"/>
                  </a:cubicBezTo>
                  <a:cubicBezTo>
                    <a:pt x="935514" y="149177"/>
                    <a:pt x="936264" y="102063"/>
                    <a:pt x="955777" y="64671"/>
                  </a:cubicBezTo>
                  <a:cubicBezTo>
                    <a:pt x="964032" y="47471"/>
                    <a:pt x="970036" y="28775"/>
                    <a:pt x="977540" y="10827"/>
                  </a:cubicBezTo>
                  <a:cubicBezTo>
                    <a:pt x="979041" y="7088"/>
                    <a:pt x="983544" y="4096"/>
                    <a:pt x="986546" y="1105"/>
                  </a:cubicBezTo>
                  <a:close/>
                  <a:moveTo>
                    <a:pt x="3241750" y="0"/>
                  </a:moveTo>
                  <a:cubicBezTo>
                    <a:pt x="3244741" y="4496"/>
                    <a:pt x="3248481" y="7493"/>
                    <a:pt x="3250724" y="11989"/>
                  </a:cubicBezTo>
                  <a:cubicBezTo>
                    <a:pt x="3269420" y="58448"/>
                    <a:pt x="3288116" y="104907"/>
                    <a:pt x="3307560" y="150616"/>
                  </a:cubicBezTo>
                  <a:cubicBezTo>
                    <a:pt x="3312047" y="160357"/>
                    <a:pt x="3321769" y="168600"/>
                    <a:pt x="3329995" y="179090"/>
                  </a:cubicBezTo>
                  <a:cubicBezTo>
                    <a:pt x="3303820" y="179090"/>
                    <a:pt x="3276151" y="179090"/>
                    <a:pt x="3246237" y="179090"/>
                  </a:cubicBezTo>
                  <a:cubicBezTo>
                    <a:pt x="3248481" y="176093"/>
                    <a:pt x="3249228" y="173845"/>
                    <a:pt x="3249976" y="173845"/>
                  </a:cubicBezTo>
                  <a:cubicBezTo>
                    <a:pt x="3272411" y="169349"/>
                    <a:pt x="3273907" y="167101"/>
                    <a:pt x="3265681" y="144621"/>
                  </a:cubicBezTo>
                  <a:cubicBezTo>
                    <a:pt x="3257455" y="121392"/>
                    <a:pt x="3257455" y="121392"/>
                    <a:pt x="3232776" y="121392"/>
                  </a:cubicBezTo>
                  <a:cubicBezTo>
                    <a:pt x="3230533" y="121392"/>
                    <a:pt x="3227541" y="121392"/>
                    <a:pt x="3225298" y="121392"/>
                  </a:cubicBezTo>
                  <a:cubicBezTo>
                    <a:pt x="3200619" y="121392"/>
                    <a:pt x="3191645" y="128885"/>
                    <a:pt x="3189402" y="153613"/>
                  </a:cubicBezTo>
                  <a:cubicBezTo>
                    <a:pt x="3187906" y="164853"/>
                    <a:pt x="3190897" y="173096"/>
                    <a:pt x="3204358" y="173096"/>
                  </a:cubicBezTo>
                  <a:cubicBezTo>
                    <a:pt x="3208097" y="173096"/>
                    <a:pt x="3211837" y="173845"/>
                    <a:pt x="3215576" y="174594"/>
                  </a:cubicBezTo>
                  <a:cubicBezTo>
                    <a:pt x="3214828" y="176093"/>
                    <a:pt x="3214828" y="177592"/>
                    <a:pt x="3214828" y="178341"/>
                  </a:cubicBezTo>
                  <a:cubicBezTo>
                    <a:pt x="3193889" y="178341"/>
                    <a:pt x="3173697" y="178341"/>
                    <a:pt x="3152758" y="178341"/>
                  </a:cubicBezTo>
                  <a:cubicBezTo>
                    <a:pt x="3152010" y="177592"/>
                    <a:pt x="3152010" y="176093"/>
                    <a:pt x="3152010" y="175344"/>
                  </a:cubicBezTo>
                  <a:cubicBezTo>
                    <a:pt x="3178184" y="161106"/>
                    <a:pt x="3183419" y="133381"/>
                    <a:pt x="3193141" y="109403"/>
                  </a:cubicBezTo>
                  <a:cubicBezTo>
                    <a:pt x="3206602" y="76432"/>
                    <a:pt x="3219315" y="43461"/>
                    <a:pt x="3232776" y="11240"/>
                  </a:cubicBezTo>
                  <a:cubicBezTo>
                    <a:pt x="3234272" y="6744"/>
                    <a:pt x="3238759" y="3747"/>
                    <a:pt x="3241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2351088" y="1326048"/>
              <a:ext cx="4360985" cy="1082834"/>
              <a:chOff x="2351088" y="1326048"/>
              <a:chExt cx="4360985" cy="1082834"/>
            </a:xfrm>
            <a:grpFill/>
          </p:grpSpPr>
          <p:grpSp>
            <p:nvGrpSpPr>
              <p:cNvPr id="18" name="îṡļïdé"/>
              <p:cNvGrpSpPr/>
              <p:nvPr/>
            </p:nvGrpSpPr>
            <p:grpSpPr>
              <a:xfrm>
                <a:off x="3656552" y="1348935"/>
                <a:ext cx="3055521" cy="809023"/>
                <a:chOff x="4589240" y="2552697"/>
                <a:chExt cx="5250050" cy="1390078"/>
              </a:xfrm>
              <a:grpFill/>
            </p:grpSpPr>
            <p:sp>
              <p:nvSpPr>
                <p:cNvPr id="26" name="îslïḋe"/>
                <p:cNvSpPr/>
                <p:nvPr>
                  <p:custDataLst>
                    <p:tags r:id="rId12"/>
                  </p:custDataLst>
                </p:nvPr>
              </p:nvSpPr>
              <p:spPr bwMode="auto">
                <a:xfrm>
                  <a:off x="5705761" y="2796379"/>
                  <a:ext cx="458780" cy="849019"/>
                </a:xfrm>
                <a:custGeom>
                  <a:avLst/>
                  <a:gdLst>
                    <a:gd name="T0" fmla="*/ 231 w 612"/>
                    <a:gd name="T1" fmla="*/ 1135 h 1135"/>
                    <a:gd name="T2" fmla="*/ 231 w 612"/>
                    <a:gd name="T3" fmla="*/ 911 h 1135"/>
                    <a:gd name="T4" fmla="*/ 227 w 612"/>
                    <a:gd name="T5" fmla="*/ 694 h 1135"/>
                    <a:gd name="T6" fmla="*/ 222 w 612"/>
                    <a:gd name="T7" fmla="*/ 627 h 1135"/>
                    <a:gd name="T8" fmla="*/ 203 w 612"/>
                    <a:gd name="T9" fmla="*/ 617 h 1135"/>
                    <a:gd name="T10" fmla="*/ 165 w 612"/>
                    <a:gd name="T11" fmla="*/ 645 h 1135"/>
                    <a:gd name="T12" fmla="*/ 133 w 612"/>
                    <a:gd name="T13" fmla="*/ 633 h 1135"/>
                    <a:gd name="T14" fmla="*/ 33 w 612"/>
                    <a:gd name="T15" fmla="*/ 598 h 1135"/>
                    <a:gd name="T16" fmla="*/ 2 w 612"/>
                    <a:gd name="T17" fmla="*/ 464 h 1135"/>
                    <a:gd name="T18" fmla="*/ 3 w 612"/>
                    <a:gd name="T19" fmla="*/ 382 h 1135"/>
                    <a:gd name="T20" fmla="*/ 20 w 612"/>
                    <a:gd name="T21" fmla="*/ 332 h 1135"/>
                    <a:gd name="T22" fmla="*/ 55 w 612"/>
                    <a:gd name="T23" fmla="*/ 335 h 1135"/>
                    <a:gd name="T24" fmla="*/ 65 w 612"/>
                    <a:gd name="T25" fmla="*/ 352 h 1135"/>
                    <a:gd name="T26" fmla="*/ 120 w 612"/>
                    <a:gd name="T27" fmla="*/ 419 h 1135"/>
                    <a:gd name="T28" fmla="*/ 133 w 612"/>
                    <a:gd name="T29" fmla="*/ 404 h 1135"/>
                    <a:gd name="T30" fmla="*/ 203 w 612"/>
                    <a:gd name="T31" fmla="*/ 336 h 1135"/>
                    <a:gd name="T32" fmla="*/ 245 w 612"/>
                    <a:gd name="T33" fmla="*/ 265 h 1135"/>
                    <a:gd name="T34" fmla="*/ 255 w 612"/>
                    <a:gd name="T35" fmla="*/ 102 h 1135"/>
                    <a:gd name="T36" fmla="*/ 230 w 612"/>
                    <a:gd name="T37" fmla="*/ 59 h 1135"/>
                    <a:gd name="T38" fmla="*/ 341 w 612"/>
                    <a:gd name="T39" fmla="*/ 17 h 1135"/>
                    <a:gd name="T40" fmla="*/ 383 w 612"/>
                    <a:gd name="T41" fmla="*/ 81 h 1135"/>
                    <a:gd name="T42" fmla="*/ 368 w 612"/>
                    <a:gd name="T43" fmla="*/ 208 h 1135"/>
                    <a:gd name="T44" fmla="*/ 391 w 612"/>
                    <a:gd name="T45" fmla="*/ 231 h 1135"/>
                    <a:gd name="T46" fmla="*/ 408 w 612"/>
                    <a:gd name="T47" fmla="*/ 228 h 1135"/>
                    <a:gd name="T48" fmla="*/ 589 w 612"/>
                    <a:gd name="T49" fmla="*/ 326 h 1135"/>
                    <a:gd name="T50" fmla="*/ 611 w 612"/>
                    <a:gd name="T51" fmla="*/ 387 h 1135"/>
                    <a:gd name="T52" fmla="*/ 595 w 612"/>
                    <a:gd name="T53" fmla="*/ 424 h 1135"/>
                    <a:gd name="T54" fmla="*/ 479 w 612"/>
                    <a:gd name="T55" fmla="*/ 489 h 1135"/>
                    <a:gd name="T56" fmla="*/ 442 w 612"/>
                    <a:gd name="T57" fmla="*/ 517 h 1135"/>
                    <a:gd name="T58" fmla="*/ 391 w 612"/>
                    <a:gd name="T59" fmla="*/ 550 h 1135"/>
                    <a:gd name="T60" fmla="*/ 332 w 612"/>
                    <a:gd name="T61" fmla="*/ 625 h 1135"/>
                    <a:gd name="T62" fmla="*/ 327 w 612"/>
                    <a:gd name="T63" fmla="*/ 790 h 1135"/>
                    <a:gd name="T64" fmla="*/ 328 w 612"/>
                    <a:gd name="T65" fmla="*/ 1018 h 1135"/>
                    <a:gd name="T66" fmla="*/ 269 w 612"/>
                    <a:gd name="T67" fmla="*/ 1104 h 1135"/>
                    <a:gd name="T68" fmla="*/ 231 w 612"/>
                    <a:gd name="T69" fmla="*/ 1135 h 1135"/>
                    <a:gd name="T70" fmla="*/ 223 w 612"/>
                    <a:gd name="T71" fmla="*/ 364 h 1135"/>
                    <a:gd name="T72" fmla="*/ 193 w 612"/>
                    <a:gd name="T73" fmla="*/ 387 h 1135"/>
                    <a:gd name="T74" fmla="*/ 137 w 612"/>
                    <a:gd name="T75" fmla="*/ 493 h 1135"/>
                    <a:gd name="T76" fmla="*/ 153 w 612"/>
                    <a:gd name="T77" fmla="*/ 585 h 1135"/>
                    <a:gd name="T78" fmla="*/ 168 w 612"/>
                    <a:gd name="T79" fmla="*/ 590 h 1135"/>
                    <a:gd name="T80" fmla="*/ 194 w 612"/>
                    <a:gd name="T81" fmla="*/ 572 h 1135"/>
                    <a:gd name="T82" fmla="*/ 223 w 612"/>
                    <a:gd name="T83" fmla="*/ 525 h 1135"/>
                    <a:gd name="T84" fmla="*/ 227 w 612"/>
                    <a:gd name="T85" fmla="*/ 428 h 1135"/>
                    <a:gd name="T86" fmla="*/ 223 w 612"/>
                    <a:gd name="T87" fmla="*/ 364 h 1135"/>
                    <a:gd name="T88" fmla="*/ 351 w 612"/>
                    <a:gd name="T89" fmla="*/ 424 h 1135"/>
                    <a:gd name="T90" fmla="*/ 357 w 612"/>
                    <a:gd name="T91" fmla="*/ 433 h 1135"/>
                    <a:gd name="T92" fmla="*/ 372 w 612"/>
                    <a:gd name="T93" fmla="*/ 427 h 1135"/>
                    <a:gd name="T94" fmla="*/ 446 w 612"/>
                    <a:gd name="T95" fmla="*/ 312 h 1135"/>
                    <a:gd name="T96" fmla="*/ 421 w 612"/>
                    <a:gd name="T97" fmla="*/ 268 h 1135"/>
                    <a:gd name="T98" fmla="*/ 395 w 612"/>
                    <a:gd name="T99" fmla="*/ 267 h 1135"/>
                    <a:gd name="T100" fmla="*/ 365 w 612"/>
                    <a:gd name="T101" fmla="*/ 296 h 1135"/>
                    <a:gd name="T102" fmla="*/ 351 w 612"/>
                    <a:gd name="T103" fmla="*/ 424 h 1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12" h="1135">
                      <a:moveTo>
                        <a:pt x="231" y="1135"/>
                      </a:moveTo>
                      <a:cubicBezTo>
                        <a:pt x="231" y="1064"/>
                        <a:pt x="231" y="987"/>
                        <a:pt x="231" y="911"/>
                      </a:cubicBezTo>
                      <a:cubicBezTo>
                        <a:pt x="230" y="839"/>
                        <a:pt x="229" y="766"/>
                        <a:pt x="227" y="694"/>
                      </a:cubicBezTo>
                      <a:cubicBezTo>
                        <a:pt x="227" y="671"/>
                        <a:pt x="223" y="649"/>
                        <a:pt x="222" y="627"/>
                      </a:cubicBezTo>
                      <a:cubicBezTo>
                        <a:pt x="222" y="611"/>
                        <a:pt x="214" y="610"/>
                        <a:pt x="203" y="617"/>
                      </a:cubicBezTo>
                      <a:cubicBezTo>
                        <a:pt x="190" y="626"/>
                        <a:pt x="178" y="637"/>
                        <a:pt x="165" y="645"/>
                      </a:cubicBezTo>
                      <a:cubicBezTo>
                        <a:pt x="142" y="660"/>
                        <a:pt x="140" y="659"/>
                        <a:pt x="133" y="633"/>
                      </a:cubicBezTo>
                      <a:cubicBezTo>
                        <a:pt x="100" y="654"/>
                        <a:pt x="44" y="636"/>
                        <a:pt x="33" y="598"/>
                      </a:cubicBezTo>
                      <a:cubicBezTo>
                        <a:pt x="20" y="554"/>
                        <a:pt x="0" y="511"/>
                        <a:pt x="2" y="464"/>
                      </a:cubicBezTo>
                      <a:cubicBezTo>
                        <a:pt x="3" y="436"/>
                        <a:pt x="0" y="409"/>
                        <a:pt x="3" y="382"/>
                      </a:cubicBezTo>
                      <a:cubicBezTo>
                        <a:pt x="5" y="365"/>
                        <a:pt x="12" y="347"/>
                        <a:pt x="20" y="332"/>
                      </a:cubicBezTo>
                      <a:cubicBezTo>
                        <a:pt x="30" y="315"/>
                        <a:pt x="46" y="317"/>
                        <a:pt x="55" y="335"/>
                      </a:cubicBezTo>
                      <a:cubicBezTo>
                        <a:pt x="57" y="341"/>
                        <a:pt x="61" y="347"/>
                        <a:pt x="65" y="352"/>
                      </a:cubicBezTo>
                      <a:cubicBezTo>
                        <a:pt x="83" y="374"/>
                        <a:pt x="101" y="395"/>
                        <a:pt x="120" y="419"/>
                      </a:cubicBezTo>
                      <a:cubicBezTo>
                        <a:pt x="124" y="415"/>
                        <a:pt x="130" y="410"/>
                        <a:pt x="133" y="404"/>
                      </a:cubicBezTo>
                      <a:cubicBezTo>
                        <a:pt x="150" y="375"/>
                        <a:pt x="172" y="350"/>
                        <a:pt x="203" y="336"/>
                      </a:cubicBezTo>
                      <a:cubicBezTo>
                        <a:pt x="234" y="321"/>
                        <a:pt x="243" y="296"/>
                        <a:pt x="245" y="265"/>
                      </a:cubicBezTo>
                      <a:cubicBezTo>
                        <a:pt x="248" y="211"/>
                        <a:pt x="252" y="156"/>
                        <a:pt x="255" y="102"/>
                      </a:cubicBezTo>
                      <a:cubicBezTo>
                        <a:pt x="255" y="84"/>
                        <a:pt x="256" y="64"/>
                        <a:pt x="230" y="59"/>
                      </a:cubicBezTo>
                      <a:cubicBezTo>
                        <a:pt x="268" y="25"/>
                        <a:pt x="297" y="0"/>
                        <a:pt x="341" y="17"/>
                      </a:cubicBezTo>
                      <a:cubicBezTo>
                        <a:pt x="365" y="27"/>
                        <a:pt x="385" y="54"/>
                        <a:pt x="383" y="81"/>
                      </a:cubicBezTo>
                      <a:cubicBezTo>
                        <a:pt x="379" y="123"/>
                        <a:pt x="374" y="165"/>
                        <a:pt x="368" y="208"/>
                      </a:cubicBezTo>
                      <a:cubicBezTo>
                        <a:pt x="366" y="231"/>
                        <a:pt x="367" y="233"/>
                        <a:pt x="391" y="231"/>
                      </a:cubicBezTo>
                      <a:cubicBezTo>
                        <a:pt x="397" y="230"/>
                        <a:pt x="403" y="229"/>
                        <a:pt x="408" y="228"/>
                      </a:cubicBezTo>
                      <a:cubicBezTo>
                        <a:pt x="480" y="214"/>
                        <a:pt x="562" y="259"/>
                        <a:pt x="589" y="326"/>
                      </a:cubicBezTo>
                      <a:cubicBezTo>
                        <a:pt x="597" y="346"/>
                        <a:pt x="610" y="364"/>
                        <a:pt x="611" y="387"/>
                      </a:cubicBezTo>
                      <a:cubicBezTo>
                        <a:pt x="612" y="402"/>
                        <a:pt x="607" y="413"/>
                        <a:pt x="595" y="424"/>
                      </a:cubicBezTo>
                      <a:cubicBezTo>
                        <a:pt x="561" y="454"/>
                        <a:pt x="519" y="469"/>
                        <a:pt x="479" y="489"/>
                      </a:cubicBezTo>
                      <a:cubicBezTo>
                        <a:pt x="465" y="496"/>
                        <a:pt x="451" y="505"/>
                        <a:pt x="442" y="517"/>
                      </a:cubicBezTo>
                      <a:cubicBezTo>
                        <a:pt x="428" y="534"/>
                        <a:pt x="412" y="545"/>
                        <a:pt x="391" y="550"/>
                      </a:cubicBezTo>
                      <a:cubicBezTo>
                        <a:pt x="343" y="562"/>
                        <a:pt x="334" y="574"/>
                        <a:pt x="332" y="625"/>
                      </a:cubicBezTo>
                      <a:cubicBezTo>
                        <a:pt x="331" y="680"/>
                        <a:pt x="327" y="735"/>
                        <a:pt x="327" y="790"/>
                      </a:cubicBezTo>
                      <a:cubicBezTo>
                        <a:pt x="326" y="866"/>
                        <a:pt x="328" y="942"/>
                        <a:pt x="328" y="1018"/>
                      </a:cubicBezTo>
                      <a:cubicBezTo>
                        <a:pt x="329" y="1056"/>
                        <a:pt x="304" y="1089"/>
                        <a:pt x="269" y="1104"/>
                      </a:cubicBezTo>
                      <a:cubicBezTo>
                        <a:pt x="254" y="1110"/>
                        <a:pt x="242" y="1125"/>
                        <a:pt x="231" y="1135"/>
                      </a:cubicBezTo>
                      <a:close/>
                      <a:moveTo>
                        <a:pt x="223" y="364"/>
                      </a:moveTo>
                      <a:cubicBezTo>
                        <a:pt x="209" y="374"/>
                        <a:pt x="199" y="379"/>
                        <a:pt x="193" y="387"/>
                      </a:cubicBezTo>
                      <a:cubicBezTo>
                        <a:pt x="167" y="418"/>
                        <a:pt x="122" y="439"/>
                        <a:pt x="137" y="493"/>
                      </a:cubicBezTo>
                      <a:cubicBezTo>
                        <a:pt x="145" y="523"/>
                        <a:pt x="147" y="555"/>
                        <a:pt x="153" y="585"/>
                      </a:cubicBezTo>
                      <a:cubicBezTo>
                        <a:pt x="155" y="596"/>
                        <a:pt x="161" y="596"/>
                        <a:pt x="168" y="590"/>
                      </a:cubicBezTo>
                      <a:cubicBezTo>
                        <a:pt x="177" y="584"/>
                        <a:pt x="185" y="578"/>
                        <a:pt x="194" y="572"/>
                      </a:cubicBezTo>
                      <a:cubicBezTo>
                        <a:pt x="211" y="561"/>
                        <a:pt x="222" y="547"/>
                        <a:pt x="223" y="525"/>
                      </a:cubicBezTo>
                      <a:cubicBezTo>
                        <a:pt x="223" y="493"/>
                        <a:pt x="227" y="460"/>
                        <a:pt x="227" y="428"/>
                      </a:cubicBezTo>
                      <a:cubicBezTo>
                        <a:pt x="228" y="408"/>
                        <a:pt x="225" y="389"/>
                        <a:pt x="223" y="364"/>
                      </a:cubicBezTo>
                      <a:close/>
                      <a:moveTo>
                        <a:pt x="351" y="424"/>
                      </a:moveTo>
                      <a:cubicBezTo>
                        <a:pt x="352" y="424"/>
                        <a:pt x="353" y="432"/>
                        <a:pt x="357" y="433"/>
                      </a:cubicBezTo>
                      <a:cubicBezTo>
                        <a:pt x="361" y="435"/>
                        <a:pt x="369" y="431"/>
                        <a:pt x="372" y="427"/>
                      </a:cubicBezTo>
                      <a:cubicBezTo>
                        <a:pt x="397" y="389"/>
                        <a:pt x="423" y="352"/>
                        <a:pt x="446" y="312"/>
                      </a:cubicBezTo>
                      <a:cubicBezTo>
                        <a:pt x="458" y="291"/>
                        <a:pt x="444" y="271"/>
                        <a:pt x="421" y="268"/>
                      </a:cubicBezTo>
                      <a:cubicBezTo>
                        <a:pt x="412" y="267"/>
                        <a:pt x="404" y="267"/>
                        <a:pt x="395" y="267"/>
                      </a:cubicBezTo>
                      <a:cubicBezTo>
                        <a:pt x="376" y="268"/>
                        <a:pt x="367" y="279"/>
                        <a:pt x="365" y="296"/>
                      </a:cubicBezTo>
                      <a:cubicBezTo>
                        <a:pt x="360" y="337"/>
                        <a:pt x="356" y="378"/>
                        <a:pt x="351" y="42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7" name="î$ľîḋè"/>
                <p:cNvSpPr/>
                <p:nvPr>
                  <p:custDataLst>
                    <p:tags r:id="rId13"/>
                  </p:custDataLst>
                </p:nvPr>
              </p:nvSpPr>
              <p:spPr bwMode="auto">
                <a:xfrm>
                  <a:off x="9201413" y="2678796"/>
                  <a:ext cx="637877" cy="996357"/>
                </a:xfrm>
                <a:custGeom>
                  <a:avLst/>
                  <a:gdLst>
                    <a:gd name="connsiteX0" fmla="*/ 408970 w 637877"/>
                    <a:gd name="connsiteY0" fmla="*/ 817578 h 996357"/>
                    <a:gd name="connsiteX1" fmla="*/ 361690 w 637877"/>
                    <a:gd name="connsiteY1" fmla="*/ 872094 h 996357"/>
                    <a:gd name="connsiteX2" fmla="*/ 370696 w 637877"/>
                    <a:gd name="connsiteY2" fmla="*/ 929598 h 996357"/>
                    <a:gd name="connsiteX3" fmla="*/ 390208 w 637877"/>
                    <a:gd name="connsiteY3" fmla="*/ 927357 h 996357"/>
                    <a:gd name="connsiteX4" fmla="*/ 408219 w 637877"/>
                    <a:gd name="connsiteY4" fmla="*/ 857158 h 996357"/>
                    <a:gd name="connsiteX5" fmla="*/ 408970 w 637877"/>
                    <a:gd name="connsiteY5" fmla="*/ 817578 h 996357"/>
                    <a:gd name="connsiteX6" fmla="*/ 407187 w 637877"/>
                    <a:gd name="connsiteY6" fmla="*/ 583831 h 996357"/>
                    <a:gd name="connsiteX7" fmla="*/ 435236 w 637877"/>
                    <a:gd name="connsiteY7" fmla="*/ 593539 h 996357"/>
                    <a:gd name="connsiteX8" fmla="*/ 438238 w 637877"/>
                    <a:gd name="connsiteY8" fmla="*/ 612956 h 996357"/>
                    <a:gd name="connsiteX9" fmla="*/ 409720 w 637877"/>
                    <a:gd name="connsiteY9" fmla="*/ 655524 h 996357"/>
                    <a:gd name="connsiteX10" fmla="*/ 379702 w 637877"/>
                    <a:gd name="connsiteY10" fmla="*/ 688383 h 996357"/>
                    <a:gd name="connsiteX11" fmla="*/ 382703 w 637877"/>
                    <a:gd name="connsiteY11" fmla="*/ 719001 h 996357"/>
                    <a:gd name="connsiteX12" fmla="*/ 425480 w 637877"/>
                    <a:gd name="connsiteY12" fmla="*/ 769783 h 996357"/>
                    <a:gd name="connsiteX13" fmla="*/ 438238 w 637877"/>
                    <a:gd name="connsiteY13" fmla="*/ 775758 h 996357"/>
                    <a:gd name="connsiteX14" fmla="*/ 475761 w 637877"/>
                    <a:gd name="connsiteY14" fmla="*/ 761569 h 996357"/>
                    <a:gd name="connsiteX15" fmla="*/ 547055 w 637877"/>
                    <a:gd name="connsiteY15" fmla="*/ 780985 h 996357"/>
                    <a:gd name="connsiteX16" fmla="*/ 527543 w 637877"/>
                    <a:gd name="connsiteY16" fmla="*/ 822806 h 996357"/>
                    <a:gd name="connsiteX17" fmla="*/ 472759 w 637877"/>
                    <a:gd name="connsiteY17" fmla="*/ 837742 h 996357"/>
                    <a:gd name="connsiteX18" fmla="*/ 479513 w 637877"/>
                    <a:gd name="connsiteY18" fmla="*/ 820565 h 996357"/>
                    <a:gd name="connsiteX19" fmla="*/ 475761 w 637877"/>
                    <a:gd name="connsiteY19" fmla="*/ 806376 h 996357"/>
                    <a:gd name="connsiteX20" fmla="*/ 444242 w 637877"/>
                    <a:gd name="connsiteY20" fmla="*/ 803389 h 996357"/>
                    <a:gd name="connsiteX21" fmla="*/ 436737 w 637877"/>
                    <a:gd name="connsiteY21" fmla="*/ 821312 h 996357"/>
                    <a:gd name="connsiteX22" fmla="*/ 439739 w 637877"/>
                    <a:gd name="connsiteY22" fmla="*/ 881056 h 996357"/>
                    <a:gd name="connsiteX23" fmla="*/ 432234 w 637877"/>
                    <a:gd name="connsiteY23" fmla="*/ 938559 h 996357"/>
                    <a:gd name="connsiteX24" fmla="*/ 374448 w 637877"/>
                    <a:gd name="connsiteY24" fmla="*/ 996063 h 996357"/>
                    <a:gd name="connsiteX25" fmla="*/ 360189 w 637877"/>
                    <a:gd name="connsiteY25" fmla="*/ 989341 h 996357"/>
                    <a:gd name="connsiteX26" fmla="*/ 327169 w 637877"/>
                    <a:gd name="connsiteY26" fmla="*/ 953495 h 996357"/>
                    <a:gd name="connsiteX27" fmla="*/ 327920 w 637877"/>
                    <a:gd name="connsiteY27" fmla="*/ 859399 h 996357"/>
                    <a:gd name="connsiteX28" fmla="*/ 375949 w 637877"/>
                    <a:gd name="connsiteY28" fmla="*/ 807123 h 996357"/>
                    <a:gd name="connsiteX29" fmla="*/ 386456 w 637877"/>
                    <a:gd name="connsiteY29" fmla="*/ 798908 h 996357"/>
                    <a:gd name="connsiteX30" fmla="*/ 390208 w 637877"/>
                    <a:gd name="connsiteY30" fmla="*/ 779492 h 996357"/>
                    <a:gd name="connsiteX31" fmla="*/ 366944 w 637877"/>
                    <a:gd name="connsiteY31" fmla="*/ 758581 h 996357"/>
                    <a:gd name="connsiteX32" fmla="*/ 354186 w 637877"/>
                    <a:gd name="connsiteY32" fmla="*/ 676434 h 996357"/>
                    <a:gd name="connsiteX33" fmla="*/ 382703 w 637877"/>
                    <a:gd name="connsiteY33" fmla="*/ 615943 h 996357"/>
                    <a:gd name="connsiteX34" fmla="*/ 370696 w 637877"/>
                    <a:gd name="connsiteY34" fmla="*/ 604741 h 996357"/>
                    <a:gd name="connsiteX35" fmla="*/ 336925 w 637877"/>
                    <a:gd name="connsiteY35" fmla="*/ 630132 h 996357"/>
                    <a:gd name="connsiteX36" fmla="*/ 279890 w 637877"/>
                    <a:gd name="connsiteY36" fmla="*/ 662991 h 996357"/>
                    <a:gd name="connsiteX37" fmla="*/ 264880 w 637877"/>
                    <a:gd name="connsiteY37" fmla="*/ 654030 h 996357"/>
                    <a:gd name="connsiteX38" fmla="*/ 271635 w 637877"/>
                    <a:gd name="connsiteY38" fmla="*/ 634613 h 996357"/>
                    <a:gd name="connsiteX39" fmla="*/ 327169 w 637877"/>
                    <a:gd name="connsiteY39" fmla="*/ 606982 h 996357"/>
                    <a:gd name="connsiteX40" fmla="*/ 377450 w 637877"/>
                    <a:gd name="connsiteY40" fmla="*/ 585325 h 996357"/>
                    <a:gd name="connsiteX41" fmla="*/ 407187 w 637877"/>
                    <a:gd name="connsiteY41" fmla="*/ 583831 h 996357"/>
                    <a:gd name="connsiteX42" fmla="*/ 453023 w 637877"/>
                    <a:gd name="connsiteY42" fmla="*/ 448126 h 996357"/>
                    <a:gd name="connsiteX43" fmla="*/ 575637 w 637877"/>
                    <a:gd name="connsiteY43" fmla="*/ 459346 h 996357"/>
                    <a:gd name="connsiteX44" fmla="*/ 630215 w 637877"/>
                    <a:gd name="connsiteY44" fmla="*/ 487770 h 996357"/>
                    <a:gd name="connsiteX45" fmla="*/ 619748 w 637877"/>
                    <a:gd name="connsiteY45" fmla="*/ 537138 h 996357"/>
                    <a:gd name="connsiteX46" fmla="*/ 601804 w 637877"/>
                    <a:gd name="connsiteY46" fmla="*/ 544617 h 996357"/>
                    <a:gd name="connsiteX47" fmla="*/ 522554 w 637877"/>
                    <a:gd name="connsiteY47" fmla="*/ 544617 h 996357"/>
                    <a:gd name="connsiteX48" fmla="*/ 489657 w 637877"/>
                    <a:gd name="connsiteY48" fmla="*/ 549105 h 996357"/>
                    <a:gd name="connsiteX49" fmla="*/ 473209 w 637877"/>
                    <a:gd name="connsiteY49" fmla="*/ 550601 h 996357"/>
                    <a:gd name="connsiteX50" fmla="*/ 494143 w 637877"/>
                    <a:gd name="connsiteY50" fmla="*/ 535642 h 996357"/>
                    <a:gd name="connsiteX51" fmla="*/ 560684 w 637877"/>
                    <a:gd name="connsiteY51" fmla="*/ 496746 h 996357"/>
                    <a:gd name="connsiteX52" fmla="*/ 569655 w 637877"/>
                    <a:gd name="connsiteY52" fmla="*/ 481786 h 996357"/>
                    <a:gd name="connsiteX53" fmla="*/ 557693 w 637877"/>
                    <a:gd name="connsiteY53" fmla="*/ 472062 h 996357"/>
                    <a:gd name="connsiteX54" fmla="*/ 526292 w 637877"/>
                    <a:gd name="connsiteY54" fmla="*/ 470566 h 996357"/>
                    <a:gd name="connsiteX55" fmla="*/ 469471 w 637877"/>
                    <a:gd name="connsiteY55" fmla="*/ 473558 h 996357"/>
                    <a:gd name="connsiteX56" fmla="*/ 405173 w 637877"/>
                    <a:gd name="connsiteY56" fmla="*/ 499738 h 996357"/>
                    <a:gd name="connsiteX57" fmla="*/ 348352 w 637877"/>
                    <a:gd name="connsiteY57" fmla="*/ 528162 h 996357"/>
                    <a:gd name="connsiteX58" fmla="*/ 240691 w 637877"/>
                    <a:gd name="connsiteY58" fmla="*/ 579025 h 996357"/>
                    <a:gd name="connsiteX59" fmla="*/ 168169 w 637877"/>
                    <a:gd name="connsiteY59" fmla="*/ 640361 h 996357"/>
                    <a:gd name="connsiteX60" fmla="*/ 124058 w 637877"/>
                    <a:gd name="connsiteY60" fmla="*/ 708428 h 996357"/>
                    <a:gd name="connsiteX61" fmla="*/ 95648 w 637877"/>
                    <a:gd name="connsiteY61" fmla="*/ 728624 h 996357"/>
                    <a:gd name="connsiteX62" fmla="*/ 697 w 637877"/>
                    <a:gd name="connsiteY62" fmla="*/ 688233 h 996357"/>
                    <a:gd name="connsiteX63" fmla="*/ 7425 w 637877"/>
                    <a:gd name="connsiteY63" fmla="*/ 647093 h 996357"/>
                    <a:gd name="connsiteX64" fmla="*/ 53779 w 637877"/>
                    <a:gd name="connsiteY64" fmla="*/ 648589 h 996357"/>
                    <a:gd name="connsiteX65" fmla="*/ 145740 w 637877"/>
                    <a:gd name="connsiteY65" fmla="*/ 590993 h 996357"/>
                    <a:gd name="connsiteX66" fmla="*/ 273587 w 637877"/>
                    <a:gd name="connsiteY66" fmla="*/ 532650 h 996357"/>
                    <a:gd name="connsiteX67" fmla="*/ 373024 w 637877"/>
                    <a:gd name="connsiteY67" fmla="*/ 484778 h 996357"/>
                    <a:gd name="connsiteX68" fmla="*/ 431341 w 637877"/>
                    <a:gd name="connsiteY68" fmla="*/ 452614 h 996357"/>
                    <a:gd name="connsiteX69" fmla="*/ 453023 w 637877"/>
                    <a:gd name="connsiteY69" fmla="*/ 448126 h 996357"/>
                    <a:gd name="connsiteX70" fmla="*/ 494369 w 637877"/>
                    <a:gd name="connsiteY70" fmla="*/ 1951 h 996357"/>
                    <a:gd name="connsiteX71" fmla="*/ 517559 w 637877"/>
                    <a:gd name="connsiteY71" fmla="*/ 34054 h 996357"/>
                    <a:gd name="connsiteX72" fmla="*/ 516063 w 637877"/>
                    <a:gd name="connsiteY72" fmla="*/ 59437 h 996357"/>
                    <a:gd name="connsiteX73" fmla="*/ 535512 w 637877"/>
                    <a:gd name="connsiteY73" fmla="*/ 75862 h 996357"/>
                    <a:gd name="connsiteX74" fmla="*/ 574410 w 637877"/>
                    <a:gd name="connsiteY74" fmla="*/ 72875 h 996357"/>
                    <a:gd name="connsiteX75" fmla="*/ 597599 w 637877"/>
                    <a:gd name="connsiteY75" fmla="*/ 98259 h 996357"/>
                    <a:gd name="connsiteX76" fmla="*/ 595355 w 637877"/>
                    <a:gd name="connsiteY76" fmla="*/ 154251 h 996357"/>
                    <a:gd name="connsiteX77" fmla="*/ 561693 w 637877"/>
                    <a:gd name="connsiteY77" fmla="*/ 172915 h 996357"/>
                    <a:gd name="connsiteX78" fmla="*/ 534016 w 637877"/>
                    <a:gd name="connsiteY78" fmla="*/ 183367 h 996357"/>
                    <a:gd name="connsiteX79" fmla="*/ 486889 w 637877"/>
                    <a:gd name="connsiteY79" fmla="*/ 225922 h 996357"/>
                    <a:gd name="connsiteX80" fmla="*/ 473424 w 637877"/>
                    <a:gd name="connsiteY80" fmla="*/ 264743 h 996357"/>
                    <a:gd name="connsiteX81" fmla="*/ 489133 w 637877"/>
                    <a:gd name="connsiteY81" fmla="*/ 285647 h 996357"/>
                    <a:gd name="connsiteX82" fmla="*/ 520551 w 637877"/>
                    <a:gd name="connsiteY82" fmla="*/ 313270 h 996357"/>
                    <a:gd name="connsiteX83" fmla="*/ 480157 w 637877"/>
                    <a:gd name="connsiteY83" fmla="*/ 396139 h 996357"/>
                    <a:gd name="connsiteX84" fmla="*/ 430038 w 637877"/>
                    <a:gd name="connsiteY84" fmla="*/ 418536 h 996357"/>
                    <a:gd name="connsiteX85" fmla="*/ 371691 w 637877"/>
                    <a:gd name="connsiteY85" fmla="*/ 448399 h 996357"/>
                    <a:gd name="connsiteX86" fmla="*/ 369447 w 637877"/>
                    <a:gd name="connsiteY86" fmla="*/ 445412 h 996357"/>
                    <a:gd name="connsiteX87" fmla="*/ 389644 w 637877"/>
                    <a:gd name="connsiteY87" fmla="*/ 430481 h 996357"/>
                    <a:gd name="connsiteX88" fmla="*/ 433778 w 637877"/>
                    <a:gd name="connsiteY88" fmla="*/ 384940 h 996357"/>
                    <a:gd name="connsiteX89" fmla="*/ 449487 w 637877"/>
                    <a:gd name="connsiteY89" fmla="*/ 339400 h 996357"/>
                    <a:gd name="connsiteX90" fmla="*/ 438267 w 637877"/>
                    <a:gd name="connsiteY90" fmla="*/ 319989 h 996357"/>
                    <a:gd name="connsiteX91" fmla="*/ 426298 w 637877"/>
                    <a:gd name="connsiteY91" fmla="*/ 299832 h 996357"/>
                    <a:gd name="connsiteX92" fmla="*/ 426298 w 637877"/>
                    <a:gd name="connsiteY92" fmla="*/ 280421 h 996357"/>
                    <a:gd name="connsiteX93" fmla="*/ 360470 w 637877"/>
                    <a:gd name="connsiteY93" fmla="*/ 464823 h 996357"/>
                    <a:gd name="connsiteX94" fmla="*/ 342517 w 637877"/>
                    <a:gd name="connsiteY94" fmla="*/ 457358 h 996357"/>
                    <a:gd name="connsiteX95" fmla="*/ 303619 w 637877"/>
                    <a:gd name="connsiteY95" fmla="*/ 370009 h 996357"/>
                    <a:gd name="connsiteX96" fmla="*/ 298383 w 637877"/>
                    <a:gd name="connsiteY96" fmla="*/ 308790 h 996357"/>
                    <a:gd name="connsiteX97" fmla="*/ 295391 w 637877"/>
                    <a:gd name="connsiteY97" fmla="*/ 299832 h 996357"/>
                    <a:gd name="connsiteX98" fmla="*/ 281178 w 637877"/>
                    <a:gd name="connsiteY98" fmla="*/ 329694 h 996357"/>
                    <a:gd name="connsiteX99" fmla="*/ 277438 w 637877"/>
                    <a:gd name="connsiteY99" fmla="*/ 404351 h 996357"/>
                    <a:gd name="connsiteX100" fmla="*/ 260981 w 637877"/>
                    <a:gd name="connsiteY100" fmla="*/ 461837 h 996357"/>
                    <a:gd name="connsiteX101" fmla="*/ 247516 w 637877"/>
                    <a:gd name="connsiteY101" fmla="*/ 496926 h 996357"/>
                    <a:gd name="connsiteX102" fmla="*/ 207870 w 637877"/>
                    <a:gd name="connsiteY102" fmla="*/ 507378 h 996357"/>
                    <a:gd name="connsiteX103" fmla="*/ 187673 w 637877"/>
                    <a:gd name="connsiteY103" fmla="*/ 461090 h 996357"/>
                    <a:gd name="connsiteX104" fmla="*/ 169720 w 637877"/>
                    <a:gd name="connsiteY104" fmla="*/ 324468 h 996357"/>
                    <a:gd name="connsiteX105" fmla="*/ 155508 w 637877"/>
                    <a:gd name="connsiteY105" fmla="*/ 258024 h 996357"/>
                    <a:gd name="connsiteX106" fmla="*/ 141295 w 637877"/>
                    <a:gd name="connsiteY106" fmla="*/ 246079 h 996357"/>
                    <a:gd name="connsiteX107" fmla="*/ 135311 w 637877"/>
                    <a:gd name="connsiteY107" fmla="*/ 243839 h 996357"/>
                    <a:gd name="connsiteX108" fmla="*/ 139799 w 637877"/>
                    <a:gd name="connsiteY108" fmla="*/ 202031 h 996357"/>
                    <a:gd name="connsiteX109" fmla="*/ 152515 w 637877"/>
                    <a:gd name="connsiteY109" fmla="*/ 192326 h 996357"/>
                    <a:gd name="connsiteX110" fmla="*/ 212359 w 637877"/>
                    <a:gd name="connsiteY110" fmla="*/ 202031 h 996357"/>
                    <a:gd name="connsiteX111" fmla="*/ 226571 w 637877"/>
                    <a:gd name="connsiteY111" fmla="*/ 255784 h 996357"/>
                    <a:gd name="connsiteX112" fmla="*/ 224327 w 637877"/>
                    <a:gd name="connsiteY112" fmla="*/ 329694 h 996357"/>
                    <a:gd name="connsiteX113" fmla="*/ 228067 w 637877"/>
                    <a:gd name="connsiteY113" fmla="*/ 349852 h 996357"/>
                    <a:gd name="connsiteX114" fmla="*/ 234052 w 637877"/>
                    <a:gd name="connsiteY114" fmla="*/ 349852 h 996357"/>
                    <a:gd name="connsiteX115" fmla="*/ 252005 w 637877"/>
                    <a:gd name="connsiteY115" fmla="*/ 267729 h 996357"/>
                    <a:gd name="connsiteX116" fmla="*/ 269210 w 637877"/>
                    <a:gd name="connsiteY116" fmla="*/ 196805 h 996357"/>
                    <a:gd name="connsiteX117" fmla="*/ 287163 w 637877"/>
                    <a:gd name="connsiteY117" fmla="*/ 158730 h 996357"/>
                    <a:gd name="connsiteX118" fmla="*/ 292399 w 637877"/>
                    <a:gd name="connsiteY118" fmla="*/ 141559 h 996357"/>
                    <a:gd name="connsiteX119" fmla="*/ 304367 w 637877"/>
                    <a:gd name="connsiteY119" fmla="*/ 128121 h 996357"/>
                    <a:gd name="connsiteX120" fmla="*/ 321572 w 637877"/>
                    <a:gd name="connsiteY120" fmla="*/ 134840 h 996357"/>
                    <a:gd name="connsiteX121" fmla="*/ 344762 w 637877"/>
                    <a:gd name="connsiteY121" fmla="*/ 171422 h 996357"/>
                    <a:gd name="connsiteX122" fmla="*/ 341769 w 637877"/>
                    <a:gd name="connsiteY122" fmla="*/ 194566 h 996357"/>
                    <a:gd name="connsiteX123" fmla="*/ 326809 w 637877"/>
                    <a:gd name="connsiteY123" fmla="*/ 275942 h 996357"/>
                    <a:gd name="connsiteX124" fmla="*/ 333541 w 637877"/>
                    <a:gd name="connsiteY124" fmla="*/ 328948 h 996357"/>
                    <a:gd name="connsiteX125" fmla="*/ 338777 w 637877"/>
                    <a:gd name="connsiteY125" fmla="*/ 329694 h 996357"/>
                    <a:gd name="connsiteX126" fmla="*/ 354486 w 637877"/>
                    <a:gd name="connsiteY126" fmla="*/ 303565 h 996357"/>
                    <a:gd name="connsiteX127" fmla="*/ 400116 w 637877"/>
                    <a:gd name="connsiteY127" fmla="*/ 223682 h 996357"/>
                    <a:gd name="connsiteX128" fmla="*/ 404605 w 637877"/>
                    <a:gd name="connsiteY128" fmla="*/ 216963 h 996357"/>
                    <a:gd name="connsiteX129" fmla="*/ 442007 w 637877"/>
                    <a:gd name="connsiteY129" fmla="*/ 135587 h 996357"/>
                    <a:gd name="connsiteX130" fmla="*/ 436770 w 637877"/>
                    <a:gd name="connsiteY130" fmla="*/ 78848 h 996357"/>
                    <a:gd name="connsiteX131" fmla="*/ 445747 w 637877"/>
                    <a:gd name="connsiteY131" fmla="*/ 34054 h 996357"/>
                    <a:gd name="connsiteX132" fmla="*/ 462952 w 637877"/>
                    <a:gd name="connsiteY132" fmla="*/ 12403 h 996357"/>
                    <a:gd name="connsiteX133" fmla="*/ 494369 w 637877"/>
                    <a:gd name="connsiteY133" fmla="*/ 1951 h 996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</a:cxnLst>
                  <a:rect l="l" t="t" r="r" b="b"/>
                  <a:pathLst>
                    <a:path w="637877" h="996357">
                      <a:moveTo>
                        <a:pt x="408970" y="817578"/>
                      </a:moveTo>
                      <a:cubicBezTo>
                        <a:pt x="381202" y="828780"/>
                        <a:pt x="369195" y="848944"/>
                        <a:pt x="361690" y="872094"/>
                      </a:cubicBezTo>
                      <a:cubicBezTo>
                        <a:pt x="354186" y="893005"/>
                        <a:pt x="358689" y="912421"/>
                        <a:pt x="370696" y="929598"/>
                      </a:cubicBezTo>
                      <a:cubicBezTo>
                        <a:pt x="378201" y="940053"/>
                        <a:pt x="385705" y="940053"/>
                        <a:pt x="390208" y="927357"/>
                      </a:cubicBezTo>
                      <a:cubicBezTo>
                        <a:pt x="397713" y="904207"/>
                        <a:pt x="403716" y="881056"/>
                        <a:pt x="408219" y="857158"/>
                      </a:cubicBezTo>
                      <a:cubicBezTo>
                        <a:pt x="410471" y="845210"/>
                        <a:pt x="408970" y="833261"/>
                        <a:pt x="408970" y="817578"/>
                      </a:cubicBezTo>
                      <a:close/>
                      <a:moveTo>
                        <a:pt x="407187" y="583831"/>
                      </a:moveTo>
                      <a:cubicBezTo>
                        <a:pt x="416662" y="586258"/>
                        <a:pt x="425855" y="590552"/>
                        <a:pt x="435236" y="593539"/>
                      </a:cubicBezTo>
                      <a:cubicBezTo>
                        <a:pt x="438238" y="594286"/>
                        <a:pt x="441240" y="608475"/>
                        <a:pt x="438238" y="612956"/>
                      </a:cubicBezTo>
                      <a:cubicBezTo>
                        <a:pt x="429983" y="627892"/>
                        <a:pt x="420227" y="642081"/>
                        <a:pt x="409720" y="655524"/>
                      </a:cubicBezTo>
                      <a:cubicBezTo>
                        <a:pt x="400715" y="667472"/>
                        <a:pt x="389458" y="677181"/>
                        <a:pt x="379702" y="688383"/>
                      </a:cubicBezTo>
                      <a:cubicBezTo>
                        <a:pt x="372197" y="695851"/>
                        <a:pt x="372947" y="711533"/>
                        <a:pt x="382703" y="719001"/>
                      </a:cubicBezTo>
                      <a:cubicBezTo>
                        <a:pt x="401465" y="732444"/>
                        <a:pt x="416474" y="748126"/>
                        <a:pt x="425480" y="769783"/>
                      </a:cubicBezTo>
                      <a:cubicBezTo>
                        <a:pt x="426981" y="772771"/>
                        <a:pt x="434486" y="776504"/>
                        <a:pt x="438238" y="775758"/>
                      </a:cubicBezTo>
                      <a:cubicBezTo>
                        <a:pt x="450996" y="772024"/>
                        <a:pt x="463754" y="767543"/>
                        <a:pt x="475761" y="761569"/>
                      </a:cubicBezTo>
                      <a:cubicBezTo>
                        <a:pt x="497525" y="749620"/>
                        <a:pt x="535048" y="759328"/>
                        <a:pt x="547055" y="780985"/>
                      </a:cubicBezTo>
                      <a:cubicBezTo>
                        <a:pt x="551558" y="790694"/>
                        <a:pt x="540301" y="818325"/>
                        <a:pt x="527543" y="822806"/>
                      </a:cubicBezTo>
                      <a:cubicBezTo>
                        <a:pt x="511033" y="828780"/>
                        <a:pt x="493022" y="832514"/>
                        <a:pt x="472759" y="837742"/>
                      </a:cubicBezTo>
                      <a:cubicBezTo>
                        <a:pt x="475761" y="831021"/>
                        <a:pt x="479513" y="825793"/>
                        <a:pt x="479513" y="820565"/>
                      </a:cubicBezTo>
                      <a:cubicBezTo>
                        <a:pt x="480264" y="816085"/>
                        <a:pt x="478012" y="807123"/>
                        <a:pt x="475761" y="806376"/>
                      </a:cubicBezTo>
                      <a:cubicBezTo>
                        <a:pt x="465255" y="804136"/>
                        <a:pt x="454748" y="801896"/>
                        <a:pt x="444242" y="803389"/>
                      </a:cubicBezTo>
                      <a:cubicBezTo>
                        <a:pt x="440489" y="803389"/>
                        <a:pt x="436737" y="815338"/>
                        <a:pt x="436737" y="821312"/>
                      </a:cubicBezTo>
                      <a:cubicBezTo>
                        <a:pt x="436737" y="841476"/>
                        <a:pt x="439739" y="860892"/>
                        <a:pt x="439739" y="881056"/>
                      </a:cubicBezTo>
                      <a:cubicBezTo>
                        <a:pt x="438988" y="900473"/>
                        <a:pt x="435986" y="919889"/>
                        <a:pt x="432234" y="938559"/>
                      </a:cubicBezTo>
                      <a:cubicBezTo>
                        <a:pt x="426230" y="970671"/>
                        <a:pt x="398463" y="981873"/>
                        <a:pt x="374448" y="996063"/>
                      </a:cubicBezTo>
                      <a:cubicBezTo>
                        <a:pt x="371446" y="997556"/>
                        <a:pt x="363191" y="993075"/>
                        <a:pt x="360189" y="989341"/>
                      </a:cubicBezTo>
                      <a:cubicBezTo>
                        <a:pt x="348182" y="978139"/>
                        <a:pt x="338426" y="965444"/>
                        <a:pt x="327169" y="953495"/>
                      </a:cubicBezTo>
                      <a:cubicBezTo>
                        <a:pt x="301653" y="928851"/>
                        <a:pt x="301653" y="886284"/>
                        <a:pt x="327920" y="859399"/>
                      </a:cubicBezTo>
                      <a:cubicBezTo>
                        <a:pt x="344430" y="842223"/>
                        <a:pt x="359439" y="824299"/>
                        <a:pt x="375949" y="807123"/>
                      </a:cubicBezTo>
                      <a:cubicBezTo>
                        <a:pt x="378951" y="803389"/>
                        <a:pt x="382703" y="801149"/>
                        <a:pt x="386456" y="798908"/>
                      </a:cubicBezTo>
                      <a:cubicBezTo>
                        <a:pt x="396212" y="793681"/>
                        <a:pt x="396212" y="786213"/>
                        <a:pt x="390208" y="779492"/>
                      </a:cubicBezTo>
                      <a:cubicBezTo>
                        <a:pt x="382703" y="772024"/>
                        <a:pt x="375199" y="763809"/>
                        <a:pt x="366944" y="758581"/>
                      </a:cubicBezTo>
                      <a:cubicBezTo>
                        <a:pt x="336925" y="741405"/>
                        <a:pt x="329420" y="699584"/>
                        <a:pt x="354186" y="676434"/>
                      </a:cubicBezTo>
                      <a:cubicBezTo>
                        <a:pt x="372197" y="659257"/>
                        <a:pt x="378951" y="639094"/>
                        <a:pt x="382703" y="615943"/>
                      </a:cubicBezTo>
                      <a:cubicBezTo>
                        <a:pt x="384955" y="604741"/>
                        <a:pt x="378201" y="601007"/>
                        <a:pt x="370696" y="604741"/>
                      </a:cubicBezTo>
                      <a:cubicBezTo>
                        <a:pt x="357938" y="611463"/>
                        <a:pt x="345180" y="619677"/>
                        <a:pt x="336925" y="630132"/>
                      </a:cubicBezTo>
                      <a:cubicBezTo>
                        <a:pt x="322666" y="650296"/>
                        <a:pt x="304655" y="662245"/>
                        <a:pt x="279890" y="662991"/>
                      </a:cubicBezTo>
                      <a:cubicBezTo>
                        <a:pt x="274637" y="663738"/>
                        <a:pt x="264880" y="657764"/>
                        <a:pt x="264880" y="654030"/>
                      </a:cubicBezTo>
                      <a:cubicBezTo>
                        <a:pt x="264130" y="648056"/>
                        <a:pt x="266381" y="638347"/>
                        <a:pt x="271635" y="634613"/>
                      </a:cubicBezTo>
                      <a:cubicBezTo>
                        <a:pt x="288145" y="621171"/>
                        <a:pt x="306156" y="612209"/>
                        <a:pt x="327169" y="606982"/>
                      </a:cubicBezTo>
                      <a:cubicBezTo>
                        <a:pt x="344430" y="603248"/>
                        <a:pt x="360940" y="593539"/>
                        <a:pt x="377450" y="585325"/>
                      </a:cubicBezTo>
                      <a:cubicBezTo>
                        <a:pt x="387956" y="580844"/>
                        <a:pt x="397713" y="581404"/>
                        <a:pt x="407187" y="583831"/>
                      </a:cubicBezTo>
                      <a:close/>
                      <a:moveTo>
                        <a:pt x="453023" y="448126"/>
                      </a:moveTo>
                      <a:cubicBezTo>
                        <a:pt x="494143" y="451118"/>
                        <a:pt x="535264" y="452614"/>
                        <a:pt x="575637" y="459346"/>
                      </a:cubicBezTo>
                      <a:cubicBezTo>
                        <a:pt x="595075" y="463086"/>
                        <a:pt x="613766" y="475802"/>
                        <a:pt x="630215" y="487770"/>
                      </a:cubicBezTo>
                      <a:cubicBezTo>
                        <a:pt x="644420" y="498990"/>
                        <a:pt x="637691" y="525918"/>
                        <a:pt x="619748" y="537138"/>
                      </a:cubicBezTo>
                      <a:cubicBezTo>
                        <a:pt x="614514" y="540878"/>
                        <a:pt x="607785" y="544617"/>
                        <a:pt x="601804" y="544617"/>
                      </a:cubicBezTo>
                      <a:cubicBezTo>
                        <a:pt x="575637" y="544617"/>
                        <a:pt x="549469" y="549853"/>
                        <a:pt x="522554" y="544617"/>
                      </a:cubicBezTo>
                      <a:cubicBezTo>
                        <a:pt x="512087" y="542374"/>
                        <a:pt x="500872" y="546861"/>
                        <a:pt x="489657" y="549105"/>
                      </a:cubicBezTo>
                      <a:cubicBezTo>
                        <a:pt x="484424" y="549853"/>
                        <a:pt x="479938" y="552097"/>
                        <a:pt x="473209" y="550601"/>
                      </a:cubicBezTo>
                      <a:cubicBezTo>
                        <a:pt x="480685" y="546113"/>
                        <a:pt x="486667" y="540130"/>
                        <a:pt x="494143" y="535642"/>
                      </a:cubicBezTo>
                      <a:cubicBezTo>
                        <a:pt x="515825" y="522926"/>
                        <a:pt x="539002" y="510210"/>
                        <a:pt x="560684" y="496746"/>
                      </a:cubicBezTo>
                      <a:cubicBezTo>
                        <a:pt x="565170" y="493754"/>
                        <a:pt x="569655" y="487022"/>
                        <a:pt x="569655" y="481786"/>
                      </a:cubicBezTo>
                      <a:cubicBezTo>
                        <a:pt x="569655" y="478794"/>
                        <a:pt x="562179" y="472810"/>
                        <a:pt x="557693" y="472062"/>
                      </a:cubicBezTo>
                      <a:cubicBezTo>
                        <a:pt x="547226" y="470566"/>
                        <a:pt x="536759" y="470566"/>
                        <a:pt x="526292" y="470566"/>
                      </a:cubicBezTo>
                      <a:cubicBezTo>
                        <a:pt x="507601" y="471314"/>
                        <a:pt x="487414" y="469070"/>
                        <a:pt x="469471" y="473558"/>
                      </a:cubicBezTo>
                      <a:cubicBezTo>
                        <a:pt x="447041" y="479542"/>
                        <a:pt x="426107" y="490014"/>
                        <a:pt x="405173" y="499738"/>
                      </a:cubicBezTo>
                      <a:cubicBezTo>
                        <a:pt x="385734" y="508714"/>
                        <a:pt x="367791" y="519186"/>
                        <a:pt x="348352" y="528162"/>
                      </a:cubicBezTo>
                      <a:cubicBezTo>
                        <a:pt x="312465" y="545365"/>
                        <a:pt x="275830" y="560325"/>
                        <a:pt x="240691" y="579025"/>
                      </a:cubicBezTo>
                      <a:cubicBezTo>
                        <a:pt x="213028" y="594733"/>
                        <a:pt x="186860" y="611937"/>
                        <a:pt x="168169" y="640361"/>
                      </a:cubicBezTo>
                      <a:cubicBezTo>
                        <a:pt x="153216" y="662801"/>
                        <a:pt x="135273" y="682997"/>
                        <a:pt x="124058" y="708428"/>
                      </a:cubicBezTo>
                      <a:cubicBezTo>
                        <a:pt x="119572" y="717404"/>
                        <a:pt x="106115" y="723388"/>
                        <a:pt x="95648" y="728624"/>
                      </a:cubicBezTo>
                      <a:cubicBezTo>
                        <a:pt x="57518" y="748820"/>
                        <a:pt x="10416" y="729372"/>
                        <a:pt x="697" y="688233"/>
                      </a:cubicBezTo>
                      <a:cubicBezTo>
                        <a:pt x="-2294" y="675517"/>
                        <a:pt x="5182" y="661305"/>
                        <a:pt x="7425" y="647093"/>
                      </a:cubicBezTo>
                      <a:cubicBezTo>
                        <a:pt x="23126" y="659061"/>
                        <a:pt x="38079" y="658313"/>
                        <a:pt x="53779" y="648589"/>
                      </a:cubicBezTo>
                      <a:cubicBezTo>
                        <a:pt x="83685" y="628393"/>
                        <a:pt x="113591" y="607449"/>
                        <a:pt x="145740" y="590993"/>
                      </a:cubicBezTo>
                      <a:cubicBezTo>
                        <a:pt x="187608" y="569301"/>
                        <a:pt x="230972" y="552097"/>
                        <a:pt x="273587" y="532650"/>
                      </a:cubicBezTo>
                      <a:cubicBezTo>
                        <a:pt x="307232" y="516942"/>
                        <a:pt x="340128" y="501234"/>
                        <a:pt x="373024" y="484778"/>
                      </a:cubicBezTo>
                      <a:cubicBezTo>
                        <a:pt x="392463" y="474306"/>
                        <a:pt x="411902" y="462338"/>
                        <a:pt x="431341" y="452614"/>
                      </a:cubicBezTo>
                      <a:cubicBezTo>
                        <a:pt x="437322" y="449622"/>
                        <a:pt x="445546" y="448126"/>
                        <a:pt x="453023" y="448126"/>
                      </a:cubicBezTo>
                      <a:close/>
                      <a:moveTo>
                        <a:pt x="494369" y="1951"/>
                      </a:moveTo>
                      <a:cubicBezTo>
                        <a:pt x="508582" y="7924"/>
                        <a:pt x="515315" y="19869"/>
                        <a:pt x="517559" y="34054"/>
                      </a:cubicBezTo>
                      <a:cubicBezTo>
                        <a:pt x="518307" y="42266"/>
                        <a:pt x="516063" y="51225"/>
                        <a:pt x="516063" y="59437"/>
                      </a:cubicBezTo>
                      <a:cubicBezTo>
                        <a:pt x="514567" y="76608"/>
                        <a:pt x="519055" y="79594"/>
                        <a:pt x="535512" y="75862"/>
                      </a:cubicBezTo>
                      <a:cubicBezTo>
                        <a:pt x="548228" y="72875"/>
                        <a:pt x="560945" y="72875"/>
                        <a:pt x="574410" y="72875"/>
                      </a:cubicBezTo>
                      <a:cubicBezTo>
                        <a:pt x="590867" y="72129"/>
                        <a:pt x="597599" y="84820"/>
                        <a:pt x="597599" y="98259"/>
                      </a:cubicBezTo>
                      <a:cubicBezTo>
                        <a:pt x="599095" y="116923"/>
                        <a:pt x="597599" y="135587"/>
                        <a:pt x="595355" y="154251"/>
                      </a:cubicBezTo>
                      <a:cubicBezTo>
                        <a:pt x="593859" y="166943"/>
                        <a:pt x="575158" y="177395"/>
                        <a:pt x="561693" y="172915"/>
                      </a:cubicBezTo>
                      <a:cubicBezTo>
                        <a:pt x="548976" y="169182"/>
                        <a:pt x="539252" y="172915"/>
                        <a:pt x="534016" y="183367"/>
                      </a:cubicBezTo>
                      <a:cubicBezTo>
                        <a:pt x="523543" y="204271"/>
                        <a:pt x="505590" y="216216"/>
                        <a:pt x="486889" y="225922"/>
                      </a:cubicBezTo>
                      <a:cubicBezTo>
                        <a:pt x="468188" y="234880"/>
                        <a:pt x="475668" y="252051"/>
                        <a:pt x="473424" y="264743"/>
                      </a:cubicBezTo>
                      <a:cubicBezTo>
                        <a:pt x="472676" y="270716"/>
                        <a:pt x="481653" y="280421"/>
                        <a:pt x="489133" y="285647"/>
                      </a:cubicBezTo>
                      <a:cubicBezTo>
                        <a:pt x="500354" y="293113"/>
                        <a:pt x="512322" y="299832"/>
                        <a:pt x="520551" y="313270"/>
                      </a:cubicBezTo>
                      <a:cubicBezTo>
                        <a:pt x="537756" y="340893"/>
                        <a:pt x="515315" y="394646"/>
                        <a:pt x="480157" y="396139"/>
                      </a:cubicBezTo>
                      <a:cubicBezTo>
                        <a:pt x="462952" y="396885"/>
                        <a:pt x="446495" y="410324"/>
                        <a:pt x="430038" y="418536"/>
                      </a:cubicBezTo>
                      <a:cubicBezTo>
                        <a:pt x="410589" y="428241"/>
                        <a:pt x="391140" y="438693"/>
                        <a:pt x="371691" y="448399"/>
                      </a:cubicBezTo>
                      <a:cubicBezTo>
                        <a:pt x="370943" y="447652"/>
                        <a:pt x="370195" y="446905"/>
                        <a:pt x="369447" y="445412"/>
                      </a:cubicBezTo>
                      <a:cubicBezTo>
                        <a:pt x="376179" y="440186"/>
                        <a:pt x="383660" y="436453"/>
                        <a:pt x="389644" y="430481"/>
                      </a:cubicBezTo>
                      <a:cubicBezTo>
                        <a:pt x="404605" y="415550"/>
                        <a:pt x="421810" y="402111"/>
                        <a:pt x="433778" y="384940"/>
                      </a:cubicBezTo>
                      <a:cubicBezTo>
                        <a:pt x="442755" y="372249"/>
                        <a:pt x="445747" y="355078"/>
                        <a:pt x="449487" y="339400"/>
                      </a:cubicBezTo>
                      <a:cubicBezTo>
                        <a:pt x="450983" y="331934"/>
                        <a:pt x="449487" y="322975"/>
                        <a:pt x="438267" y="319989"/>
                      </a:cubicBezTo>
                      <a:cubicBezTo>
                        <a:pt x="429290" y="317749"/>
                        <a:pt x="425550" y="309537"/>
                        <a:pt x="426298" y="299832"/>
                      </a:cubicBezTo>
                      <a:cubicBezTo>
                        <a:pt x="427046" y="293859"/>
                        <a:pt x="426298" y="287140"/>
                        <a:pt x="426298" y="280421"/>
                      </a:cubicBezTo>
                      <a:cubicBezTo>
                        <a:pt x="405353" y="294606"/>
                        <a:pt x="355982" y="434214"/>
                        <a:pt x="360470" y="464823"/>
                      </a:cubicBezTo>
                      <a:cubicBezTo>
                        <a:pt x="353738" y="461837"/>
                        <a:pt x="347754" y="459597"/>
                        <a:pt x="342517" y="457358"/>
                      </a:cubicBezTo>
                      <a:cubicBezTo>
                        <a:pt x="305116" y="438693"/>
                        <a:pt x="308108" y="402858"/>
                        <a:pt x="303619" y="370009"/>
                      </a:cubicBezTo>
                      <a:cubicBezTo>
                        <a:pt x="301375" y="349852"/>
                        <a:pt x="299879" y="329694"/>
                        <a:pt x="298383" y="308790"/>
                      </a:cubicBezTo>
                      <a:cubicBezTo>
                        <a:pt x="297635" y="306551"/>
                        <a:pt x="296887" y="303565"/>
                        <a:pt x="295391" y="299832"/>
                      </a:cubicBezTo>
                      <a:cubicBezTo>
                        <a:pt x="283422" y="307297"/>
                        <a:pt x="281926" y="318496"/>
                        <a:pt x="281178" y="329694"/>
                      </a:cubicBezTo>
                      <a:cubicBezTo>
                        <a:pt x="279682" y="354331"/>
                        <a:pt x="279682" y="379714"/>
                        <a:pt x="277438" y="404351"/>
                      </a:cubicBezTo>
                      <a:cubicBezTo>
                        <a:pt x="275194" y="423762"/>
                        <a:pt x="273698" y="443919"/>
                        <a:pt x="260981" y="461837"/>
                      </a:cubicBezTo>
                      <a:cubicBezTo>
                        <a:pt x="254249" y="471542"/>
                        <a:pt x="252005" y="485727"/>
                        <a:pt x="247516" y="496926"/>
                      </a:cubicBezTo>
                      <a:cubicBezTo>
                        <a:pt x="242280" y="511110"/>
                        <a:pt x="221335" y="513350"/>
                        <a:pt x="207870" y="507378"/>
                      </a:cubicBezTo>
                      <a:cubicBezTo>
                        <a:pt x="184681" y="497672"/>
                        <a:pt x="190665" y="478261"/>
                        <a:pt x="187673" y="461090"/>
                      </a:cubicBezTo>
                      <a:cubicBezTo>
                        <a:pt x="181689" y="415550"/>
                        <a:pt x="176453" y="370009"/>
                        <a:pt x="169720" y="324468"/>
                      </a:cubicBezTo>
                      <a:cubicBezTo>
                        <a:pt x="166728" y="302071"/>
                        <a:pt x="160744" y="279674"/>
                        <a:pt x="155508" y="258024"/>
                      </a:cubicBezTo>
                      <a:cubicBezTo>
                        <a:pt x="154012" y="251305"/>
                        <a:pt x="153263" y="241599"/>
                        <a:pt x="141295" y="246079"/>
                      </a:cubicBezTo>
                      <a:cubicBezTo>
                        <a:pt x="139799" y="246825"/>
                        <a:pt x="136807" y="245332"/>
                        <a:pt x="135311" y="243839"/>
                      </a:cubicBezTo>
                      <a:cubicBezTo>
                        <a:pt x="124838" y="231894"/>
                        <a:pt x="126334" y="211737"/>
                        <a:pt x="139799" y="202031"/>
                      </a:cubicBezTo>
                      <a:cubicBezTo>
                        <a:pt x="143539" y="199045"/>
                        <a:pt x="148027" y="195312"/>
                        <a:pt x="152515" y="192326"/>
                      </a:cubicBezTo>
                      <a:cubicBezTo>
                        <a:pt x="186177" y="174408"/>
                        <a:pt x="194406" y="178888"/>
                        <a:pt x="212359" y="202031"/>
                      </a:cubicBezTo>
                      <a:cubicBezTo>
                        <a:pt x="225075" y="219202"/>
                        <a:pt x="228815" y="235627"/>
                        <a:pt x="226571" y="255784"/>
                      </a:cubicBezTo>
                      <a:cubicBezTo>
                        <a:pt x="225075" y="280421"/>
                        <a:pt x="224327" y="305058"/>
                        <a:pt x="224327" y="329694"/>
                      </a:cubicBezTo>
                      <a:cubicBezTo>
                        <a:pt x="224327" y="336413"/>
                        <a:pt x="226571" y="343133"/>
                        <a:pt x="228067" y="349852"/>
                      </a:cubicBezTo>
                      <a:cubicBezTo>
                        <a:pt x="230312" y="349852"/>
                        <a:pt x="231808" y="349852"/>
                        <a:pt x="234052" y="349852"/>
                      </a:cubicBezTo>
                      <a:cubicBezTo>
                        <a:pt x="240036" y="322229"/>
                        <a:pt x="246020" y="294606"/>
                        <a:pt x="252005" y="267729"/>
                      </a:cubicBezTo>
                      <a:cubicBezTo>
                        <a:pt x="257241" y="243839"/>
                        <a:pt x="261729" y="219949"/>
                        <a:pt x="269210" y="196805"/>
                      </a:cubicBezTo>
                      <a:cubicBezTo>
                        <a:pt x="272950" y="183367"/>
                        <a:pt x="281178" y="171422"/>
                        <a:pt x="287163" y="158730"/>
                      </a:cubicBezTo>
                      <a:cubicBezTo>
                        <a:pt x="289407" y="152758"/>
                        <a:pt x="289407" y="146785"/>
                        <a:pt x="292399" y="141559"/>
                      </a:cubicBezTo>
                      <a:cubicBezTo>
                        <a:pt x="294643" y="136333"/>
                        <a:pt x="299879" y="129614"/>
                        <a:pt x="304367" y="128121"/>
                      </a:cubicBezTo>
                      <a:cubicBezTo>
                        <a:pt x="309604" y="127375"/>
                        <a:pt x="317832" y="130361"/>
                        <a:pt x="321572" y="134840"/>
                      </a:cubicBezTo>
                      <a:cubicBezTo>
                        <a:pt x="330549" y="146039"/>
                        <a:pt x="345510" y="153505"/>
                        <a:pt x="344762" y="171422"/>
                      </a:cubicBezTo>
                      <a:cubicBezTo>
                        <a:pt x="344014" y="178888"/>
                        <a:pt x="343266" y="187100"/>
                        <a:pt x="341769" y="194566"/>
                      </a:cubicBezTo>
                      <a:cubicBezTo>
                        <a:pt x="337281" y="221442"/>
                        <a:pt x="329053" y="248319"/>
                        <a:pt x="326809" y="275942"/>
                      </a:cubicBezTo>
                      <a:cubicBezTo>
                        <a:pt x="325313" y="293113"/>
                        <a:pt x="331297" y="311030"/>
                        <a:pt x="333541" y="328948"/>
                      </a:cubicBezTo>
                      <a:cubicBezTo>
                        <a:pt x="335037" y="328948"/>
                        <a:pt x="336533" y="328948"/>
                        <a:pt x="338777" y="329694"/>
                      </a:cubicBezTo>
                      <a:cubicBezTo>
                        <a:pt x="344014" y="320736"/>
                        <a:pt x="349250" y="312523"/>
                        <a:pt x="354486" y="303565"/>
                      </a:cubicBezTo>
                      <a:cubicBezTo>
                        <a:pt x="369447" y="276688"/>
                        <a:pt x="385156" y="249812"/>
                        <a:pt x="400116" y="223682"/>
                      </a:cubicBezTo>
                      <a:cubicBezTo>
                        <a:pt x="401613" y="221442"/>
                        <a:pt x="402361" y="218456"/>
                        <a:pt x="404605" y="216963"/>
                      </a:cubicBezTo>
                      <a:cubicBezTo>
                        <a:pt x="431534" y="196805"/>
                        <a:pt x="436770" y="165450"/>
                        <a:pt x="442007" y="135587"/>
                      </a:cubicBezTo>
                      <a:cubicBezTo>
                        <a:pt x="444251" y="116923"/>
                        <a:pt x="442755" y="96765"/>
                        <a:pt x="436770" y="78848"/>
                      </a:cubicBezTo>
                      <a:cubicBezTo>
                        <a:pt x="431534" y="60930"/>
                        <a:pt x="438267" y="48239"/>
                        <a:pt x="445747" y="34054"/>
                      </a:cubicBezTo>
                      <a:cubicBezTo>
                        <a:pt x="450235" y="25842"/>
                        <a:pt x="456219" y="18376"/>
                        <a:pt x="462952" y="12403"/>
                      </a:cubicBezTo>
                      <a:cubicBezTo>
                        <a:pt x="471180" y="4938"/>
                        <a:pt x="480905" y="-4021"/>
                        <a:pt x="494369" y="195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8" name="íṡ1íḑê"/>
                <p:cNvSpPr/>
                <p:nvPr>
                  <p:custDataLst>
                    <p:tags r:id="rId14"/>
                  </p:custDataLst>
                </p:nvPr>
              </p:nvSpPr>
              <p:spPr bwMode="auto">
                <a:xfrm>
                  <a:off x="7485853" y="2757241"/>
                  <a:ext cx="657518" cy="920296"/>
                </a:xfrm>
                <a:custGeom>
                  <a:avLst/>
                  <a:gdLst>
                    <a:gd name="connsiteX0" fmla="*/ 280111 w 657518"/>
                    <a:gd name="connsiteY0" fmla="*/ 509888 h 920296"/>
                    <a:gd name="connsiteX1" fmla="*/ 261378 w 657518"/>
                    <a:gd name="connsiteY1" fmla="*/ 514283 h 920296"/>
                    <a:gd name="connsiteX2" fmla="*/ 243394 w 657518"/>
                    <a:gd name="connsiteY2" fmla="*/ 544210 h 920296"/>
                    <a:gd name="connsiteX3" fmla="*/ 263626 w 657518"/>
                    <a:gd name="connsiteY3" fmla="*/ 591345 h 920296"/>
                    <a:gd name="connsiteX4" fmla="*/ 263626 w 657518"/>
                    <a:gd name="connsiteY4" fmla="*/ 625013 h 920296"/>
                    <a:gd name="connsiteX5" fmla="*/ 267373 w 657518"/>
                    <a:gd name="connsiteY5" fmla="*/ 627257 h 920296"/>
                    <a:gd name="connsiteX6" fmla="*/ 280111 w 657518"/>
                    <a:gd name="connsiteY6" fmla="*/ 613790 h 920296"/>
                    <a:gd name="connsiteX7" fmla="*/ 303341 w 657518"/>
                    <a:gd name="connsiteY7" fmla="*/ 572641 h 920296"/>
                    <a:gd name="connsiteX8" fmla="*/ 309335 w 657518"/>
                    <a:gd name="connsiteY8" fmla="*/ 514283 h 920296"/>
                    <a:gd name="connsiteX9" fmla="*/ 298845 w 657518"/>
                    <a:gd name="connsiteY9" fmla="*/ 515031 h 920296"/>
                    <a:gd name="connsiteX10" fmla="*/ 280111 w 657518"/>
                    <a:gd name="connsiteY10" fmla="*/ 509888 h 920296"/>
                    <a:gd name="connsiteX11" fmla="*/ 506993 w 657518"/>
                    <a:gd name="connsiteY11" fmla="*/ 368250 h 920296"/>
                    <a:gd name="connsiteX12" fmla="*/ 514482 w 657518"/>
                    <a:gd name="connsiteY12" fmla="*/ 374233 h 920296"/>
                    <a:gd name="connsiteX13" fmla="*/ 509240 w 657518"/>
                    <a:gd name="connsiteY13" fmla="*/ 440785 h 920296"/>
                    <a:gd name="connsiteX14" fmla="*/ 489769 w 657518"/>
                    <a:gd name="connsiteY14" fmla="*/ 466958 h 920296"/>
                    <a:gd name="connsiteX15" fmla="*/ 503997 w 657518"/>
                    <a:gd name="connsiteY15" fmla="*/ 501356 h 920296"/>
                    <a:gd name="connsiteX16" fmla="*/ 512235 w 657518"/>
                    <a:gd name="connsiteY16" fmla="*/ 521546 h 920296"/>
                    <a:gd name="connsiteX17" fmla="*/ 493513 w 657518"/>
                    <a:gd name="connsiteY17" fmla="*/ 552205 h 920296"/>
                    <a:gd name="connsiteX18" fmla="*/ 441840 w 657518"/>
                    <a:gd name="connsiteY18" fmla="*/ 570152 h 920296"/>
                    <a:gd name="connsiteX19" fmla="*/ 422369 w 657518"/>
                    <a:gd name="connsiteY19" fmla="*/ 547718 h 920296"/>
                    <a:gd name="connsiteX20" fmla="*/ 419374 w 657518"/>
                    <a:gd name="connsiteY20" fmla="*/ 539493 h 920296"/>
                    <a:gd name="connsiteX21" fmla="*/ 414881 w 657518"/>
                    <a:gd name="connsiteY21" fmla="*/ 542484 h 920296"/>
                    <a:gd name="connsiteX22" fmla="*/ 411136 w 657518"/>
                    <a:gd name="connsiteY22" fmla="*/ 550710 h 920296"/>
                    <a:gd name="connsiteX23" fmla="*/ 441091 w 657518"/>
                    <a:gd name="connsiteY23" fmla="*/ 716718 h 920296"/>
                    <a:gd name="connsiteX24" fmla="*/ 483029 w 657518"/>
                    <a:gd name="connsiteY24" fmla="*/ 752611 h 920296"/>
                    <a:gd name="connsiteX25" fmla="*/ 566904 w 657518"/>
                    <a:gd name="connsiteY25" fmla="*/ 760089 h 920296"/>
                    <a:gd name="connsiteX26" fmla="*/ 593114 w 657518"/>
                    <a:gd name="connsiteY26" fmla="*/ 733917 h 920296"/>
                    <a:gd name="connsiteX27" fmla="*/ 599854 w 657518"/>
                    <a:gd name="connsiteY27" fmla="*/ 668860 h 920296"/>
                    <a:gd name="connsiteX28" fmla="*/ 603599 w 657518"/>
                    <a:gd name="connsiteY28" fmla="*/ 656147 h 920296"/>
                    <a:gd name="connsiteX29" fmla="*/ 628312 w 657518"/>
                    <a:gd name="connsiteY29" fmla="*/ 728682 h 920296"/>
                    <a:gd name="connsiteX30" fmla="*/ 648532 w 657518"/>
                    <a:gd name="connsiteY30" fmla="*/ 752611 h 920296"/>
                    <a:gd name="connsiteX31" fmla="*/ 657518 w 657518"/>
                    <a:gd name="connsiteY31" fmla="*/ 766072 h 920296"/>
                    <a:gd name="connsiteX32" fmla="*/ 638047 w 657518"/>
                    <a:gd name="connsiteY32" fmla="*/ 837859 h 920296"/>
                    <a:gd name="connsiteX33" fmla="*/ 622321 w 657518"/>
                    <a:gd name="connsiteY33" fmla="*/ 846084 h 920296"/>
                    <a:gd name="connsiteX34" fmla="*/ 512984 w 657518"/>
                    <a:gd name="connsiteY34" fmla="*/ 840850 h 920296"/>
                    <a:gd name="connsiteX35" fmla="*/ 415629 w 657518"/>
                    <a:gd name="connsiteY35" fmla="*/ 763080 h 920296"/>
                    <a:gd name="connsiteX36" fmla="*/ 385674 w 657518"/>
                    <a:gd name="connsiteY36" fmla="*/ 627731 h 920296"/>
                    <a:gd name="connsiteX37" fmla="*/ 384925 w 657518"/>
                    <a:gd name="connsiteY37" fmla="*/ 523789 h 920296"/>
                    <a:gd name="connsiteX38" fmla="*/ 378934 w 657518"/>
                    <a:gd name="connsiteY38" fmla="*/ 481913 h 920296"/>
                    <a:gd name="connsiteX39" fmla="*/ 417127 w 657518"/>
                    <a:gd name="connsiteY39" fmla="*/ 496121 h 920296"/>
                    <a:gd name="connsiteX40" fmla="*/ 435100 w 657518"/>
                    <a:gd name="connsiteY40" fmla="*/ 498365 h 920296"/>
                    <a:gd name="connsiteX41" fmla="*/ 449329 w 657518"/>
                    <a:gd name="connsiteY41" fmla="*/ 472940 h 920296"/>
                    <a:gd name="connsiteX42" fmla="*/ 459813 w 657518"/>
                    <a:gd name="connsiteY42" fmla="*/ 432560 h 920296"/>
                    <a:gd name="connsiteX43" fmla="*/ 457567 w 657518"/>
                    <a:gd name="connsiteY43" fmla="*/ 419100 h 920296"/>
                    <a:gd name="connsiteX44" fmla="*/ 445585 w 657518"/>
                    <a:gd name="connsiteY44" fmla="*/ 424334 h 920296"/>
                    <a:gd name="connsiteX45" fmla="*/ 420872 w 657518"/>
                    <a:gd name="connsiteY45" fmla="*/ 452750 h 920296"/>
                    <a:gd name="connsiteX46" fmla="*/ 418625 w 657518"/>
                    <a:gd name="connsiteY46" fmla="*/ 449759 h 920296"/>
                    <a:gd name="connsiteX47" fmla="*/ 453822 w 657518"/>
                    <a:gd name="connsiteY47" fmla="*/ 392927 h 920296"/>
                    <a:gd name="connsiteX48" fmla="*/ 506993 w 657518"/>
                    <a:gd name="connsiteY48" fmla="*/ 368250 h 920296"/>
                    <a:gd name="connsiteX49" fmla="*/ 253135 w 657518"/>
                    <a:gd name="connsiteY49" fmla="*/ 68373 h 920296"/>
                    <a:gd name="connsiteX50" fmla="*/ 277863 w 657518"/>
                    <a:gd name="connsiteY50" fmla="*/ 109522 h 920296"/>
                    <a:gd name="connsiteX51" fmla="*/ 289103 w 657518"/>
                    <a:gd name="connsiteY51" fmla="*/ 135708 h 920296"/>
                    <a:gd name="connsiteX52" fmla="*/ 295847 w 657518"/>
                    <a:gd name="connsiteY52" fmla="*/ 180599 h 920296"/>
                    <a:gd name="connsiteX53" fmla="*/ 269621 w 657518"/>
                    <a:gd name="connsiteY53" fmla="*/ 194066 h 920296"/>
                    <a:gd name="connsiteX54" fmla="*/ 260629 w 657518"/>
                    <a:gd name="connsiteY54" fmla="*/ 208281 h 920296"/>
                    <a:gd name="connsiteX55" fmla="*/ 247141 w 657518"/>
                    <a:gd name="connsiteY55" fmla="*/ 260653 h 920296"/>
                    <a:gd name="connsiteX56" fmla="*/ 244893 w 657518"/>
                    <a:gd name="connsiteY56" fmla="*/ 286091 h 920296"/>
                    <a:gd name="connsiteX57" fmla="*/ 259130 w 657518"/>
                    <a:gd name="connsiteY57" fmla="*/ 316766 h 920296"/>
                    <a:gd name="connsiteX58" fmla="*/ 271119 w 657518"/>
                    <a:gd name="connsiteY58" fmla="*/ 328737 h 920296"/>
                    <a:gd name="connsiteX59" fmla="*/ 279362 w 657518"/>
                    <a:gd name="connsiteY59" fmla="*/ 331729 h 920296"/>
                    <a:gd name="connsiteX60" fmla="*/ 283109 w 657518"/>
                    <a:gd name="connsiteY60" fmla="*/ 398317 h 920296"/>
                    <a:gd name="connsiteX61" fmla="*/ 253135 w 657518"/>
                    <a:gd name="connsiteY61" fmla="*/ 467148 h 920296"/>
                    <a:gd name="connsiteX62" fmla="*/ 254634 w 657518"/>
                    <a:gd name="connsiteY62" fmla="*/ 471638 h 920296"/>
                    <a:gd name="connsiteX63" fmla="*/ 298845 w 657518"/>
                    <a:gd name="connsiteY63" fmla="*/ 463408 h 920296"/>
                    <a:gd name="connsiteX64" fmla="*/ 350549 w 657518"/>
                    <a:gd name="connsiteY64" fmla="*/ 500816 h 920296"/>
                    <a:gd name="connsiteX65" fmla="*/ 341556 w 657518"/>
                    <a:gd name="connsiteY65" fmla="*/ 551692 h 920296"/>
                    <a:gd name="connsiteX66" fmla="*/ 306338 w 657518"/>
                    <a:gd name="connsiteY66" fmla="*/ 631746 h 920296"/>
                    <a:gd name="connsiteX67" fmla="*/ 316079 w 657518"/>
                    <a:gd name="connsiteY67" fmla="*/ 648206 h 920296"/>
                    <a:gd name="connsiteX68" fmla="*/ 337060 w 657518"/>
                    <a:gd name="connsiteY68" fmla="*/ 647458 h 920296"/>
                    <a:gd name="connsiteX69" fmla="*/ 346053 w 657518"/>
                    <a:gd name="connsiteY69" fmla="*/ 660925 h 920296"/>
                    <a:gd name="connsiteX70" fmla="*/ 294349 w 657518"/>
                    <a:gd name="connsiteY70" fmla="*/ 705815 h 920296"/>
                    <a:gd name="connsiteX71" fmla="*/ 283858 w 657518"/>
                    <a:gd name="connsiteY71" fmla="*/ 708060 h 920296"/>
                    <a:gd name="connsiteX72" fmla="*/ 256882 w 657518"/>
                    <a:gd name="connsiteY72" fmla="*/ 743972 h 920296"/>
                    <a:gd name="connsiteX73" fmla="*/ 260629 w 657518"/>
                    <a:gd name="connsiteY73" fmla="*/ 787366 h 920296"/>
                    <a:gd name="connsiteX74" fmla="*/ 274117 w 657518"/>
                    <a:gd name="connsiteY74" fmla="*/ 827767 h 920296"/>
                    <a:gd name="connsiteX75" fmla="*/ 272618 w 657518"/>
                    <a:gd name="connsiteY75" fmla="*/ 860687 h 920296"/>
                    <a:gd name="connsiteX76" fmla="*/ 262877 w 657518"/>
                    <a:gd name="connsiteY76" fmla="*/ 888369 h 920296"/>
                    <a:gd name="connsiteX77" fmla="*/ 236650 w 657518"/>
                    <a:gd name="connsiteY77" fmla="*/ 918296 h 920296"/>
                    <a:gd name="connsiteX78" fmla="*/ 209674 w 657518"/>
                    <a:gd name="connsiteY78" fmla="*/ 904829 h 920296"/>
                    <a:gd name="connsiteX79" fmla="*/ 198434 w 657518"/>
                    <a:gd name="connsiteY79" fmla="*/ 795596 h 920296"/>
                    <a:gd name="connsiteX80" fmla="*/ 202181 w 657518"/>
                    <a:gd name="connsiteY80" fmla="*/ 764173 h 920296"/>
                    <a:gd name="connsiteX81" fmla="*/ 190192 w 657518"/>
                    <a:gd name="connsiteY81" fmla="*/ 767913 h 920296"/>
                    <a:gd name="connsiteX82" fmla="*/ 150477 w 657518"/>
                    <a:gd name="connsiteY82" fmla="*/ 809811 h 920296"/>
                    <a:gd name="connsiteX83" fmla="*/ 40326 w 657518"/>
                    <a:gd name="connsiteY83" fmla="*/ 871909 h 920296"/>
                    <a:gd name="connsiteX84" fmla="*/ 20843 w 657518"/>
                    <a:gd name="connsiteY84" fmla="*/ 868168 h 920296"/>
                    <a:gd name="connsiteX85" fmla="*/ 8854 w 657518"/>
                    <a:gd name="connsiteY85" fmla="*/ 821782 h 920296"/>
                    <a:gd name="connsiteX86" fmla="*/ 31334 w 657518"/>
                    <a:gd name="connsiteY86" fmla="*/ 800833 h 920296"/>
                    <a:gd name="connsiteX87" fmla="*/ 34331 w 657518"/>
                    <a:gd name="connsiteY87" fmla="*/ 803078 h 920296"/>
                    <a:gd name="connsiteX88" fmla="*/ 23840 w 657518"/>
                    <a:gd name="connsiteY88" fmla="*/ 815048 h 920296"/>
                    <a:gd name="connsiteX89" fmla="*/ 22342 w 657518"/>
                    <a:gd name="connsiteY89" fmla="*/ 827019 h 920296"/>
                    <a:gd name="connsiteX90" fmla="*/ 34331 w 657518"/>
                    <a:gd name="connsiteY90" fmla="*/ 833004 h 920296"/>
                    <a:gd name="connsiteX91" fmla="*/ 54563 w 657518"/>
                    <a:gd name="connsiteY91" fmla="*/ 825523 h 920296"/>
                    <a:gd name="connsiteX92" fmla="*/ 142984 w 657518"/>
                    <a:gd name="connsiteY92" fmla="*/ 759684 h 920296"/>
                    <a:gd name="connsiteX93" fmla="*/ 196186 w 657518"/>
                    <a:gd name="connsiteY93" fmla="*/ 716290 h 920296"/>
                    <a:gd name="connsiteX94" fmla="*/ 202930 w 657518"/>
                    <a:gd name="connsiteY94" fmla="*/ 690852 h 920296"/>
                    <a:gd name="connsiteX95" fmla="*/ 199933 w 657518"/>
                    <a:gd name="connsiteY95" fmla="*/ 656436 h 920296"/>
                    <a:gd name="connsiteX96" fmla="*/ 197685 w 657518"/>
                    <a:gd name="connsiteY96" fmla="*/ 625013 h 920296"/>
                    <a:gd name="connsiteX97" fmla="*/ 181200 w 657518"/>
                    <a:gd name="connsiteY97" fmla="*/ 680377 h 920296"/>
                    <a:gd name="connsiteX98" fmla="*/ 171458 w 657518"/>
                    <a:gd name="connsiteY98" fmla="*/ 667658 h 920296"/>
                    <a:gd name="connsiteX99" fmla="*/ 188693 w 657518"/>
                    <a:gd name="connsiteY99" fmla="*/ 608553 h 920296"/>
                    <a:gd name="connsiteX100" fmla="*/ 202930 w 657518"/>
                    <a:gd name="connsiteY100" fmla="*/ 540469 h 920296"/>
                    <a:gd name="connsiteX101" fmla="*/ 178952 w 657518"/>
                    <a:gd name="connsiteY101" fmla="*/ 567403 h 920296"/>
                    <a:gd name="connsiteX102" fmla="*/ 141485 w 657518"/>
                    <a:gd name="connsiteY102" fmla="*/ 656436 h 920296"/>
                    <a:gd name="connsiteX103" fmla="*/ 113760 w 657518"/>
                    <a:gd name="connsiteY103" fmla="*/ 678133 h 920296"/>
                    <a:gd name="connsiteX104" fmla="*/ 86784 w 657518"/>
                    <a:gd name="connsiteY104" fmla="*/ 649702 h 920296"/>
                    <a:gd name="connsiteX105" fmla="*/ 110013 w 657518"/>
                    <a:gd name="connsiteY105" fmla="*/ 511291 h 920296"/>
                    <a:gd name="connsiteX106" fmla="*/ 148229 w 657518"/>
                    <a:gd name="connsiteY106" fmla="*/ 475378 h 920296"/>
                    <a:gd name="connsiteX107" fmla="*/ 133243 w 657518"/>
                    <a:gd name="connsiteY107" fmla="*/ 506802 h 920296"/>
                    <a:gd name="connsiteX108" fmla="*/ 125749 w 657518"/>
                    <a:gd name="connsiteY108" fmla="*/ 536728 h 920296"/>
                    <a:gd name="connsiteX109" fmla="*/ 139237 w 657518"/>
                    <a:gd name="connsiteY109" fmla="*/ 546455 h 920296"/>
                    <a:gd name="connsiteX110" fmla="*/ 197685 w 657518"/>
                    <a:gd name="connsiteY110" fmla="*/ 500816 h 920296"/>
                    <a:gd name="connsiteX111" fmla="*/ 204429 w 657518"/>
                    <a:gd name="connsiteY111" fmla="*/ 484356 h 920296"/>
                    <a:gd name="connsiteX112" fmla="*/ 204429 w 657518"/>
                    <a:gd name="connsiteY112" fmla="*/ 455926 h 920296"/>
                    <a:gd name="connsiteX113" fmla="*/ 186445 w 657518"/>
                    <a:gd name="connsiteY113" fmla="*/ 434229 h 920296"/>
                    <a:gd name="connsiteX114" fmla="*/ 157970 w 657518"/>
                    <a:gd name="connsiteY114" fmla="*/ 419265 h 920296"/>
                    <a:gd name="connsiteX115" fmla="*/ 157221 w 657518"/>
                    <a:gd name="connsiteY115" fmla="*/ 375872 h 920296"/>
                    <a:gd name="connsiteX116" fmla="*/ 166962 w 657518"/>
                    <a:gd name="connsiteY116" fmla="*/ 370634 h 920296"/>
                    <a:gd name="connsiteX117" fmla="*/ 199184 w 657518"/>
                    <a:gd name="connsiteY117" fmla="*/ 330981 h 920296"/>
                    <a:gd name="connsiteX118" fmla="*/ 206677 w 657518"/>
                    <a:gd name="connsiteY118" fmla="*/ 309284 h 920296"/>
                    <a:gd name="connsiteX119" fmla="*/ 220914 w 657518"/>
                    <a:gd name="connsiteY119" fmla="*/ 284595 h 920296"/>
                    <a:gd name="connsiteX120" fmla="*/ 214920 w 657518"/>
                    <a:gd name="connsiteY120" fmla="*/ 264394 h 920296"/>
                    <a:gd name="connsiteX121" fmla="*/ 189442 w 657518"/>
                    <a:gd name="connsiteY121" fmla="*/ 214266 h 920296"/>
                    <a:gd name="connsiteX122" fmla="*/ 201432 w 657518"/>
                    <a:gd name="connsiteY122" fmla="*/ 194814 h 920296"/>
                    <a:gd name="connsiteX123" fmla="*/ 205178 w 657518"/>
                    <a:gd name="connsiteY123" fmla="*/ 169376 h 920296"/>
                    <a:gd name="connsiteX124" fmla="*/ 169960 w 657518"/>
                    <a:gd name="connsiteY124" fmla="*/ 210526 h 920296"/>
                    <a:gd name="connsiteX125" fmla="*/ 123501 w 657518"/>
                    <a:gd name="connsiteY125" fmla="*/ 267387 h 920296"/>
                    <a:gd name="connsiteX126" fmla="*/ 106267 w 657518"/>
                    <a:gd name="connsiteY126" fmla="*/ 288335 h 920296"/>
                    <a:gd name="connsiteX127" fmla="*/ 71797 w 657518"/>
                    <a:gd name="connsiteY127" fmla="*/ 320507 h 920296"/>
                    <a:gd name="connsiteX128" fmla="*/ 68051 w 657518"/>
                    <a:gd name="connsiteY128" fmla="*/ 317514 h 920296"/>
                    <a:gd name="connsiteX129" fmla="*/ 69549 w 657518"/>
                    <a:gd name="connsiteY129" fmla="*/ 312277 h 920296"/>
                    <a:gd name="connsiteX130" fmla="*/ 151976 w 657518"/>
                    <a:gd name="connsiteY130" fmla="*/ 173865 h 920296"/>
                    <a:gd name="connsiteX131" fmla="*/ 167712 w 657518"/>
                    <a:gd name="connsiteY131" fmla="*/ 139449 h 920296"/>
                    <a:gd name="connsiteX132" fmla="*/ 171458 w 657518"/>
                    <a:gd name="connsiteY132" fmla="*/ 107278 h 920296"/>
                    <a:gd name="connsiteX133" fmla="*/ 182698 w 657518"/>
                    <a:gd name="connsiteY133" fmla="*/ 84085 h 920296"/>
                    <a:gd name="connsiteX134" fmla="*/ 253135 w 657518"/>
                    <a:gd name="connsiteY134" fmla="*/ 68373 h 920296"/>
                    <a:gd name="connsiteX135" fmla="*/ 531131 w 657518"/>
                    <a:gd name="connsiteY135" fmla="*/ 517 h 920296"/>
                    <a:gd name="connsiteX136" fmla="*/ 575229 w 657518"/>
                    <a:gd name="connsiteY136" fmla="*/ 52931 h 920296"/>
                    <a:gd name="connsiteX137" fmla="*/ 557290 w 657518"/>
                    <a:gd name="connsiteY137" fmla="*/ 82134 h 920296"/>
                    <a:gd name="connsiteX138" fmla="*/ 545332 w 657518"/>
                    <a:gd name="connsiteY138" fmla="*/ 95612 h 920296"/>
                    <a:gd name="connsiteX139" fmla="*/ 573734 w 657518"/>
                    <a:gd name="connsiteY139" fmla="*/ 125563 h 920296"/>
                    <a:gd name="connsiteX140" fmla="*/ 569997 w 657518"/>
                    <a:gd name="connsiteY140" fmla="*/ 145780 h 920296"/>
                    <a:gd name="connsiteX141" fmla="*/ 558785 w 657518"/>
                    <a:gd name="connsiteY141" fmla="*/ 174234 h 920296"/>
                    <a:gd name="connsiteX142" fmla="*/ 519172 w 657518"/>
                    <a:gd name="connsiteY142" fmla="*/ 242372 h 920296"/>
                    <a:gd name="connsiteX143" fmla="*/ 495254 w 657518"/>
                    <a:gd name="connsiteY143" fmla="*/ 237131 h 920296"/>
                    <a:gd name="connsiteX144" fmla="*/ 463862 w 657518"/>
                    <a:gd name="connsiteY144" fmla="*/ 211673 h 920296"/>
                    <a:gd name="connsiteX145" fmla="*/ 499739 w 657518"/>
                    <a:gd name="connsiteY145" fmla="*/ 147278 h 920296"/>
                    <a:gd name="connsiteX146" fmla="*/ 494507 w 657518"/>
                    <a:gd name="connsiteY146" fmla="*/ 142785 h 920296"/>
                    <a:gd name="connsiteX147" fmla="*/ 475074 w 657518"/>
                    <a:gd name="connsiteY147" fmla="*/ 157760 h 920296"/>
                    <a:gd name="connsiteX148" fmla="*/ 451156 w 657518"/>
                    <a:gd name="connsiteY148" fmla="*/ 191455 h 920296"/>
                    <a:gd name="connsiteX149" fmla="*/ 404816 w 657518"/>
                    <a:gd name="connsiteY149" fmla="*/ 225899 h 920296"/>
                    <a:gd name="connsiteX150" fmla="*/ 379403 w 657518"/>
                    <a:gd name="connsiteY150" fmla="*/ 237880 h 920296"/>
                    <a:gd name="connsiteX151" fmla="*/ 348012 w 657518"/>
                    <a:gd name="connsiteY151" fmla="*/ 253604 h 920296"/>
                    <a:gd name="connsiteX152" fmla="*/ 345769 w 657518"/>
                    <a:gd name="connsiteY152" fmla="*/ 250609 h 920296"/>
                    <a:gd name="connsiteX153" fmla="*/ 354738 w 657518"/>
                    <a:gd name="connsiteY153" fmla="*/ 241624 h 920296"/>
                    <a:gd name="connsiteX154" fmla="*/ 432470 w 657518"/>
                    <a:gd name="connsiteY154" fmla="*/ 144282 h 920296"/>
                    <a:gd name="connsiteX155" fmla="*/ 472831 w 657518"/>
                    <a:gd name="connsiteY155" fmla="*/ 78390 h 920296"/>
                    <a:gd name="connsiteX156" fmla="*/ 485538 w 657518"/>
                    <a:gd name="connsiteY156" fmla="*/ 40951 h 920296"/>
                    <a:gd name="connsiteX157" fmla="*/ 531131 w 657518"/>
                    <a:gd name="connsiteY157" fmla="*/ 517 h 9202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</a:cxnLst>
                  <a:rect l="l" t="t" r="r" b="b"/>
                  <a:pathLst>
                    <a:path w="657518" h="920296">
                      <a:moveTo>
                        <a:pt x="280111" y="509888"/>
                      </a:moveTo>
                      <a:cubicBezTo>
                        <a:pt x="273929" y="511291"/>
                        <a:pt x="267748" y="514283"/>
                        <a:pt x="261378" y="514283"/>
                      </a:cubicBezTo>
                      <a:cubicBezTo>
                        <a:pt x="241146" y="515031"/>
                        <a:pt x="243394" y="530743"/>
                        <a:pt x="243394" y="544210"/>
                      </a:cubicBezTo>
                      <a:cubicBezTo>
                        <a:pt x="243394" y="562914"/>
                        <a:pt x="241146" y="583115"/>
                        <a:pt x="263626" y="591345"/>
                      </a:cubicBezTo>
                      <a:cubicBezTo>
                        <a:pt x="263626" y="603316"/>
                        <a:pt x="263626" y="614538"/>
                        <a:pt x="263626" y="625013"/>
                      </a:cubicBezTo>
                      <a:cubicBezTo>
                        <a:pt x="265125" y="625761"/>
                        <a:pt x="265874" y="626509"/>
                        <a:pt x="267373" y="627257"/>
                      </a:cubicBezTo>
                      <a:cubicBezTo>
                        <a:pt x="271869" y="622768"/>
                        <a:pt x="277114" y="619027"/>
                        <a:pt x="280111" y="613790"/>
                      </a:cubicBezTo>
                      <a:cubicBezTo>
                        <a:pt x="288354" y="600323"/>
                        <a:pt x="294349" y="585360"/>
                        <a:pt x="303341" y="572641"/>
                      </a:cubicBezTo>
                      <a:cubicBezTo>
                        <a:pt x="316829" y="553936"/>
                        <a:pt x="316079" y="535232"/>
                        <a:pt x="309335" y="514283"/>
                      </a:cubicBezTo>
                      <a:cubicBezTo>
                        <a:pt x="305589" y="515031"/>
                        <a:pt x="300343" y="516528"/>
                        <a:pt x="298845" y="515031"/>
                      </a:cubicBezTo>
                      <a:cubicBezTo>
                        <a:pt x="292475" y="508672"/>
                        <a:pt x="286293" y="508485"/>
                        <a:pt x="280111" y="509888"/>
                      </a:cubicBezTo>
                      <a:close/>
                      <a:moveTo>
                        <a:pt x="506993" y="368250"/>
                      </a:moveTo>
                      <a:cubicBezTo>
                        <a:pt x="509989" y="368998"/>
                        <a:pt x="513733" y="371241"/>
                        <a:pt x="514482" y="374233"/>
                      </a:cubicBezTo>
                      <a:cubicBezTo>
                        <a:pt x="522720" y="393675"/>
                        <a:pt x="530208" y="419847"/>
                        <a:pt x="509240" y="440785"/>
                      </a:cubicBezTo>
                      <a:cubicBezTo>
                        <a:pt x="501002" y="448263"/>
                        <a:pt x="495011" y="457237"/>
                        <a:pt x="489769" y="466958"/>
                      </a:cubicBezTo>
                      <a:cubicBezTo>
                        <a:pt x="478536" y="486400"/>
                        <a:pt x="483029" y="496121"/>
                        <a:pt x="503997" y="501356"/>
                      </a:cubicBezTo>
                      <a:cubicBezTo>
                        <a:pt x="518226" y="505843"/>
                        <a:pt x="519724" y="508834"/>
                        <a:pt x="512235" y="521546"/>
                      </a:cubicBezTo>
                      <a:cubicBezTo>
                        <a:pt x="506244" y="532015"/>
                        <a:pt x="498755" y="541736"/>
                        <a:pt x="493513" y="552205"/>
                      </a:cubicBezTo>
                      <a:cubicBezTo>
                        <a:pt x="481531" y="573891"/>
                        <a:pt x="460562" y="569404"/>
                        <a:pt x="441840" y="570152"/>
                      </a:cubicBezTo>
                      <a:cubicBezTo>
                        <a:pt x="428360" y="570900"/>
                        <a:pt x="424616" y="558935"/>
                        <a:pt x="422369" y="547718"/>
                      </a:cubicBezTo>
                      <a:cubicBezTo>
                        <a:pt x="421621" y="544727"/>
                        <a:pt x="420123" y="541736"/>
                        <a:pt x="419374" y="539493"/>
                      </a:cubicBezTo>
                      <a:cubicBezTo>
                        <a:pt x="417876" y="540241"/>
                        <a:pt x="416378" y="540988"/>
                        <a:pt x="414881" y="542484"/>
                      </a:cubicBezTo>
                      <a:cubicBezTo>
                        <a:pt x="413383" y="545475"/>
                        <a:pt x="411136" y="548466"/>
                        <a:pt x="411136" y="550710"/>
                      </a:cubicBezTo>
                      <a:cubicBezTo>
                        <a:pt x="411136" y="608289"/>
                        <a:pt x="414132" y="664373"/>
                        <a:pt x="441091" y="716718"/>
                      </a:cubicBezTo>
                      <a:cubicBezTo>
                        <a:pt x="450078" y="733169"/>
                        <a:pt x="463558" y="746629"/>
                        <a:pt x="483029" y="752611"/>
                      </a:cubicBezTo>
                      <a:cubicBezTo>
                        <a:pt x="510737" y="760837"/>
                        <a:pt x="537697" y="764576"/>
                        <a:pt x="566904" y="760089"/>
                      </a:cubicBezTo>
                      <a:cubicBezTo>
                        <a:pt x="582630" y="757098"/>
                        <a:pt x="590868" y="748125"/>
                        <a:pt x="593114" y="733917"/>
                      </a:cubicBezTo>
                      <a:cubicBezTo>
                        <a:pt x="596110" y="712231"/>
                        <a:pt x="597608" y="690545"/>
                        <a:pt x="599854" y="668860"/>
                      </a:cubicBezTo>
                      <a:cubicBezTo>
                        <a:pt x="600603" y="663625"/>
                        <a:pt x="602850" y="658391"/>
                        <a:pt x="603599" y="656147"/>
                      </a:cubicBezTo>
                      <a:cubicBezTo>
                        <a:pt x="611088" y="680076"/>
                        <a:pt x="618576" y="704753"/>
                        <a:pt x="628312" y="728682"/>
                      </a:cubicBezTo>
                      <a:cubicBezTo>
                        <a:pt x="632056" y="737656"/>
                        <a:pt x="641792" y="744386"/>
                        <a:pt x="648532" y="752611"/>
                      </a:cubicBezTo>
                      <a:cubicBezTo>
                        <a:pt x="652276" y="757098"/>
                        <a:pt x="657518" y="761585"/>
                        <a:pt x="657518" y="766072"/>
                      </a:cubicBezTo>
                      <a:cubicBezTo>
                        <a:pt x="656769" y="791496"/>
                        <a:pt x="656769" y="817669"/>
                        <a:pt x="638047" y="837859"/>
                      </a:cubicBezTo>
                      <a:cubicBezTo>
                        <a:pt x="634303" y="842346"/>
                        <a:pt x="627563" y="846832"/>
                        <a:pt x="622321" y="846084"/>
                      </a:cubicBezTo>
                      <a:cubicBezTo>
                        <a:pt x="585626" y="845337"/>
                        <a:pt x="549679" y="850571"/>
                        <a:pt x="512984" y="840850"/>
                      </a:cubicBezTo>
                      <a:cubicBezTo>
                        <a:pt x="467302" y="828138"/>
                        <a:pt x="437347" y="801217"/>
                        <a:pt x="415629" y="763080"/>
                      </a:cubicBezTo>
                      <a:cubicBezTo>
                        <a:pt x="391665" y="721204"/>
                        <a:pt x="386423" y="674842"/>
                        <a:pt x="385674" y="627731"/>
                      </a:cubicBezTo>
                      <a:cubicBezTo>
                        <a:pt x="385674" y="593333"/>
                        <a:pt x="386423" y="558187"/>
                        <a:pt x="384925" y="523789"/>
                      </a:cubicBezTo>
                      <a:cubicBezTo>
                        <a:pt x="384925" y="510329"/>
                        <a:pt x="381181" y="497617"/>
                        <a:pt x="378934" y="481913"/>
                      </a:cubicBezTo>
                      <a:cubicBezTo>
                        <a:pt x="391665" y="472192"/>
                        <a:pt x="407392" y="475931"/>
                        <a:pt x="417127" y="496121"/>
                      </a:cubicBezTo>
                      <a:cubicBezTo>
                        <a:pt x="423118" y="508086"/>
                        <a:pt x="429109" y="505843"/>
                        <a:pt x="435100" y="498365"/>
                      </a:cubicBezTo>
                      <a:cubicBezTo>
                        <a:pt x="441091" y="490887"/>
                        <a:pt x="445585" y="481913"/>
                        <a:pt x="449329" y="472940"/>
                      </a:cubicBezTo>
                      <a:cubicBezTo>
                        <a:pt x="453822" y="459480"/>
                        <a:pt x="456818" y="446020"/>
                        <a:pt x="459813" y="432560"/>
                      </a:cubicBezTo>
                      <a:cubicBezTo>
                        <a:pt x="460562" y="428073"/>
                        <a:pt x="458316" y="423586"/>
                        <a:pt x="457567" y="419100"/>
                      </a:cubicBezTo>
                      <a:cubicBezTo>
                        <a:pt x="453822" y="420595"/>
                        <a:pt x="448580" y="421343"/>
                        <a:pt x="445585" y="424334"/>
                      </a:cubicBezTo>
                      <a:cubicBezTo>
                        <a:pt x="436598" y="433307"/>
                        <a:pt x="429109" y="443029"/>
                        <a:pt x="420872" y="452750"/>
                      </a:cubicBezTo>
                      <a:cubicBezTo>
                        <a:pt x="420123" y="452002"/>
                        <a:pt x="419374" y="450507"/>
                        <a:pt x="418625" y="449759"/>
                      </a:cubicBezTo>
                      <a:cubicBezTo>
                        <a:pt x="429858" y="431064"/>
                        <a:pt x="441840" y="411622"/>
                        <a:pt x="453822" y="392927"/>
                      </a:cubicBezTo>
                      <a:cubicBezTo>
                        <a:pt x="462060" y="379467"/>
                        <a:pt x="492015" y="365259"/>
                        <a:pt x="506993" y="368250"/>
                      </a:cubicBezTo>
                      <a:close/>
                      <a:moveTo>
                        <a:pt x="253135" y="68373"/>
                      </a:moveTo>
                      <a:cubicBezTo>
                        <a:pt x="268871" y="72862"/>
                        <a:pt x="282359" y="93811"/>
                        <a:pt x="277863" y="109522"/>
                      </a:cubicBezTo>
                      <a:cubicBezTo>
                        <a:pt x="274117" y="122241"/>
                        <a:pt x="273367" y="131219"/>
                        <a:pt x="289103" y="135708"/>
                      </a:cubicBezTo>
                      <a:cubicBezTo>
                        <a:pt x="302591" y="140197"/>
                        <a:pt x="306338" y="167132"/>
                        <a:pt x="295847" y="180599"/>
                      </a:cubicBezTo>
                      <a:cubicBezTo>
                        <a:pt x="289853" y="188829"/>
                        <a:pt x="284607" y="198555"/>
                        <a:pt x="269621" y="194066"/>
                      </a:cubicBezTo>
                      <a:cubicBezTo>
                        <a:pt x="260629" y="191821"/>
                        <a:pt x="256133" y="200051"/>
                        <a:pt x="260629" y="208281"/>
                      </a:cubicBezTo>
                      <a:cubicBezTo>
                        <a:pt x="273367" y="230726"/>
                        <a:pt x="263626" y="245690"/>
                        <a:pt x="247141" y="260653"/>
                      </a:cubicBezTo>
                      <a:cubicBezTo>
                        <a:pt x="238149" y="268135"/>
                        <a:pt x="236650" y="275617"/>
                        <a:pt x="244893" y="286091"/>
                      </a:cubicBezTo>
                      <a:cubicBezTo>
                        <a:pt x="251637" y="294321"/>
                        <a:pt x="253885" y="306292"/>
                        <a:pt x="259130" y="316766"/>
                      </a:cubicBezTo>
                      <a:cubicBezTo>
                        <a:pt x="262127" y="321255"/>
                        <a:pt x="266623" y="324996"/>
                        <a:pt x="271119" y="328737"/>
                      </a:cubicBezTo>
                      <a:cubicBezTo>
                        <a:pt x="273367" y="330233"/>
                        <a:pt x="276365" y="330233"/>
                        <a:pt x="279362" y="331729"/>
                      </a:cubicBezTo>
                      <a:cubicBezTo>
                        <a:pt x="299594" y="344448"/>
                        <a:pt x="304090" y="385598"/>
                        <a:pt x="283109" y="398317"/>
                      </a:cubicBezTo>
                      <a:cubicBezTo>
                        <a:pt x="255383" y="414776"/>
                        <a:pt x="250138" y="438718"/>
                        <a:pt x="253135" y="467148"/>
                      </a:cubicBezTo>
                      <a:cubicBezTo>
                        <a:pt x="253135" y="468645"/>
                        <a:pt x="253885" y="469393"/>
                        <a:pt x="254634" y="471638"/>
                      </a:cubicBezTo>
                      <a:cubicBezTo>
                        <a:pt x="269621" y="469393"/>
                        <a:pt x="283858" y="464904"/>
                        <a:pt x="298845" y="463408"/>
                      </a:cubicBezTo>
                      <a:cubicBezTo>
                        <a:pt x="316079" y="461911"/>
                        <a:pt x="349800" y="484356"/>
                        <a:pt x="350549" y="500816"/>
                      </a:cubicBezTo>
                      <a:cubicBezTo>
                        <a:pt x="351298" y="517276"/>
                        <a:pt x="347552" y="535232"/>
                        <a:pt x="341556" y="551692"/>
                      </a:cubicBezTo>
                      <a:cubicBezTo>
                        <a:pt x="331815" y="578626"/>
                        <a:pt x="319077" y="604812"/>
                        <a:pt x="306338" y="631746"/>
                      </a:cubicBezTo>
                      <a:cubicBezTo>
                        <a:pt x="300343" y="645213"/>
                        <a:pt x="301093" y="648206"/>
                        <a:pt x="316079" y="648206"/>
                      </a:cubicBezTo>
                      <a:cubicBezTo>
                        <a:pt x="322823" y="648206"/>
                        <a:pt x="330317" y="648206"/>
                        <a:pt x="337060" y="647458"/>
                      </a:cubicBezTo>
                      <a:cubicBezTo>
                        <a:pt x="347552" y="646710"/>
                        <a:pt x="349800" y="654191"/>
                        <a:pt x="346053" y="660925"/>
                      </a:cubicBezTo>
                      <a:cubicBezTo>
                        <a:pt x="334063" y="681874"/>
                        <a:pt x="323573" y="705067"/>
                        <a:pt x="294349" y="705815"/>
                      </a:cubicBezTo>
                      <a:cubicBezTo>
                        <a:pt x="290602" y="705815"/>
                        <a:pt x="287605" y="707312"/>
                        <a:pt x="283858" y="708060"/>
                      </a:cubicBezTo>
                      <a:cubicBezTo>
                        <a:pt x="262127" y="713297"/>
                        <a:pt x="256133" y="721527"/>
                        <a:pt x="256882" y="743972"/>
                      </a:cubicBezTo>
                      <a:cubicBezTo>
                        <a:pt x="257631" y="758935"/>
                        <a:pt x="257631" y="773151"/>
                        <a:pt x="260629" y="787366"/>
                      </a:cubicBezTo>
                      <a:cubicBezTo>
                        <a:pt x="262877" y="801581"/>
                        <a:pt x="268122" y="815048"/>
                        <a:pt x="274117" y="827767"/>
                      </a:cubicBezTo>
                      <a:cubicBezTo>
                        <a:pt x="278613" y="839738"/>
                        <a:pt x="279362" y="849464"/>
                        <a:pt x="272618" y="860687"/>
                      </a:cubicBezTo>
                      <a:cubicBezTo>
                        <a:pt x="268122" y="868917"/>
                        <a:pt x="265125" y="878643"/>
                        <a:pt x="262877" y="888369"/>
                      </a:cubicBezTo>
                      <a:cubicBezTo>
                        <a:pt x="259130" y="903333"/>
                        <a:pt x="249389" y="912311"/>
                        <a:pt x="236650" y="918296"/>
                      </a:cubicBezTo>
                      <a:cubicBezTo>
                        <a:pt x="225410" y="923533"/>
                        <a:pt x="213421" y="918296"/>
                        <a:pt x="209674" y="904829"/>
                      </a:cubicBezTo>
                      <a:cubicBezTo>
                        <a:pt x="199184" y="869665"/>
                        <a:pt x="187944" y="833753"/>
                        <a:pt x="198434" y="795596"/>
                      </a:cubicBezTo>
                      <a:cubicBezTo>
                        <a:pt x="201432" y="786618"/>
                        <a:pt x="200682" y="776143"/>
                        <a:pt x="202181" y="764173"/>
                      </a:cubicBezTo>
                      <a:cubicBezTo>
                        <a:pt x="196186" y="766417"/>
                        <a:pt x="192440" y="766417"/>
                        <a:pt x="190192" y="767913"/>
                      </a:cubicBezTo>
                      <a:cubicBezTo>
                        <a:pt x="176704" y="781381"/>
                        <a:pt x="163216" y="794848"/>
                        <a:pt x="150477" y="809811"/>
                      </a:cubicBezTo>
                      <a:cubicBezTo>
                        <a:pt x="122003" y="844975"/>
                        <a:pt x="90531" y="874902"/>
                        <a:pt x="40326" y="871909"/>
                      </a:cubicBezTo>
                      <a:cubicBezTo>
                        <a:pt x="33582" y="871161"/>
                        <a:pt x="27587" y="869665"/>
                        <a:pt x="20843" y="868168"/>
                      </a:cubicBezTo>
                      <a:cubicBezTo>
                        <a:pt x="-888" y="861435"/>
                        <a:pt x="-6882" y="838242"/>
                        <a:pt x="8854" y="821782"/>
                      </a:cubicBezTo>
                      <a:cubicBezTo>
                        <a:pt x="15598" y="814300"/>
                        <a:pt x="23840" y="807567"/>
                        <a:pt x="31334" y="800833"/>
                      </a:cubicBezTo>
                      <a:cubicBezTo>
                        <a:pt x="32832" y="801581"/>
                        <a:pt x="33582" y="802329"/>
                        <a:pt x="34331" y="803078"/>
                      </a:cubicBezTo>
                      <a:cubicBezTo>
                        <a:pt x="30584" y="807567"/>
                        <a:pt x="26838" y="810559"/>
                        <a:pt x="23840" y="815048"/>
                      </a:cubicBezTo>
                      <a:cubicBezTo>
                        <a:pt x="22342" y="818789"/>
                        <a:pt x="20843" y="824775"/>
                        <a:pt x="22342" y="827019"/>
                      </a:cubicBezTo>
                      <a:cubicBezTo>
                        <a:pt x="24590" y="830012"/>
                        <a:pt x="30584" y="833004"/>
                        <a:pt x="34331" y="833004"/>
                      </a:cubicBezTo>
                      <a:cubicBezTo>
                        <a:pt x="41075" y="831508"/>
                        <a:pt x="49318" y="829264"/>
                        <a:pt x="54563" y="825523"/>
                      </a:cubicBezTo>
                      <a:cubicBezTo>
                        <a:pt x="84536" y="803826"/>
                        <a:pt x="113760" y="782129"/>
                        <a:pt x="142984" y="759684"/>
                      </a:cubicBezTo>
                      <a:cubicBezTo>
                        <a:pt x="160968" y="746216"/>
                        <a:pt x="177453" y="730505"/>
                        <a:pt x="196186" y="716290"/>
                      </a:cubicBezTo>
                      <a:cubicBezTo>
                        <a:pt x="205178" y="708808"/>
                        <a:pt x="202930" y="699830"/>
                        <a:pt x="202930" y="690852"/>
                      </a:cubicBezTo>
                      <a:cubicBezTo>
                        <a:pt x="202181" y="679629"/>
                        <a:pt x="201432" y="667658"/>
                        <a:pt x="199933" y="656436"/>
                      </a:cubicBezTo>
                      <a:cubicBezTo>
                        <a:pt x="199184" y="645962"/>
                        <a:pt x="198434" y="636235"/>
                        <a:pt x="197685" y="625013"/>
                      </a:cubicBezTo>
                      <a:cubicBezTo>
                        <a:pt x="183448" y="630250"/>
                        <a:pt x="178202" y="646710"/>
                        <a:pt x="181200" y="680377"/>
                      </a:cubicBezTo>
                      <a:cubicBezTo>
                        <a:pt x="176704" y="674392"/>
                        <a:pt x="172957" y="671399"/>
                        <a:pt x="171458" y="667658"/>
                      </a:cubicBezTo>
                      <a:cubicBezTo>
                        <a:pt x="163965" y="644465"/>
                        <a:pt x="167712" y="624265"/>
                        <a:pt x="188693" y="608553"/>
                      </a:cubicBezTo>
                      <a:cubicBezTo>
                        <a:pt x="205178" y="596582"/>
                        <a:pt x="211922" y="560670"/>
                        <a:pt x="202930" y="540469"/>
                      </a:cubicBezTo>
                      <a:cubicBezTo>
                        <a:pt x="187944" y="542714"/>
                        <a:pt x="183448" y="556929"/>
                        <a:pt x="178952" y="567403"/>
                      </a:cubicBezTo>
                      <a:cubicBezTo>
                        <a:pt x="165464" y="596582"/>
                        <a:pt x="153474" y="626509"/>
                        <a:pt x="141485" y="656436"/>
                      </a:cubicBezTo>
                      <a:cubicBezTo>
                        <a:pt x="136240" y="669155"/>
                        <a:pt x="127248" y="676637"/>
                        <a:pt x="113760" y="678133"/>
                      </a:cubicBezTo>
                      <a:cubicBezTo>
                        <a:pt x="104768" y="678881"/>
                        <a:pt x="88283" y="662421"/>
                        <a:pt x="86784" y="649702"/>
                      </a:cubicBezTo>
                      <a:cubicBezTo>
                        <a:pt x="80040" y="601071"/>
                        <a:pt x="76293" y="553188"/>
                        <a:pt x="110013" y="511291"/>
                      </a:cubicBezTo>
                      <a:cubicBezTo>
                        <a:pt x="127997" y="488845"/>
                        <a:pt x="127248" y="488097"/>
                        <a:pt x="148229" y="475378"/>
                      </a:cubicBezTo>
                      <a:cubicBezTo>
                        <a:pt x="142984" y="485853"/>
                        <a:pt x="136989" y="496327"/>
                        <a:pt x="133243" y="506802"/>
                      </a:cubicBezTo>
                      <a:cubicBezTo>
                        <a:pt x="129496" y="516528"/>
                        <a:pt x="127248" y="527002"/>
                        <a:pt x="125749" y="536728"/>
                      </a:cubicBezTo>
                      <a:cubicBezTo>
                        <a:pt x="124251" y="547951"/>
                        <a:pt x="130245" y="553188"/>
                        <a:pt x="139237" y="546455"/>
                      </a:cubicBezTo>
                      <a:cubicBezTo>
                        <a:pt x="159469" y="532239"/>
                        <a:pt x="178952" y="516528"/>
                        <a:pt x="197685" y="500816"/>
                      </a:cubicBezTo>
                      <a:cubicBezTo>
                        <a:pt x="202181" y="497075"/>
                        <a:pt x="203680" y="490342"/>
                        <a:pt x="204429" y="484356"/>
                      </a:cubicBezTo>
                      <a:cubicBezTo>
                        <a:pt x="205178" y="475378"/>
                        <a:pt x="203680" y="465652"/>
                        <a:pt x="204429" y="455926"/>
                      </a:cubicBezTo>
                      <a:cubicBezTo>
                        <a:pt x="205928" y="442459"/>
                        <a:pt x="204429" y="434229"/>
                        <a:pt x="186445" y="434229"/>
                      </a:cubicBezTo>
                      <a:cubicBezTo>
                        <a:pt x="176704" y="434229"/>
                        <a:pt x="160968" y="426747"/>
                        <a:pt x="157970" y="419265"/>
                      </a:cubicBezTo>
                      <a:cubicBezTo>
                        <a:pt x="153474" y="405798"/>
                        <a:pt x="156472" y="390087"/>
                        <a:pt x="157221" y="375872"/>
                      </a:cubicBezTo>
                      <a:cubicBezTo>
                        <a:pt x="157221" y="373627"/>
                        <a:pt x="163216" y="372131"/>
                        <a:pt x="166962" y="370634"/>
                      </a:cubicBezTo>
                      <a:cubicBezTo>
                        <a:pt x="189442" y="364649"/>
                        <a:pt x="196936" y="354175"/>
                        <a:pt x="199184" y="330981"/>
                      </a:cubicBezTo>
                      <a:cubicBezTo>
                        <a:pt x="199184" y="323500"/>
                        <a:pt x="203680" y="316018"/>
                        <a:pt x="206677" y="309284"/>
                      </a:cubicBezTo>
                      <a:cubicBezTo>
                        <a:pt x="211173" y="300306"/>
                        <a:pt x="217168" y="292824"/>
                        <a:pt x="220914" y="284595"/>
                      </a:cubicBezTo>
                      <a:cubicBezTo>
                        <a:pt x="224661" y="277113"/>
                        <a:pt x="224661" y="270379"/>
                        <a:pt x="214920" y="264394"/>
                      </a:cubicBezTo>
                      <a:cubicBezTo>
                        <a:pt x="196186" y="253920"/>
                        <a:pt x="193938" y="232971"/>
                        <a:pt x="189442" y="214266"/>
                      </a:cubicBezTo>
                      <a:cubicBezTo>
                        <a:pt x="188693" y="209029"/>
                        <a:pt x="196936" y="200799"/>
                        <a:pt x="201432" y="194814"/>
                      </a:cubicBezTo>
                      <a:cubicBezTo>
                        <a:pt x="207426" y="188080"/>
                        <a:pt x="211922" y="182095"/>
                        <a:pt x="205178" y="169376"/>
                      </a:cubicBezTo>
                      <a:cubicBezTo>
                        <a:pt x="192440" y="183591"/>
                        <a:pt x="178952" y="195562"/>
                        <a:pt x="169960" y="210526"/>
                      </a:cubicBezTo>
                      <a:cubicBezTo>
                        <a:pt x="156472" y="231474"/>
                        <a:pt x="145232" y="253171"/>
                        <a:pt x="123501" y="267387"/>
                      </a:cubicBezTo>
                      <a:cubicBezTo>
                        <a:pt x="116757" y="272624"/>
                        <a:pt x="113011" y="282350"/>
                        <a:pt x="106267" y="288335"/>
                      </a:cubicBezTo>
                      <a:cubicBezTo>
                        <a:pt x="95027" y="299558"/>
                        <a:pt x="83037" y="310032"/>
                        <a:pt x="71797" y="320507"/>
                      </a:cubicBezTo>
                      <a:cubicBezTo>
                        <a:pt x="70299" y="319759"/>
                        <a:pt x="69549" y="318262"/>
                        <a:pt x="68051" y="317514"/>
                      </a:cubicBezTo>
                      <a:cubicBezTo>
                        <a:pt x="68800" y="315270"/>
                        <a:pt x="68800" y="313025"/>
                        <a:pt x="69549" y="312277"/>
                      </a:cubicBezTo>
                      <a:cubicBezTo>
                        <a:pt x="109264" y="273372"/>
                        <a:pt x="126499" y="221000"/>
                        <a:pt x="151976" y="173865"/>
                      </a:cubicBezTo>
                      <a:cubicBezTo>
                        <a:pt x="157970" y="162643"/>
                        <a:pt x="163965" y="151420"/>
                        <a:pt x="167712" y="139449"/>
                      </a:cubicBezTo>
                      <a:cubicBezTo>
                        <a:pt x="170709" y="129723"/>
                        <a:pt x="171458" y="117752"/>
                        <a:pt x="171458" y="107278"/>
                      </a:cubicBezTo>
                      <a:cubicBezTo>
                        <a:pt x="171458" y="96804"/>
                        <a:pt x="170709" y="89322"/>
                        <a:pt x="182698" y="84085"/>
                      </a:cubicBezTo>
                      <a:cubicBezTo>
                        <a:pt x="205178" y="74358"/>
                        <a:pt x="226160" y="60143"/>
                        <a:pt x="253135" y="68373"/>
                      </a:cubicBezTo>
                      <a:close/>
                      <a:moveTo>
                        <a:pt x="531131" y="517"/>
                      </a:moveTo>
                      <a:cubicBezTo>
                        <a:pt x="561775" y="-3976"/>
                        <a:pt x="583450" y="21483"/>
                        <a:pt x="575229" y="52931"/>
                      </a:cubicBezTo>
                      <a:cubicBezTo>
                        <a:pt x="572239" y="63414"/>
                        <a:pt x="564017" y="72400"/>
                        <a:pt x="557290" y="82134"/>
                      </a:cubicBezTo>
                      <a:cubicBezTo>
                        <a:pt x="552806" y="88124"/>
                        <a:pt x="547574" y="92617"/>
                        <a:pt x="545332" y="95612"/>
                      </a:cubicBezTo>
                      <a:cubicBezTo>
                        <a:pt x="555796" y="106843"/>
                        <a:pt x="565512" y="115829"/>
                        <a:pt x="573734" y="125563"/>
                      </a:cubicBezTo>
                      <a:cubicBezTo>
                        <a:pt x="579713" y="133051"/>
                        <a:pt x="578218" y="140538"/>
                        <a:pt x="569997" y="145780"/>
                      </a:cubicBezTo>
                      <a:cubicBezTo>
                        <a:pt x="559533" y="153268"/>
                        <a:pt x="558038" y="162253"/>
                        <a:pt x="558785" y="174234"/>
                      </a:cubicBezTo>
                      <a:cubicBezTo>
                        <a:pt x="561775" y="203436"/>
                        <a:pt x="545332" y="228894"/>
                        <a:pt x="519172" y="242372"/>
                      </a:cubicBezTo>
                      <a:cubicBezTo>
                        <a:pt x="509455" y="246865"/>
                        <a:pt x="502728" y="243870"/>
                        <a:pt x="495254" y="237131"/>
                      </a:cubicBezTo>
                      <a:cubicBezTo>
                        <a:pt x="485538" y="227397"/>
                        <a:pt x="474326" y="219909"/>
                        <a:pt x="463862" y="211673"/>
                      </a:cubicBezTo>
                      <a:cubicBezTo>
                        <a:pt x="474326" y="192953"/>
                        <a:pt x="487032" y="169741"/>
                        <a:pt x="499739" y="147278"/>
                      </a:cubicBezTo>
                      <a:cubicBezTo>
                        <a:pt x="498244" y="145780"/>
                        <a:pt x="496749" y="144282"/>
                        <a:pt x="494507" y="142785"/>
                      </a:cubicBezTo>
                      <a:cubicBezTo>
                        <a:pt x="487780" y="147278"/>
                        <a:pt x="480306" y="151021"/>
                        <a:pt x="475074" y="157760"/>
                      </a:cubicBezTo>
                      <a:cubicBezTo>
                        <a:pt x="466105" y="168243"/>
                        <a:pt x="458630" y="179475"/>
                        <a:pt x="451156" y="191455"/>
                      </a:cubicBezTo>
                      <a:cubicBezTo>
                        <a:pt x="440692" y="210175"/>
                        <a:pt x="424249" y="219909"/>
                        <a:pt x="404816" y="225899"/>
                      </a:cubicBezTo>
                      <a:cubicBezTo>
                        <a:pt x="395847" y="228146"/>
                        <a:pt x="387625" y="234136"/>
                        <a:pt x="379403" y="237880"/>
                      </a:cubicBezTo>
                      <a:cubicBezTo>
                        <a:pt x="368939" y="243121"/>
                        <a:pt x="358475" y="248363"/>
                        <a:pt x="348012" y="253604"/>
                      </a:cubicBezTo>
                      <a:cubicBezTo>
                        <a:pt x="347264" y="252855"/>
                        <a:pt x="346517" y="252107"/>
                        <a:pt x="345769" y="250609"/>
                      </a:cubicBezTo>
                      <a:cubicBezTo>
                        <a:pt x="348759" y="247614"/>
                        <a:pt x="351749" y="244619"/>
                        <a:pt x="354738" y="241624"/>
                      </a:cubicBezTo>
                      <a:cubicBezTo>
                        <a:pt x="387625" y="214668"/>
                        <a:pt x="412290" y="181721"/>
                        <a:pt x="432470" y="144282"/>
                      </a:cubicBezTo>
                      <a:cubicBezTo>
                        <a:pt x="444429" y="121819"/>
                        <a:pt x="460125" y="100853"/>
                        <a:pt x="472831" y="78390"/>
                      </a:cubicBezTo>
                      <a:cubicBezTo>
                        <a:pt x="478811" y="67158"/>
                        <a:pt x="482548" y="53680"/>
                        <a:pt x="485538" y="40951"/>
                      </a:cubicBezTo>
                      <a:cubicBezTo>
                        <a:pt x="491517" y="13995"/>
                        <a:pt x="509455" y="4261"/>
                        <a:pt x="531131" y="51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29" name="î$liḑé"/>
                <p:cNvSpPr/>
                <p:nvPr>
                  <p:custDataLst>
                    <p:tags r:id="rId15"/>
                  </p:custDataLst>
                </p:nvPr>
              </p:nvSpPr>
              <p:spPr bwMode="auto">
                <a:xfrm>
                  <a:off x="4589240" y="2552697"/>
                  <a:ext cx="769365" cy="1390078"/>
                </a:xfrm>
                <a:custGeom>
                  <a:avLst/>
                  <a:gdLst>
                    <a:gd name="connsiteX0" fmla="*/ 567033 w 769365"/>
                    <a:gd name="connsiteY0" fmla="*/ 520832 h 1390078"/>
                    <a:gd name="connsiteX1" fmla="*/ 522158 w 769365"/>
                    <a:gd name="connsiteY1" fmla="*/ 570204 h 1390078"/>
                    <a:gd name="connsiteX2" fmla="*/ 504207 w 769365"/>
                    <a:gd name="connsiteY2" fmla="*/ 591897 h 1390078"/>
                    <a:gd name="connsiteX3" fmla="*/ 484761 w 769365"/>
                    <a:gd name="connsiteY3" fmla="*/ 844742 h 1390078"/>
                    <a:gd name="connsiteX4" fmla="*/ 492988 w 769365"/>
                    <a:gd name="connsiteY4" fmla="*/ 835017 h 1390078"/>
                    <a:gd name="connsiteX5" fmla="*/ 557310 w 769365"/>
                    <a:gd name="connsiteY5" fmla="*/ 766944 h 1390078"/>
                    <a:gd name="connsiteX6" fmla="*/ 587227 w 769365"/>
                    <a:gd name="connsiteY6" fmla="*/ 723556 h 1390078"/>
                    <a:gd name="connsiteX7" fmla="*/ 581992 w 769365"/>
                    <a:gd name="connsiteY7" fmla="*/ 689145 h 1390078"/>
                    <a:gd name="connsiteX8" fmla="*/ 555066 w 769365"/>
                    <a:gd name="connsiteY8" fmla="*/ 692886 h 1390078"/>
                    <a:gd name="connsiteX9" fmla="*/ 531881 w 769365"/>
                    <a:gd name="connsiteY9" fmla="*/ 685405 h 1390078"/>
                    <a:gd name="connsiteX10" fmla="*/ 534124 w 769365"/>
                    <a:gd name="connsiteY10" fmla="*/ 642765 h 1390078"/>
                    <a:gd name="connsiteX11" fmla="*/ 553571 w 769365"/>
                    <a:gd name="connsiteY11" fmla="*/ 587409 h 1390078"/>
                    <a:gd name="connsiteX12" fmla="*/ 561050 w 769365"/>
                    <a:gd name="connsiteY12" fmla="*/ 555242 h 1390078"/>
                    <a:gd name="connsiteX13" fmla="*/ 567033 w 769365"/>
                    <a:gd name="connsiteY13" fmla="*/ 520832 h 1390078"/>
                    <a:gd name="connsiteX14" fmla="*/ 507573 w 769365"/>
                    <a:gd name="connsiteY14" fmla="*/ 322595 h 1390078"/>
                    <a:gd name="connsiteX15" fmla="*/ 534124 w 769365"/>
                    <a:gd name="connsiteY15" fmla="*/ 333068 h 1390078"/>
                    <a:gd name="connsiteX16" fmla="*/ 544595 w 769365"/>
                    <a:gd name="connsiteY16" fmla="*/ 426576 h 1390078"/>
                    <a:gd name="connsiteX17" fmla="*/ 457836 w 769365"/>
                    <a:gd name="connsiteY17" fmla="*/ 511855 h 1390078"/>
                    <a:gd name="connsiteX18" fmla="*/ 364345 w 769365"/>
                    <a:gd name="connsiteY18" fmla="*/ 609103 h 1390078"/>
                    <a:gd name="connsiteX19" fmla="*/ 353874 w 769365"/>
                    <a:gd name="connsiteY19" fmla="*/ 623316 h 1390078"/>
                    <a:gd name="connsiteX20" fmla="*/ 347143 w 769365"/>
                    <a:gd name="connsiteY20" fmla="*/ 637529 h 1390078"/>
                    <a:gd name="connsiteX21" fmla="*/ 378556 w 769365"/>
                    <a:gd name="connsiteY21" fmla="*/ 642765 h 1390078"/>
                    <a:gd name="connsiteX22" fmla="*/ 412960 w 769365"/>
                    <a:gd name="connsiteY22" fmla="*/ 673436 h 1390078"/>
                    <a:gd name="connsiteX23" fmla="*/ 409221 w 769365"/>
                    <a:gd name="connsiteY23" fmla="*/ 705603 h 1390078"/>
                    <a:gd name="connsiteX24" fmla="*/ 371076 w 769365"/>
                    <a:gd name="connsiteY24" fmla="*/ 819308 h 1390078"/>
                    <a:gd name="connsiteX25" fmla="*/ 371824 w 769365"/>
                    <a:gd name="connsiteY25" fmla="*/ 835765 h 1390078"/>
                    <a:gd name="connsiteX26" fmla="*/ 386035 w 769365"/>
                    <a:gd name="connsiteY26" fmla="*/ 827536 h 1390078"/>
                    <a:gd name="connsiteX27" fmla="*/ 432406 w 769365"/>
                    <a:gd name="connsiteY27" fmla="*/ 720564 h 1390078"/>
                    <a:gd name="connsiteX28" fmla="*/ 429415 w 769365"/>
                    <a:gd name="connsiteY28" fmla="*/ 593393 h 1390078"/>
                    <a:gd name="connsiteX29" fmla="*/ 427171 w 769365"/>
                    <a:gd name="connsiteY29" fmla="*/ 583669 h 1390078"/>
                    <a:gd name="connsiteX30" fmla="*/ 414456 w 769365"/>
                    <a:gd name="connsiteY30" fmla="*/ 593393 h 1390078"/>
                    <a:gd name="connsiteX31" fmla="*/ 440634 w 769365"/>
                    <a:gd name="connsiteY31" fmla="*/ 545518 h 1390078"/>
                    <a:gd name="connsiteX32" fmla="*/ 508695 w 769365"/>
                    <a:gd name="connsiteY32" fmla="*/ 582921 h 1390078"/>
                    <a:gd name="connsiteX33" fmla="*/ 522158 w 769365"/>
                    <a:gd name="connsiteY33" fmla="*/ 555242 h 1390078"/>
                    <a:gd name="connsiteX34" fmla="*/ 553571 w 769365"/>
                    <a:gd name="connsiteY34" fmla="*/ 502878 h 1390078"/>
                    <a:gd name="connsiteX35" fmla="*/ 564789 w 769365"/>
                    <a:gd name="connsiteY35" fmla="*/ 482680 h 1390078"/>
                    <a:gd name="connsiteX36" fmla="*/ 621632 w 769365"/>
                    <a:gd name="connsiteY36" fmla="*/ 469215 h 1390078"/>
                    <a:gd name="connsiteX37" fmla="*/ 654541 w 769365"/>
                    <a:gd name="connsiteY37" fmla="*/ 487169 h 1390078"/>
                    <a:gd name="connsiteX38" fmla="*/ 654541 w 769365"/>
                    <a:gd name="connsiteY38" fmla="*/ 503626 h 1390078"/>
                    <a:gd name="connsiteX39" fmla="*/ 621632 w 769365"/>
                    <a:gd name="connsiteY39" fmla="*/ 559731 h 1390078"/>
                    <a:gd name="connsiteX40" fmla="*/ 589471 w 769365"/>
                    <a:gd name="connsiteY40" fmla="*/ 624812 h 1390078"/>
                    <a:gd name="connsiteX41" fmla="*/ 584983 w 769365"/>
                    <a:gd name="connsiteY41" fmla="*/ 632293 h 1390078"/>
                    <a:gd name="connsiteX42" fmla="*/ 595454 w 769365"/>
                    <a:gd name="connsiteY42" fmla="*/ 662215 h 1390078"/>
                    <a:gd name="connsiteX43" fmla="*/ 644070 w 769365"/>
                    <a:gd name="connsiteY43" fmla="*/ 700366 h 1390078"/>
                    <a:gd name="connsiteX44" fmla="*/ 627615 w 769365"/>
                    <a:gd name="connsiteY44" fmla="*/ 788637 h 1390078"/>
                    <a:gd name="connsiteX45" fmla="*/ 557310 w 769365"/>
                    <a:gd name="connsiteY45" fmla="*/ 813323 h 1390078"/>
                    <a:gd name="connsiteX46" fmla="*/ 478778 w 769365"/>
                    <a:gd name="connsiteY46" fmla="*/ 867932 h 1390078"/>
                    <a:gd name="connsiteX47" fmla="*/ 480274 w 769365"/>
                    <a:gd name="connsiteY47" fmla="*/ 887381 h 1390078"/>
                    <a:gd name="connsiteX48" fmla="*/ 495980 w 769365"/>
                    <a:gd name="connsiteY48" fmla="*/ 886633 h 1390078"/>
                    <a:gd name="connsiteX49" fmla="*/ 626119 w 769365"/>
                    <a:gd name="connsiteY49" fmla="*/ 835017 h 1390078"/>
                    <a:gd name="connsiteX50" fmla="*/ 662768 w 769365"/>
                    <a:gd name="connsiteY50" fmla="*/ 811827 h 1390078"/>
                    <a:gd name="connsiteX51" fmla="*/ 706896 w 769365"/>
                    <a:gd name="connsiteY51" fmla="*/ 803599 h 1390078"/>
                    <a:gd name="connsiteX52" fmla="*/ 757007 w 769365"/>
                    <a:gd name="connsiteY52" fmla="*/ 812575 h 1390078"/>
                    <a:gd name="connsiteX53" fmla="*/ 762242 w 769365"/>
                    <a:gd name="connsiteY53" fmla="*/ 814071 h 1390078"/>
                    <a:gd name="connsiteX54" fmla="*/ 767478 w 769365"/>
                    <a:gd name="connsiteY54" fmla="*/ 838757 h 1390078"/>
                    <a:gd name="connsiteX55" fmla="*/ 757755 w 769365"/>
                    <a:gd name="connsiteY55" fmla="*/ 847734 h 1390078"/>
                    <a:gd name="connsiteX56" fmla="*/ 675483 w 769365"/>
                    <a:gd name="connsiteY56" fmla="*/ 867184 h 1390078"/>
                    <a:gd name="connsiteX57" fmla="*/ 607421 w 769365"/>
                    <a:gd name="connsiteY57" fmla="*/ 892618 h 1390078"/>
                    <a:gd name="connsiteX58" fmla="*/ 507947 w 769365"/>
                    <a:gd name="connsiteY58" fmla="*/ 929273 h 1390078"/>
                    <a:gd name="connsiteX59" fmla="*/ 483265 w 769365"/>
                    <a:gd name="connsiteY59" fmla="*/ 965180 h 1390078"/>
                    <a:gd name="connsiteX60" fmla="*/ 480274 w 769365"/>
                    <a:gd name="connsiteY60" fmla="*/ 1025773 h 1390078"/>
                    <a:gd name="connsiteX61" fmla="*/ 469803 w 769365"/>
                    <a:gd name="connsiteY61" fmla="*/ 1117036 h 1390078"/>
                    <a:gd name="connsiteX62" fmla="*/ 472794 w 769365"/>
                    <a:gd name="connsiteY62" fmla="*/ 1149203 h 1390078"/>
                    <a:gd name="connsiteX63" fmla="*/ 465315 w 769365"/>
                    <a:gd name="connsiteY63" fmla="*/ 1280861 h 1390078"/>
                    <a:gd name="connsiteX64" fmla="*/ 465315 w 769365"/>
                    <a:gd name="connsiteY64" fmla="*/ 1291334 h 1390078"/>
                    <a:gd name="connsiteX65" fmla="*/ 454844 w 769365"/>
                    <a:gd name="connsiteY65" fmla="*/ 1326493 h 1390078"/>
                    <a:gd name="connsiteX66" fmla="*/ 439138 w 769365"/>
                    <a:gd name="connsiteY66" fmla="*/ 1360904 h 1390078"/>
                    <a:gd name="connsiteX67" fmla="*/ 421935 w 769365"/>
                    <a:gd name="connsiteY67" fmla="*/ 1390078 h 1390078"/>
                    <a:gd name="connsiteX68" fmla="*/ 420439 w 769365"/>
                    <a:gd name="connsiteY68" fmla="*/ 1387086 h 1390078"/>
                    <a:gd name="connsiteX69" fmla="*/ 423431 w 769365"/>
                    <a:gd name="connsiteY69" fmla="*/ 1317516 h 1390078"/>
                    <a:gd name="connsiteX70" fmla="*/ 423431 w 769365"/>
                    <a:gd name="connsiteY70" fmla="*/ 1244954 h 1390078"/>
                    <a:gd name="connsiteX71" fmla="*/ 421935 w 769365"/>
                    <a:gd name="connsiteY71" fmla="*/ 1171644 h 1390078"/>
                    <a:gd name="connsiteX72" fmla="*/ 424927 w 769365"/>
                    <a:gd name="connsiteY72" fmla="*/ 1063176 h 1390078"/>
                    <a:gd name="connsiteX73" fmla="*/ 422683 w 769365"/>
                    <a:gd name="connsiteY73" fmla="*/ 1036993 h 1390078"/>
                    <a:gd name="connsiteX74" fmla="*/ 422683 w 769365"/>
                    <a:gd name="connsiteY74" fmla="*/ 975652 h 1390078"/>
                    <a:gd name="connsiteX75" fmla="*/ 409969 w 769365"/>
                    <a:gd name="connsiteY75" fmla="*/ 980141 h 1390078"/>
                    <a:gd name="connsiteX76" fmla="*/ 306007 w 769365"/>
                    <a:gd name="connsiteY76" fmla="*/ 1051207 h 1390078"/>
                    <a:gd name="connsiteX77" fmla="*/ 230466 w 769365"/>
                    <a:gd name="connsiteY77" fmla="*/ 1100579 h 1390078"/>
                    <a:gd name="connsiteX78" fmla="*/ 118276 w 769365"/>
                    <a:gd name="connsiteY78" fmla="*/ 1176881 h 1390078"/>
                    <a:gd name="connsiteX79" fmla="*/ 63678 w 769365"/>
                    <a:gd name="connsiteY79" fmla="*/ 1203063 h 1390078"/>
                    <a:gd name="connsiteX80" fmla="*/ 17306 w 769365"/>
                    <a:gd name="connsiteY80" fmla="*/ 1184361 h 1390078"/>
                    <a:gd name="connsiteX81" fmla="*/ 14314 w 769365"/>
                    <a:gd name="connsiteY81" fmla="*/ 1180621 h 1390078"/>
                    <a:gd name="connsiteX82" fmla="*/ 18802 w 769365"/>
                    <a:gd name="connsiteY82" fmla="*/ 1118532 h 1390078"/>
                    <a:gd name="connsiteX83" fmla="*/ 67417 w 769365"/>
                    <a:gd name="connsiteY83" fmla="*/ 1113296 h 1390078"/>
                    <a:gd name="connsiteX84" fmla="*/ 186338 w 769365"/>
                    <a:gd name="connsiteY84" fmla="*/ 1047466 h 1390078"/>
                    <a:gd name="connsiteX85" fmla="*/ 253652 w 769365"/>
                    <a:gd name="connsiteY85" fmla="*/ 1013804 h 1390078"/>
                    <a:gd name="connsiteX86" fmla="*/ 409221 w 769365"/>
                    <a:gd name="connsiteY86" fmla="*/ 925532 h 1390078"/>
                    <a:gd name="connsiteX87" fmla="*/ 428667 w 769365"/>
                    <a:gd name="connsiteY87" fmla="*/ 887381 h 1390078"/>
                    <a:gd name="connsiteX88" fmla="*/ 431658 w 769365"/>
                    <a:gd name="connsiteY88" fmla="*/ 820804 h 1390078"/>
                    <a:gd name="connsiteX89" fmla="*/ 429415 w 769365"/>
                    <a:gd name="connsiteY89" fmla="*/ 806591 h 1390078"/>
                    <a:gd name="connsiteX90" fmla="*/ 401741 w 769365"/>
                    <a:gd name="connsiteY90" fmla="*/ 857459 h 1390078"/>
                    <a:gd name="connsiteX91" fmla="*/ 368085 w 769365"/>
                    <a:gd name="connsiteY91" fmla="*/ 927029 h 1390078"/>
                    <a:gd name="connsiteX92" fmla="*/ 326949 w 769365"/>
                    <a:gd name="connsiteY92" fmla="*/ 964432 h 1390078"/>
                    <a:gd name="connsiteX93" fmla="*/ 301519 w 769365"/>
                    <a:gd name="connsiteY93" fmla="*/ 960691 h 1390078"/>
                    <a:gd name="connsiteX94" fmla="*/ 276090 w 769365"/>
                    <a:gd name="connsiteY94" fmla="*/ 911319 h 1390078"/>
                    <a:gd name="connsiteX95" fmla="*/ 282821 w 769365"/>
                    <a:gd name="connsiteY95" fmla="*/ 868680 h 1390078"/>
                    <a:gd name="connsiteX96" fmla="*/ 329192 w 769365"/>
                    <a:gd name="connsiteY96" fmla="*/ 723556 h 1390078"/>
                    <a:gd name="connsiteX97" fmla="*/ 322461 w 769365"/>
                    <a:gd name="connsiteY97" fmla="*/ 686153 h 1390078"/>
                    <a:gd name="connsiteX98" fmla="*/ 319469 w 769365"/>
                    <a:gd name="connsiteY98" fmla="*/ 669696 h 1390078"/>
                    <a:gd name="connsiteX99" fmla="*/ 366589 w 769365"/>
                    <a:gd name="connsiteY99" fmla="*/ 567211 h 1390078"/>
                    <a:gd name="connsiteX100" fmla="*/ 436894 w 769365"/>
                    <a:gd name="connsiteY100" fmla="*/ 476696 h 1390078"/>
                    <a:gd name="connsiteX101" fmla="*/ 438390 w 769365"/>
                    <a:gd name="connsiteY101" fmla="*/ 466971 h 1390078"/>
                    <a:gd name="connsiteX102" fmla="*/ 425675 w 769365"/>
                    <a:gd name="connsiteY102" fmla="*/ 476696 h 1390078"/>
                    <a:gd name="connsiteX103" fmla="*/ 341159 w 769365"/>
                    <a:gd name="connsiteY103" fmla="*/ 556738 h 1390078"/>
                    <a:gd name="connsiteX104" fmla="*/ 267114 w 769365"/>
                    <a:gd name="connsiteY104" fmla="*/ 636033 h 1390078"/>
                    <a:gd name="connsiteX105" fmla="*/ 237197 w 769365"/>
                    <a:gd name="connsiteY105" fmla="*/ 650994 h 1390078"/>
                    <a:gd name="connsiteX106" fmla="*/ 214759 w 769365"/>
                    <a:gd name="connsiteY106" fmla="*/ 652490 h 1390078"/>
                    <a:gd name="connsiteX107" fmla="*/ 173623 w 769365"/>
                    <a:gd name="connsiteY107" fmla="*/ 620324 h 1390078"/>
                    <a:gd name="connsiteX108" fmla="*/ 198305 w 769365"/>
                    <a:gd name="connsiteY108" fmla="*/ 551502 h 1390078"/>
                    <a:gd name="connsiteX109" fmla="*/ 216255 w 769365"/>
                    <a:gd name="connsiteY109" fmla="*/ 534297 h 1390078"/>
                    <a:gd name="connsiteX110" fmla="*/ 217003 w 769365"/>
                    <a:gd name="connsiteY110" fmla="*/ 538037 h 1390078"/>
                    <a:gd name="connsiteX111" fmla="*/ 230466 w 769365"/>
                    <a:gd name="connsiteY111" fmla="*/ 539533 h 1390078"/>
                    <a:gd name="connsiteX112" fmla="*/ 275342 w 769365"/>
                    <a:gd name="connsiteY112" fmla="*/ 511855 h 1390078"/>
                    <a:gd name="connsiteX113" fmla="*/ 371824 w 769365"/>
                    <a:gd name="connsiteY113" fmla="*/ 425080 h 1390078"/>
                    <a:gd name="connsiteX114" fmla="*/ 398002 w 769365"/>
                    <a:gd name="connsiteY114" fmla="*/ 407126 h 1390078"/>
                    <a:gd name="connsiteX115" fmla="*/ 450357 w 769365"/>
                    <a:gd name="connsiteY115" fmla="*/ 360747 h 1390078"/>
                    <a:gd name="connsiteX116" fmla="*/ 481022 w 769365"/>
                    <a:gd name="connsiteY116" fmla="*/ 332320 h 1390078"/>
                    <a:gd name="connsiteX117" fmla="*/ 507573 w 769365"/>
                    <a:gd name="connsiteY117" fmla="*/ 322595 h 1390078"/>
                    <a:gd name="connsiteX118" fmla="*/ 333338 w 769365"/>
                    <a:gd name="connsiteY118" fmla="*/ 182879 h 1390078"/>
                    <a:gd name="connsiteX119" fmla="*/ 349794 w 769365"/>
                    <a:gd name="connsiteY119" fmla="*/ 241878 h 1390078"/>
                    <a:gd name="connsiteX120" fmla="*/ 361013 w 769365"/>
                    <a:gd name="connsiteY120" fmla="*/ 297143 h 1390078"/>
                    <a:gd name="connsiteX121" fmla="*/ 356526 w 769365"/>
                    <a:gd name="connsiteY121" fmla="*/ 318054 h 1390078"/>
                    <a:gd name="connsiteX122" fmla="*/ 316883 w 769365"/>
                    <a:gd name="connsiteY122" fmla="*/ 346433 h 1390078"/>
                    <a:gd name="connsiteX123" fmla="*/ 277240 w 769365"/>
                    <a:gd name="connsiteY123" fmla="*/ 349420 h 1390078"/>
                    <a:gd name="connsiteX124" fmla="*/ 200947 w 769365"/>
                    <a:gd name="connsiteY124" fmla="*/ 294156 h 1390078"/>
                    <a:gd name="connsiteX125" fmla="*/ 191971 w 769365"/>
                    <a:gd name="connsiteY125" fmla="*/ 229929 h 1390078"/>
                    <a:gd name="connsiteX126" fmla="*/ 216654 w 769365"/>
                    <a:gd name="connsiteY126" fmla="*/ 201550 h 1390078"/>
                    <a:gd name="connsiteX127" fmla="*/ 274248 w 769365"/>
                    <a:gd name="connsiteY127" fmla="*/ 193335 h 1390078"/>
                    <a:gd name="connsiteX128" fmla="*/ 279484 w 769365"/>
                    <a:gd name="connsiteY128" fmla="*/ 193335 h 1390078"/>
                    <a:gd name="connsiteX129" fmla="*/ 333338 w 769365"/>
                    <a:gd name="connsiteY129" fmla="*/ 182879 h 1390078"/>
                    <a:gd name="connsiteX130" fmla="*/ 632915 w 769365"/>
                    <a:gd name="connsiteY130" fmla="*/ 144 h 1390078"/>
                    <a:gd name="connsiteX131" fmla="*/ 700352 w 769365"/>
                    <a:gd name="connsiteY131" fmla="*/ 67345 h 1390078"/>
                    <a:gd name="connsiteX132" fmla="*/ 691360 w 769365"/>
                    <a:gd name="connsiteY132" fmla="*/ 126332 h 1390078"/>
                    <a:gd name="connsiteX133" fmla="*/ 670380 w 769365"/>
                    <a:gd name="connsiteY133" fmla="*/ 143506 h 1390078"/>
                    <a:gd name="connsiteX134" fmla="*/ 628419 w 769365"/>
                    <a:gd name="connsiteY134" fmla="*/ 183080 h 1390078"/>
                    <a:gd name="connsiteX135" fmla="*/ 533258 w 769365"/>
                    <a:gd name="connsiteY135" fmla="*/ 280895 h 1390078"/>
                    <a:gd name="connsiteX136" fmla="*/ 466571 w 769365"/>
                    <a:gd name="connsiteY136" fmla="*/ 323456 h 1390078"/>
                    <a:gd name="connsiteX137" fmla="*/ 406627 w 769365"/>
                    <a:gd name="connsiteY137" fmla="*/ 363776 h 1390078"/>
                    <a:gd name="connsiteX138" fmla="*/ 294981 w 769365"/>
                    <a:gd name="connsiteY138" fmla="*/ 451884 h 1390078"/>
                    <a:gd name="connsiteX139" fmla="*/ 282243 w 769365"/>
                    <a:gd name="connsiteY139" fmla="*/ 463831 h 1390078"/>
                    <a:gd name="connsiteX140" fmla="*/ 261263 w 769365"/>
                    <a:gd name="connsiteY140" fmla="*/ 480258 h 1390078"/>
                    <a:gd name="connsiteX141" fmla="*/ 259764 w 769365"/>
                    <a:gd name="connsiteY141" fmla="*/ 477271 h 1390078"/>
                    <a:gd name="connsiteX142" fmla="*/ 342936 w 769365"/>
                    <a:gd name="connsiteY142" fmla="*/ 392150 h 1390078"/>
                    <a:gd name="connsiteX143" fmla="*/ 408875 w 769365"/>
                    <a:gd name="connsiteY143" fmla="*/ 313002 h 1390078"/>
                    <a:gd name="connsiteX144" fmla="*/ 480807 w 769365"/>
                    <a:gd name="connsiteY144" fmla="*/ 230121 h 1390078"/>
                    <a:gd name="connsiteX145" fmla="*/ 572971 w 769365"/>
                    <a:gd name="connsiteY145" fmla="*/ 95718 h 1390078"/>
                    <a:gd name="connsiteX146" fmla="*/ 572971 w 769365"/>
                    <a:gd name="connsiteY146" fmla="*/ 69585 h 1390078"/>
                    <a:gd name="connsiteX147" fmla="*/ 567726 w 769365"/>
                    <a:gd name="connsiteY147" fmla="*/ 25531 h 1390078"/>
                    <a:gd name="connsiteX148" fmla="*/ 578966 w 769365"/>
                    <a:gd name="connsiteY148" fmla="*/ 9850 h 1390078"/>
                    <a:gd name="connsiteX149" fmla="*/ 632915 w 769365"/>
                    <a:gd name="connsiteY149" fmla="*/ 144 h 13900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</a:cxnLst>
                  <a:rect l="l" t="t" r="r" b="b"/>
                  <a:pathLst>
                    <a:path w="769365" h="1390078">
                      <a:moveTo>
                        <a:pt x="567033" y="520832"/>
                      </a:moveTo>
                      <a:cubicBezTo>
                        <a:pt x="546091" y="535793"/>
                        <a:pt x="531881" y="550754"/>
                        <a:pt x="522158" y="570204"/>
                      </a:cubicBezTo>
                      <a:cubicBezTo>
                        <a:pt x="519166" y="577684"/>
                        <a:pt x="512435" y="582921"/>
                        <a:pt x="504207" y="591897"/>
                      </a:cubicBezTo>
                      <a:cubicBezTo>
                        <a:pt x="493736" y="672688"/>
                        <a:pt x="470551" y="755723"/>
                        <a:pt x="484761" y="844742"/>
                      </a:cubicBezTo>
                      <a:cubicBezTo>
                        <a:pt x="489249" y="843246"/>
                        <a:pt x="489997" y="838009"/>
                        <a:pt x="492988" y="835017"/>
                      </a:cubicBezTo>
                      <a:cubicBezTo>
                        <a:pt x="513930" y="811827"/>
                        <a:pt x="536368" y="790133"/>
                        <a:pt x="557310" y="766944"/>
                      </a:cubicBezTo>
                      <a:cubicBezTo>
                        <a:pt x="568529" y="753478"/>
                        <a:pt x="579000" y="739265"/>
                        <a:pt x="587227" y="723556"/>
                      </a:cubicBezTo>
                      <a:cubicBezTo>
                        <a:pt x="593211" y="712335"/>
                        <a:pt x="591715" y="698870"/>
                        <a:pt x="581992" y="689145"/>
                      </a:cubicBezTo>
                      <a:cubicBezTo>
                        <a:pt x="571521" y="677924"/>
                        <a:pt x="564042" y="686901"/>
                        <a:pt x="555066" y="692886"/>
                      </a:cubicBezTo>
                      <a:cubicBezTo>
                        <a:pt x="545343" y="699618"/>
                        <a:pt x="537116" y="695130"/>
                        <a:pt x="531881" y="685405"/>
                      </a:cubicBezTo>
                      <a:cubicBezTo>
                        <a:pt x="524401" y="671192"/>
                        <a:pt x="525149" y="656231"/>
                        <a:pt x="534124" y="642765"/>
                      </a:cubicBezTo>
                      <a:cubicBezTo>
                        <a:pt x="545343" y="626308"/>
                        <a:pt x="551327" y="607607"/>
                        <a:pt x="553571" y="587409"/>
                      </a:cubicBezTo>
                      <a:cubicBezTo>
                        <a:pt x="555066" y="576188"/>
                        <a:pt x="558806" y="565715"/>
                        <a:pt x="561050" y="555242"/>
                      </a:cubicBezTo>
                      <a:cubicBezTo>
                        <a:pt x="562546" y="545518"/>
                        <a:pt x="564789" y="535045"/>
                        <a:pt x="567033" y="520832"/>
                      </a:cubicBezTo>
                      <a:close/>
                      <a:moveTo>
                        <a:pt x="507573" y="322595"/>
                      </a:moveTo>
                      <a:cubicBezTo>
                        <a:pt x="516735" y="322782"/>
                        <a:pt x="525897" y="326336"/>
                        <a:pt x="534124" y="333068"/>
                      </a:cubicBezTo>
                      <a:cubicBezTo>
                        <a:pt x="569277" y="362243"/>
                        <a:pt x="565537" y="388425"/>
                        <a:pt x="544595" y="426576"/>
                      </a:cubicBezTo>
                      <a:cubicBezTo>
                        <a:pt x="525149" y="463979"/>
                        <a:pt x="492988" y="490161"/>
                        <a:pt x="457836" y="511855"/>
                      </a:cubicBezTo>
                      <a:cubicBezTo>
                        <a:pt x="418196" y="536541"/>
                        <a:pt x="384539" y="566463"/>
                        <a:pt x="364345" y="609103"/>
                      </a:cubicBezTo>
                      <a:cubicBezTo>
                        <a:pt x="362101" y="614339"/>
                        <a:pt x="356866" y="618828"/>
                        <a:pt x="353874" y="623316"/>
                      </a:cubicBezTo>
                      <a:cubicBezTo>
                        <a:pt x="350882" y="627804"/>
                        <a:pt x="349386" y="633041"/>
                        <a:pt x="347143" y="637529"/>
                      </a:cubicBezTo>
                      <a:cubicBezTo>
                        <a:pt x="359109" y="639773"/>
                        <a:pt x="368833" y="640521"/>
                        <a:pt x="378556" y="642765"/>
                      </a:cubicBezTo>
                      <a:cubicBezTo>
                        <a:pt x="396506" y="645758"/>
                        <a:pt x="406229" y="659971"/>
                        <a:pt x="412960" y="673436"/>
                      </a:cubicBezTo>
                      <a:cubicBezTo>
                        <a:pt x="416700" y="681665"/>
                        <a:pt x="412212" y="695130"/>
                        <a:pt x="409221" y="705603"/>
                      </a:cubicBezTo>
                      <a:cubicBezTo>
                        <a:pt x="397254" y="743754"/>
                        <a:pt x="383791" y="781157"/>
                        <a:pt x="371076" y="819308"/>
                      </a:cubicBezTo>
                      <a:cubicBezTo>
                        <a:pt x="369580" y="824544"/>
                        <a:pt x="371824" y="830529"/>
                        <a:pt x="371824" y="835765"/>
                      </a:cubicBezTo>
                      <a:cubicBezTo>
                        <a:pt x="376312" y="833521"/>
                        <a:pt x="383043" y="832025"/>
                        <a:pt x="386035" y="827536"/>
                      </a:cubicBezTo>
                      <a:cubicBezTo>
                        <a:pt x="406977" y="794622"/>
                        <a:pt x="435398" y="764699"/>
                        <a:pt x="432406" y="720564"/>
                      </a:cubicBezTo>
                      <a:cubicBezTo>
                        <a:pt x="429415" y="677924"/>
                        <a:pt x="430163" y="636033"/>
                        <a:pt x="429415" y="593393"/>
                      </a:cubicBezTo>
                      <a:cubicBezTo>
                        <a:pt x="429415" y="591149"/>
                        <a:pt x="428667" y="588905"/>
                        <a:pt x="427171" y="583669"/>
                      </a:cubicBezTo>
                      <a:cubicBezTo>
                        <a:pt x="421935" y="587409"/>
                        <a:pt x="418196" y="590401"/>
                        <a:pt x="414456" y="593393"/>
                      </a:cubicBezTo>
                      <a:cubicBezTo>
                        <a:pt x="409969" y="581424"/>
                        <a:pt x="424927" y="552250"/>
                        <a:pt x="440634" y="545518"/>
                      </a:cubicBezTo>
                      <a:cubicBezTo>
                        <a:pt x="459332" y="538037"/>
                        <a:pt x="476534" y="537289"/>
                        <a:pt x="508695" y="582921"/>
                      </a:cubicBezTo>
                      <a:cubicBezTo>
                        <a:pt x="513930" y="572448"/>
                        <a:pt x="518418" y="564219"/>
                        <a:pt x="522158" y="555242"/>
                      </a:cubicBezTo>
                      <a:cubicBezTo>
                        <a:pt x="529637" y="535793"/>
                        <a:pt x="532629" y="514847"/>
                        <a:pt x="553571" y="502878"/>
                      </a:cubicBezTo>
                      <a:cubicBezTo>
                        <a:pt x="559554" y="499138"/>
                        <a:pt x="560302" y="488665"/>
                        <a:pt x="564789" y="482680"/>
                      </a:cubicBezTo>
                      <a:cubicBezTo>
                        <a:pt x="579748" y="460987"/>
                        <a:pt x="601438" y="466223"/>
                        <a:pt x="621632" y="469215"/>
                      </a:cubicBezTo>
                      <a:cubicBezTo>
                        <a:pt x="633599" y="471460"/>
                        <a:pt x="650053" y="469963"/>
                        <a:pt x="654541" y="487169"/>
                      </a:cubicBezTo>
                      <a:cubicBezTo>
                        <a:pt x="655289" y="492405"/>
                        <a:pt x="656784" y="499886"/>
                        <a:pt x="654541" y="503626"/>
                      </a:cubicBezTo>
                      <a:cubicBezTo>
                        <a:pt x="644070" y="522328"/>
                        <a:pt x="632103" y="540281"/>
                        <a:pt x="621632" y="559731"/>
                      </a:cubicBezTo>
                      <a:cubicBezTo>
                        <a:pt x="609665" y="580676"/>
                        <a:pt x="599942" y="603118"/>
                        <a:pt x="589471" y="624812"/>
                      </a:cubicBezTo>
                      <a:cubicBezTo>
                        <a:pt x="587975" y="627056"/>
                        <a:pt x="586479" y="630048"/>
                        <a:pt x="584983" y="632293"/>
                      </a:cubicBezTo>
                      <a:cubicBezTo>
                        <a:pt x="573017" y="646506"/>
                        <a:pt x="576756" y="661467"/>
                        <a:pt x="595454" y="662215"/>
                      </a:cubicBezTo>
                      <a:cubicBezTo>
                        <a:pt x="621632" y="663711"/>
                        <a:pt x="632103" y="683161"/>
                        <a:pt x="644070" y="700366"/>
                      </a:cubicBezTo>
                      <a:cubicBezTo>
                        <a:pt x="656784" y="719068"/>
                        <a:pt x="642574" y="771432"/>
                        <a:pt x="627615" y="788637"/>
                      </a:cubicBezTo>
                      <a:cubicBezTo>
                        <a:pt x="607421" y="810331"/>
                        <a:pt x="583488" y="812575"/>
                        <a:pt x="557310" y="813323"/>
                      </a:cubicBezTo>
                      <a:cubicBezTo>
                        <a:pt x="530385" y="814819"/>
                        <a:pt x="485509" y="845490"/>
                        <a:pt x="478778" y="867932"/>
                      </a:cubicBezTo>
                      <a:cubicBezTo>
                        <a:pt x="477282" y="873916"/>
                        <a:pt x="478030" y="881397"/>
                        <a:pt x="480274" y="887381"/>
                      </a:cubicBezTo>
                      <a:cubicBezTo>
                        <a:pt x="481022" y="888877"/>
                        <a:pt x="491493" y="888129"/>
                        <a:pt x="495980" y="886633"/>
                      </a:cubicBezTo>
                      <a:cubicBezTo>
                        <a:pt x="539360" y="869428"/>
                        <a:pt x="582740" y="852222"/>
                        <a:pt x="626119" y="835017"/>
                      </a:cubicBezTo>
                      <a:cubicBezTo>
                        <a:pt x="640330" y="829781"/>
                        <a:pt x="651549" y="822300"/>
                        <a:pt x="662768" y="811827"/>
                      </a:cubicBezTo>
                      <a:cubicBezTo>
                        <a:pt x="673987" y="801354"/>
                        <a:pt x="688945" y="799858"/>
                        <a:pt x="706896" y="803599"/>
                      </a:cubicBezTo>
                      <a:cubicBezTo>
                        <a:pt x="723350" y="807339"/>
                        <a:pt x="739056" y="820056"/>
                        <a:pt x="757007" y="812575"/>
                      </a:cubicBezTo>
                      <a:cubicBezTo>
                        <a:pt x="758503" y="811827"/>
                        <a:pt x="760746" y="813323"/>
                        <a:pt x="762242" y="814071"/>
                      </a:cubicBezTo>
                      <a:cubicBezTo>
                        <a:pt x="772713" y="820804"/>
                        <a:pt x="768974" y="830529"/>
                        <a:pt x="767478" y="838757"/>
                      </a:cubicBezTo>
                      <a:cubicBezTo>
                        <a:pt x="766730" y="841750"/>
                        <a:pt x="761494" y="845490"/>
                        <a:pt x="757755" y="847734"/>
                      </a:cubicBezTo>
                      <a:cubicBezTo>
                        <a:pt x="732325" y="864191"/>
                        <a:pt x="702408" y="859703"/>
                        <a:pt x="675483" y="867184"/>
                      </a:cubicBezTo>
                      <a:cubicBezTo>
                        <a:pt x="652297" y="873168"/>
                        <a:pt x="628363" y="880649"/>
                        <a:pt x="607421" y="892618"/>
                      </a:cubicBezTo>
                      <a:cubicBezTo>
                        <a:pt x="576008" y="910571"/>
                        <a:pt x="542352" y="921792"/>
                        <a:pt x="507947" y="929273"/>
                      </a:cubicBezTo>
                      <a:cubicBezTo>
                        <a:pt x="481770" y="935257"/>
                        <a:pt x="481022" y="937501"/>
                        <a:pt x="483265" y="965180"/>
                      </a:cubicBezTo>
                      <a:cubicBezTo>
                        <a:pt x="484761" y="984629"/>
                        <a:pt x="481770" y="1005575"/>
                        <a:pt x="480274" y="1025773"/>
                      </a:cubicBezTo>
                      <a:cubicBezTo>
                        <a:pt x="477282" y="1055695"/>
                        <a:pt x="472794" y="1086365"/>
                        <a:pt x="469803" y="1117036"/>
                      </a:cubicBezTo>
                      <a:cubicBezTo>
                        <a:pt x="469055" y="1127509"/>
                        <a:pt x="473542" y="1138730"/>
                        <a:pt x="472794" y="1149203"/>
                      </a:cubicBezTo>
                      <a:cubicBezTo>
                        <a:pt x="471299" y="1193338"/>
                        <a:pt x="468307" y="1237474"/>
                        <a:pt x="465315" y="1280861"/>
                      </a:cubicBezTo>
                      <a:cubicBezTo>
                        <a:pt x="465315" y="1284602"/>
                        <a:pt x="464567" y="1288342"/>
                        <a:pt x="465315" y="1291334"/>
                      </a:cubicBezTo>
                      <a:cubicBezTo>
                        <a:pt x="468307" y="1305547"/>
                        <a:pt x="463819" y="1315272"/>
                        <a:pt x="454844" y="1326493"/>
                      </a:cubicBezTo>
                      <a:cubicBezTo>
                        <a:pt x="447365" y="1336218"/>
                        <a:pt x="445121" y="1349683"/>
                        <a:pt x="439138" y="1360904"/>
                      </a:cubicBezTo>
                      <a:cubicBezTo>
                        <a:pt x="434650" y="1370629"/>
                        <a:pt x="427919" y="1380353"/>
                        <a:pt x="421935" y="1390078"/>
                      </a:cubicBezTo>
                      <a:cubicBezTo>
                        <a:pt x="421187" y="1388582"/>
                        <a:pt x="419692" y="1387086"/>
                        <a:pt x="420439" y="1387086"/>
                      </a:cubicBezTo>
                      <a:cubicBezTo>
                        <a:pt x="425675" y="1363896"/>
                        <a:pt x="421187" y="1340706"/>
                        <a:pt x="423431" y="1317516"/>
                      </a:cubicBezTo>
                      <a:cubicBezTo>
                        <a:pt x="424927" y="1293578"/>
                        <a:pt x="424179" y="1268892"/>
                        <a:pt x="423431" y="1244954"/>
                      </a:cubicBezTo>
                      <a:cubicBezTo>
                        <a:pt x="423431" y="1220268"/>
                        <a:pt x="421187" y="1195582"/>
                        <a:pt x="421935" y="1171644"/>
                      </a:cubicBezTo>
                      <a:cubicBezTo>
                        <a:pt x="421935" y="1134989"/>
                        <a:pt x="424179" y="1099083"/>
                        <a:pt x="424927" y="1063176"/>
                      </a:cubicBezTo>
                      <a:cubicBezTo>
                        <a:pt x="424927" y="1054199"/>
                        <a:pt x="422683" y="1045222"/>
                        <a:pt x="422683" y="1036993"/>
                      </a:cubicBezTo>
                      <a:cubicBezTo>
                        <a:pt x="422683" y="1016796"/>
                        <a:pt x="422683" y="997346"/>
                        <a:pt x="422683" y="975652"/>
                      </a:cubicBezTo>
                      <a:cubicBezTo>
                        <a:pt x="416700" y="977149"/>
                        <a:pt x="412960" y="978645"/>
                        <a:pt x="409969" y="980141"/>
                      </a:cubicBezTo>
                      <a:cubicBezTo>
                        <a:pt x="371076" y="997346"/>
                        <a:pt x="340411" y="1027269"/>
                        <a:pt x="306007" y="1051207"/>
                      </a:cubicBezTo>
                      <a:cubicBezTo>
                        <a:pt x="281325" y="1068412"/>
                        <a:pt x="255148" y="1084121"/>
                        <a:pt x="230466" y="1100579"/>
                      </a:cubicBezTo>
                      <a:cubicBezTo>
                        <a:pt x="193070" y="1126013"/>
                        <a:pt x="156421" y="1152195"/>
                        <a:pt x="118276" y="1176881"/>
                      </a:cubicBezTo>
                      <a:cubicBezTo>
                        <a:pt x="101822" y="1187354"/>
                        <a:pt x="83124" y="1195582"/>
                        <a:pt x="63678" y="1203063"/>
                      </a:cubicBezTo>
                      <a:cubicBezTo>
                        <a:pt x="41988" y="1210544"/>
                        <a:pt x="28525" y="1204559"/>
                        <a:pt x="17306" y="1184361"/>
                      </a:cubicBezTo>
                      <a:cubicBezTo>
                        <a:pt x="16558" y="1182865"/>
                        <a:pt x="15810" y="1182117"/>
                        <a:pt x="14314" y="1180621"/>
                      </a:cubicBezTo>
                      <a:cubicBezTo>
                        <a:pt x="-2140" y="1159675"/>
                        <a:pt x="-8871" y="1138730"/>
                        <a:pt x="18802" y="1118532"/>
                      </a:cubicBezTo>
                      <a:cubicBezTo>
                        <a:pt x="34509" y="1125265"/>
                        <a:pt x="49467" y="1119280"/>
                        <a:pt x="67417" y="1113296"/>
                      </a:cubicBezTo>
                      <a:cubicBezTo>
                        <a:pt x="112293" y="1099831"/>
                        <a:pt x="148941" y="1073648"/>
                        <a:pt x="186338" y="1047466"/>
                      </a:cubicBezTo>
                      <a:cubicBezTo>
                        <a:pt x="207280" y="1033253"/>
                        <a:pt x="231962" y="1025773"/>
                        <a:pt x="253652" y="1013804"/>
                      </a:cubicBezTo>
                      <a:cubicBezTo>
                        <a:pt x="306007" y="984629"/>
                        <a:pt x="357614" y="955455"/>
                        <a:pt x="409221" y="925532"/>
                      </a:cubicBezTo>
                      <a:cubicBezTo>
                        <a:pt x="423431" y="917304"/>
                        <a:pt x="427171" y="903091"/>
                        <a:pt x="428667" y="887381"/>
                      </a:cubicBezTo>
                      <a:cubicBezTo>
                        <a:pt x="430163" y="865688"/>
                        <a:pt x="430910" y="843246"/>
                        <a:pt x="431658" y="820804"/>
                      </a:cubicBezTo>
                      <a:cubicBezTo>
                        <a:pt x="432406" y="817064"/>
                        <a:pt x="430910" y="813323"/>
                        <a:pt x="429415" y="806591"/>
                      </a:cubicBezTo>
                      <a:cubicBezTo>
                        <a:pt x="413708" y="822300"/>
                        <a:pt x="405481" y="839505"/>
                        <a:pt x="401741" y="857459"/>
                      </a:cubicBezTo>
                      <a:cubicBezTo>
                        <a:pt x="395758" y="883641"/>
                        <a:pt x="380799" y="904587"/>
                        <a:pt x="368085" y="927029"/>
                      </a:cubicBezTo>
                      <a:cubicBezTo>
                        <a:pt x="358362" y="944982"/>
                        <a:pt x="343403" y="955455"/>
                        <a:pt x="326949" y="964432"/>
                      </a:cubicBezTo>
                      <a:cubicBezTo>
                        <a:pt x="316478" y="969668"/>
                        <a:pt x="308250" y="972660"/>
                        <a:pt x="301519" y="960691"/>
                      </a:cubicBezTo>
                      <a:cubicBezTo>
                        <a:pt x="292544" y="944234"/>
                        <a:pt x="279829" y="929273"/>
                        <a:pt x="276090" y="911319"/>
                      </a:cubicBezTo>
                      <a:cubicBezTo>
                        <a:pt x="272350" y="898602"/>
                        <a:pt x="279081" y="882893"/>
                        <a:pt x="282821" y="868680"/>
                      </a:cubicBezTo>
                      <a:cubicBezTo>
                        <a:pt x="297779" y="820056"/>
                        <a:pt x="313486" y="772180"/>
                        <a:pt x="329192" y="723556"/>
                      </a:cubicBezTo>
                      <a:cubicBezTo>
                        <a:pt x="333680" y="710091"/>
                        <a:pt x="337420" y="696626"/>
                        <a:pt x="322461" y="686153"/>
                      </a:cubicBezTo>
                      <a:cubicBezTo>
                        <a:pt x="318721" y="683909"/>
                        <a:pt x="317973" y="674932"/>
                        <a:pt x="319469" y="669696"/>
                      </a:cubicBezTo>
                      <a:cubicBezTo>
                        <a:pt x="325453" y="631545"/>
                        <a:pt x="340411" y="597134"/>
                        <a:pt x="366589" y="567211"/>
                      </a:cubicBezTo>
                      <a:cubicBezTo>
                        <a:pt x="391270" y="538037"/>
                        <a:pt x="413708" y="507366"/>
                        <a:pt x="436894" y="476696"/>
                      </a:cubicBezTo>
                      <a:cubicBezTo>
                        <a:pt x="439138" y="474452"/>
                        <a:pt x="439886" y="471460"/>
                        <a:pt x="438390" y="466971"/>
                      </a:cubicBezTo>
                      <a:cubicBezTo>
                        <a:pt x="433902" y="469963"/>
                        <a:pt x="428667" y="472208"/>
                        <a:pt x="425675" y="476696"/>
                      </a:cubicBezTo>
                      <a:cubicBezTo>
                        <a:pt x="403237" y="508863"/>
                        <a:pt x="369580" y="529808"/>
                        <a:pt x="341159" y="556738"/>
                      </a:cubicBezTo>
                      <a:cubicBezTo>
                        <a:pt x="314982" y="582173"/>
                        <a:pt x="292544" y="610599"/>
                        <a:pt x="267114" y="636033"/>
                      </a:cubicBezTo>
                      <a:cubicBezTo>
                        <a:pt x="259635" y="643514"/>
                        <a:pt x="247668" y="648002"/>
                        <a:pt x="237197" y="650994"/>
                      </a:cubicBezTo>
                      <a:cubicBezTo>
                        <a:pt x="230466" y="653238"/>
                        <a:pt x="222239" y="650994"/>
                        <a:pt x="214759" y="652490"/>
                      </a:cubicBezTo>
                      <a:cubicBezTo>
                        <a:pt x="190077" y="656979"/>
                        <a:pt x="178859" y="642017"/>
                        <a:pt x="173623" y="620324"/>
                      </a:cubicBezTo>
                      <a:cubicBezTo>
                        <a:pt x="166892" y="592645"/>
                        <a:pt x="171379" y="567959"/>
                        <a:pt x="198305" y="551502"/>
                      </a:cubicBezTo>
                      <a:cubicBezTo>
                        <a:pt x="205036" y="547014"/>
                        <a:pt x="210272" y="540281"/>
                        <a:pt x="216255" y="534297"/>
                      </a:cubicBezTo>
                      <a:cubicBezTo>
                        <a:pt x="217003" y="535793"/>
                        <a:pt x="217003" y="537289"/>
                        <a:pt x="217003" y="538037"/>
                      </a:cubicBezTo>
                      <a:cubicBezTo>
                        <a:pt x="221491" y="538785"/>
                        <a:pt x="227474" y="541029"/>
                        <a:pt x="230466" y="539533"/>
                      </a:cubicBezTo>
                      <a:cubicBezTo>
                        <a:pt x="246172" y="531304"/>
                        <a:pt x="262627" y="523076"/>
                        <a:pt x="275342" y="511855"/>
                      </a:cubicBezTo>
                      <a:cubicBezTo>
                        <a:pt x="308250" y="483428"/>
                        <a:pt x="339663" y="453506"/>
                        <a:pt x="371824" y="425080"/>
                      </a:cubicBezTo>
                      <a:cubicBezTo>
                        <a:pt x="380051" y="418347"/>
                        <a:pt x="390522" y="413859"/>
                        <a:pt x="398002" y="407126"/>
                      </a:cubicBezTo>
                      <a:cubicBezTo>
                        <a:pt x="415952" y="391417"/>
                        <a:pt x="433154" y="375708"/>
                        <a:pt x="450357" y="360747"/>
                      </a:cubicBezTo>
                      <a:cubicBezTo>
                        <a:pt x="460828" y="351022"/>
                        <a:pt x="470551" y="341297"/>
                        <a:pt x="481022" y="332320"/>
                      </a:cubicBezTo>
                      <a:cubicBezTo>
                        <a:pt x="489249" y="325588"/>
                        <a:pt x="498411" y="322408"/>
                        <a:pt x="507573" y="322595"/>
                      </a:cubicBezTo>
                      <a:close/>
                      <a:moveTo>
                        <a:pt x="333338" y="182879"/>
                      </a:moveTo>
                      <a:cubicBezTo>
                        <a:pt x="320623" y="208271"/>
                        <a:pt x="334086" y="226195"/>
                        <a:pt x="349794" y="241878"/>
                      </a:cubicBezTo>
                      <a:cubicBezTo>
                        <a:pt x="360265" y="253827"/>
                        <a:pt x="366997" y="281460"/>
                        <a:pt x="361013" y="297143"/>
                      </a:cubicBezTo>
                      <a:cubicBezTo>
                        <a:pt x="358770" y="303864"/>
                        <a:pt x="359517" y="312079"/>
                        <a:pt x="356526" y="318054"/>
                      </a:cubicBezTo>
                      <a:cubicBezTo>
                        <a:pt x="349046" y="335231"/>
                        <a:pt x="334086" y="342699"/>
                        <a:pt x="316883" y="346433"/>
                      </a:cubicBezTo>
                      <a:cubicBezTo>
                        <a:pt x="304167" y="348674"/>
                        <a:pt x="290704" y="347927"/>
                        <a:pt x="277240" y="349420"/>
                      </a:cubicBezTo>
                      <a:cubicBezTo>
                        <a:pt x="250313" y="350914"/>
                        <a:pt x="206931" y="321041"/>
                        <a:pt x="200947" y="294156"/>
                      </a:cubicBezTo>
                      <a:cubicBezTo>
                        <a:pt x="196459" y="273245"/>
                        <a:pt x="192719" y="251587"/>
                        <a:pt x="191971" y="229929"/>
                      </a:cubicBezTo>
                      <a:cubicBezTo>
                        <a:pt x="191223" y="209765"/>
                        <a:pt x="197207" y="205284"/>
                        <a:pt x="216654" y="201550"/>
                      </a:cubicBezTo>
                      <a:cubicBezTo>
                        <a:pt x="236102" y="198562"/>
                        <a:pt x="254801" y="196322"/>
                        <a:pt x="274248" y="193335"/>
                      </a:cubicBezTo>
                      <a:cubicBezTo>
                        <a:pt x="275744" y="192588"/>
                        <a:pt x="277988" y="192588"/>
                        <a:pt x="279484" y="193335"/>
                      </a:cubicBezTo>
                      <a:cubicBezTo>
                        <a:pt x="300428" y="203790"/>
                        <a:pt x="316883" y="196322"/>
                        <a:pt x="333338" y="182879"/>
                      </a:cubicBezTo>
                      <a:close/>
                      <a:moveTo>
                        <a:pt x="632915" y="144"/>
                      </a:moveTo>
                      <a:cubicBezTo>
                        <a:pt x="668132" y="-2843"/>
                        <a:pt x="696605" y="41211"/>
                        <a:pt x="700352" y="67345"/>
                      </a:cubicBezTo>
                      <a:cubicBezTo>
                        <a:pt x="703349" y="87505"/>
                        <a:pt x="708594" y="109159"/>
                        <a:pt x="691360" y="126332"/>
                      </a:cubicBezTo>
                      <a:cubicBezTo>
                        <a:pt x="685366" y="133052"/>
                        <a:pt x="677124" y="137532"/>
                        <a:pt x="670380" y="143506"/>
                      </a:cubicBezTo>
                      <a:cubicBezTo>
                        <a:pt x="656143" y="156199"/>
                        <a:pt x="641907" y="169640"/>
                        <a:pt x="628419" y="183080"/>
                      </a:cubicBezTo>
                      <a:cubicBezTo>
                        <a:pt x="596199" y="215187"/>
                        <a:pt x="563980" y="247294"/>
                        <a:pt x="533258" y="280895"/>
                      </a:cubicBezTo>
                      <a:cubicBezTo>
                        <a:pt x="514526" y="301802"/>
                        <a:pt x="491298" y="312255"/>
                        <a:pt x="466571" y="323456"/>
                      </a:cubicBezTo>
                      <a:cubicBezTo>
                        <a:pt x="444841" y="332416"/>
                        <a:pt x="425359" y="348843"/>
                        <a:pt x="406627" y="363776"/>
                      </a:cubicBezTo>
                      <a:cubicBezTo>
                        <a:pt x="369162" y="392897"/>
                        <a:pt x="332446" y="422017"/>
                        <a:pt x="294981" y="451884"/>
                      </a:cubicBezTo>
                      <a:cubicBezTo>
                        <a:pt x="290486" y="455618"/>
                        <a:pt x="286739" y="460098"/>
                        <a:pt x="282243" y="463831"/>
                      </a:cubicBezTo>
                      <a:cubicBezTo>
                        <a:pt x="275500" y="469805"/>
                        <a:pt x="268007" y="475031"/>
                        <a:pt x="261263" y="480258"/>
                      </a:cubicBezTo>
                      <a:cubicBezTo>
                        <a:pt x="260514" y="479511"/>
                        <a:pt x="260514" y="478765"/>
                        <a:pt x="259764" y="477271"/>
                      </a:cubicBezTo>
                      <a:cubicBezTo>
                        <a:pt x="287488" y="448898"/>
                        <a:pt x="315962" y="421271"/>
                        <a:pt x="342936" y="392150"/>
                      </a:cubicBezTo>
                      <a:cubicBezTo>
                        <a:pt x="366165" y="366763"/>
                        <a:pt x="386396" y="339136"/>
                        <a:pt x="408875" y="313002"/>
                      </a:cubicBezTo>
                      <a:cubicBezTo>
                        <a:pt x="432103" y="285375"/>
                        <a:pt x="458328" y="259241"/>
                        <a:pt x="480807" y="230121"/>
                      </a:cubicBezTo>
                      <a:cubicBezTo>
                        <a:pt x="514526" y="187560"/>
                        <a:pt x="550492" y="145746"/>
                        <a:pt x="572971" y="95718"/>
                      </a:cubicBezTo>
                      <a:cubicBezTo>
                        <a:pt x="576718" y="88252"/>
                        <a:pt x="573720" y="77798"/>
                        <a:pt x="572971" y="69585"/>
                      </a:cubicBezTo>
                      <a:cubicBezTo>
                        <a:pt x="571473" y="54651"/>
                        <a:pt x="567726" y="39718"/>
                        <a:pt x="567726" y="25531"/>
                      </a:cubicBezTo>
                      <a:cubicBezTo>
                        <a:pt x="567726" y="20304"/>
                        <a:pt x="573720" y="11344"/>
                        <a:pt x="578966" y="9850"/>
                      </a:cubicBezTo>
                      <a:cubicBezTo>
                        <a:pt x="596949" y="5370"/>
                        <a:pt x="614932" y="1637"/>
                        <a:pt x="632915" y="1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0" name="ï$ľïḑé"/>
                <p:cNvSpPr/>
                <p:nvPr>
                  <p:custDataLst>
                    <p:tags r:id="rId16"/>
                  </p:custDataLst>
                </p:nvPr>
              </p:nvSpPr>
              <p:spPr bwMode="auto">
                <a:xfrm>
                  <a:off x="8473073" y="2930801"/>
                  <a:ext cx="544745" cy="569028"/>
                </a:xfrm>
                <a:custGeom>
                  <a:avLst/>
                  <a:gdLst>
                    <a:gd name="connsiteX0" fmla="*/ 245261 w 544745"/>
                    <a:gd name="connsiteY0" fmla="*/ 326568 h 569028"/>
                    <a:gd name="connsiteX1" fmla="*/ 283446 w 544745"/>
                    <a:gd name="connsiteY1" fmla="*/ 363192 h 569028"/>
                    <a:gd name="connsiteX2" fmla="*/ 456397 w 544745"/>
                    <a:gd name="connsiteY2" fmla="*/ 476800 h 569028"/>
                    <a:gd name="connsiteX3" fmla="*/ 524530 w 544745"/>
                    <a:gd name="connsiteY3" fmla="*/ 505950 h 569028"/>
                    <a:gd name="connsiteX4" fmla="*/ 544745 w 544745"/>
                    <a:gd name="connsiteY4" fmla="*/ 510435 h 569028"/>
                    <a:gd name="connsiteX5" fmla="*/ 503566 w 544745"/>
                    <a:gd name="connsiteY5" fmla="*/ 546311 h 569028"/>
                    <a:gd name="connsiteX6" fmla="*/ 433936 w 544745"/>
                    <a:gd name="connsiteY6" fmla="*/ 562754 h 569028"/>
                    <a:gd name="connsiteX7" fmla="*/ 398747 w 544745"/>
                    <a:gd name="connsiteY7" fmla="*/ 556027 h 569028"/>
                    <a:gd name="connsiteX8" fmla="*/ 326871 w 544745"/>
                    <a:gd name="connsiteY8" fmla="*/ 470821 h 569028"/>
                    <a:gd name="connsiteX9" fmla="*/ 292430 w 544745"/>
                    <a:gd name="connsiteY9" fmla="*/ 429713 h 569028"/>
                    <a:gd name="connsiteX10" fmla="*/ 240020 w 544745"/>
                    <a:gd name="connsiteY10" fmla="*/ 346749 h 569028"/>
                    <a:gd name="connsiteX11" fmla="*/ 240020 w 544745"/>
                    <a:gd name="connsiteY11" fmla="*/ 329558 h 569028"/>
                    <a:gd name="connsiteX12" fmla="*/ 245261 w 544745"/>
                    <a:gd name="connsiteY12" fmla="*/ 326568 h 569028"/>
                    <a:gd name="connsiteX13" fmla="*/ 223188 w 544745"/>
                    <a:gd name="connsiteY13" fmla="*/ 139 h 569028"/>
                    <a:gd name="connsiteX14" fmla="*/ 245847 w 544745"/>
                    <a:gd name="connsiteY14" fmla="*/ 10986 h 569028"/>
                    <a:gd name="connsiteX15" fmla="*/ 255584 w 544745"/>
                    <a:gd name="connsiteY15" fmla="*/ 45396 h 569028"/>
                    <a:gd name="connsiteX16" fmla="*/ 236858 w 544745"/>
                    <a:gd name="connsiteY16" fmla="*/ 117208 h 569028"/>
                    <a:gd name="connsiteX17" fmla="*/ 236858 w 544745"/>
                    <a:gd name="connsiteY17" fmla="*/ 129925 h 569028"/>
                    <a:gd name="connsiteX18" fmla="*/ 240603 w 544745"/>
                    <a:gd name="connsiteY18" fmla="*/ 132917 h 569028"/>
                    <a:gd name="connsiteX19" fmla="*/ 267568 w 544745"/>
                    <a:gd name="connsiteY19" fmla="*/ 108232 h 569028"/>
                    <a:gd name="connsiteX20" fmla="*/ 297529 w 544745"/>
                    <a:gd name="connsiteY20" fmla="*/ 96263 h 569028"/>
                    <a:gd name="connsiteX21" fmla="*/ 334232 w 544745"/>
                    <a:gd name="connsiteY21" fmla="*/ 101499 h 569028"/>
                    <a:gd name="connsiteX22" fmla="*/ 353707 w 544745"/>
                    <a:gd name="connsiteY22" fmla="*/ 156107 h 569028"/>
                    <a:gd name="connsiteX23" fmla="*/ 306518 w 544745"/>
                    <a:gd name="connsiteY23" fmla="*/ 197997 h 569028"/>
                    <a:gd name="connsiteX24" fmla="*/ 278804 w 544745"/>
                    <a:gd name="connsiteY24" fmla="*/ 215202 h 569028"/>
                    <a:gd name="connsiteX25" fmla="*/ 249592 w 544745"/>
                    <a:gd name="connsiteY25" fmla="*/ 234651 h 569028"/>
                    <a:gd name="connsiteX26" fmla="*/ 218132 w 544745"/>
                    <a:gd name="connsiteY26" fmla="*/ 290755 h 569028"/>
                    <a:gd name="connsiteX27" fmla="*/ 126002 w 544745"/>
                    <a:gd name="connsiteY27" fmla="*/ 470286 h 569028"/>
                    <a:gd name="connsiteX28" fmla="*/ 87052 w 544745"/>
                    <a:gd name="connsiteY28" fmla="*/ 524893 h 569028"/>
                    <a:gd name="connsiteX29" fmla="*/ 37617 w 544745"/>
                    <a:gd name="connsiteY29" fmla="*/ 568280 h 569028"/>
                    <a:gd name="connsiteX30" fmla="*/ 12899 w 544745"/>
                    <a:gd name="connsiteY30" fmla="*/ 566036 h 569028"/>
                    <a:gd name="connsiteX31" fmla="*/ 6157 w 544745"/>
                    <a:gd name="connsiteY31" fmla="*/ 537610 h 569028"/>
                    <a:gd name="connsiteX32" fmla="*/ 40613 w 544745"/>
                    <a:gd name="connsiteY32" fmla="*/ 486743 h 569028"/>
                    <a:gd name="connsiteX33" fmla="*/ 45856 w 544745"/>
                    <a:gd name="connsiteY33" fmla="*/ 494972 h 569028"/>
                    <a:gd name="connsiteX34" fmla="*/ 73570 w 544745"/>
                    <a:gd name="connsiteY34" fmla="*/ 493475 h 569028"/>
                    <a:gd name="connsiteX35" fmla="*/ 111021 w 544745"/>
                    <a:gd name="connsiteY35" fmla="*/ 430640 h 569028"/>
                    <a:gd name="connsiteX36" fmla="*/ 164951 w 544745"/>
                    <a:gd name="connsiteY36" fmla="*/ 264573 h 569028"/>
                    <a:gd name="connsiteX37" fmla="*/ 132743 w 544745"/>
                    <a:gd name="connsiteY37" fmla="*/ 264573 h 569028"/>
                    <a:gd name="connsiteX38" fmla="*/ 114767 w 544745"/>
                    <a:gd name="connsiteY38" fmla="*/ 254101 h 569028"/>
                    <a:gd name="connsiteX39" fmla="*/ 106527 w 544745"/>
                    <a:gd name="connsiteY39" fmla="*/ 236896 h 569028"/>
                    <a:gd name="connsiteX40" fmla="*/ 110272 w 544745"/>
                    <a:gd name="connsiteY40" fmla="*/ 207722 h 569028"/>
                    <a:gd name="connsiteX41" fmla="*/ 117763 w 544745"/>
                    <a:gd name="connsiteY41" fmla="*/ 197249 h 569028"/>
                    <a:gd name="connsiteX42" fmla="*/ 132743 w 544745"/>
                    <a:gd name="connsiteY42" fmla="*/ 190517 h 569028"/>
                    <a:gd name="connsiteX43" fmla="*/ 182179 w 544745"/>
                    <a:gd name="connsiteY43" fmla="*/ 153114 h 569028"/>
                    <a:gd name="connsiteX44" fmla="*/ 179183 w 544745"/>
                    <a:gd name="connsiteY44" fmla="*/ 55120 h 569028"/>
                    <a:gd name="connsiteX45" fmla="*/ 179932 w 544745"/>
                    <a:gd name="connsiteY45" fmla="*/ 46892 h 569028"/>
                    <a:gd name="connsiteX46" fmla="*/ 206148 w 544745"/>
                    <a:gd name="connsiteY46" fmla="*/ 7246 h 569028"/>
                    <a:gd name="connsiteX47" fmla="*/ 223188 w 544745"/>
                    <a:gd name="connsiteY47" fmla="*/ 139 h 569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</a:cxnLst>
                  <a:rect l="l" t="t" r="r" b="b"/>
                  <a:pathLst>
                    <a:path w="544745" h="569028">
                      <a:moveTo>
                        <a:pt x="245261" y="326568"/>
                      </a:moveTo>
                      <a:cubicBezTo>
                        <a:pt x="257989" y="338527"/>
                        <a:pt x="272215" y="349738"/>
                        <a:pt x="283446" y="363192"/>
                      </a:cubicBezTo>
                      <a:cubicBezTo>
                        <a:pt x="330614" y="417754"/>
                        <a:pt x="388265" y="453630"/>
                        <a:pt x="456397" y="476800"/>
                      </a:cubicBezTo>
                      <a:cubicBezTo>
                        <a:pt x="479607" y="485022"/>
                        <a:pt x="502069" y="496234"/>
                        <a:pt x="524530" y="505950"/>
                      </a:cubicBezTo>
                      <a:cubicBezTo>
                        <a:pt x="531268" y="508192"/>
                        <a:pt x="538007" y="508940"/>
                        <a:pt x="544745" y="510435"/>
                      </a:cubicBezTo>
                      <a:cubicBezTo>
                        <a:pt x="538755" y="530615"/>
                        <a:pt x="524530" y="541826"/>
                        <a:pt x="503566" y="546311"/>
                      </a:cubicBezTo>
                      <a:cubicBezTo>
                        <a:pt x="480356" y="550795"/>
                        <a:pt x="457146" y="559017"/>
                        <a:pt x="433936" y="562754"/>
                      </a:cubicBezTo>
                      <a:cubicBezTo>
                        <a:pt x="422705" y="564249"/>
                        <a:pt x="410726" y="562754"/>
                        <a:pt x="398747" y="556027"/>
                      </a:cubicBezTo>
                      <a:cubicBezTo>
                        <a:pt x="364306" y="535847"/>
                        <a:pt x="347835" y="501465"/>
                        <a:pt x="326871" y="470821"/>
                      </a:cubicBezTo>
                      <a:cubicBezTo>
                        <a:pt x="316389" y="455873"/>
                        <a:pt x="305158" y="442419"/>
                        <a:pt x="292430" y="429713"/>
                      </a:cubicBezTo>
                      <a:cubicBezTo>
                        <a:pt x="268471" y="405795"/>
                        <a:pt x="249754" y="379635"/>
                        <a:pt x="240020" y="346749"/>
                      </a:cubicBezTo>
                      <a:cubicBezTo>
                        <a:pt x="238523" y="341517"/>
                        <a:pt x="240020" y="335537"/>
                        <a:pt x="240020" y="329558"/>
                      </a:cubicBezTo>
                      <a:cubicBezTo>
                        <a:pt x="241518" y="328810"/>
                        <a:pt x="243764" y="327316"/>
                        <a:pt x="245261" y="326568"/>
                      </a:cubicBezTo>
                      <a:close/>
                      <a:moveTo>
                        <a:pt x="223188" y="139"/>
                      </a:moveTo>
                      <a:cubicBezTo>
                        <a:pt x="229555" y="887"/>
                        <a:pt x="236859" y="4628"/>
                        <a:pt x="245847" y="10986"/>
                      </a:cubicBezTo>
                      <a:cubicBezTo>
                        <a:pt x="256333" y="18466"/>
                        <a:pt x="259329" y="31931"/>
                        <a:pt x="255584" y="45396"/>
                      </a:cubicBezTo>
                      <a:cubicBezTo>
                        <a:pt x="248843" y="69333"/>
                        <a:pt x="242850" y="93271"/>
                        <a:pt x="236858" y="117208"/>
                      </a:cubicBezTo>
                      <a:cubicBezTo>
                        <a:pt x="236109" y="120948"/>
                        <a:pt x="236858" y="126185"/>
                        <a:pt x="236858" y="129925"/>
                      </a:cubicBezTo>
                      <a:cubicBezTo>
                        <a:pt x="237607" y="131421"/>
                        <a:pt x="239105" y="132169"/>
                        <a:pt x="240603" y="132917"/>
                      </a:cubicBezTo>
                      <a:cubicBezTo>
                        <a:pt x="249592" y="124689"/>
                        <a:pt x="260078" y="117956"/>
                        <a:pt x="267568" y="108232"/>
                      </a:cubicBezTo>
                      <a:cubicBezTo>
                        <a:pt x="275808" y="97759"/>
                        <a:pt x="284796" y="94019"/>
                        <a:pt x="297529" y="96263"/>
                      </a:cubicBezTo>
                      <a:cubicBezTo>
                        <a:pt x="309514" y="97759"/>
                        <a:pt x="322247" y="97759"/>
                        <a:pt x="334232" y="101499"/>
                      </a:cubicBezTo>
                      <a:cubicBezTo>
                        <a:pt x="354456" y="107484"/>
                        <a:pt x="363444" y="135161"/>
                        <a:pt x="353707" y="156107"/>
                      </a:cubicBezTo>
                      <a:cubicBezTo>
                        <a:pt x="344718" y="177800"/>
                        <a:pt x="322247" y="184532"/>
                        <a:pt x="306518" y="197997"/>
                      </a:cubicBezTo>
                      <a:cubicBezTo>
                        <a:pt x="298279" y="204730"/>
                        <a:pt x="288541" y="209218"/>
                        <a:pt x="278804" y="215202"/>
                      </a:cubicBezTo>
                      <a:cubicBezTo>
                        <a:pt x="269066" y="221187"/>
                        <a:pt x="260078" y="228667"/>
                        <a:pt x="249592" y="234651"/>
                      </a:cubicBezTo>
                      <a:cubicBezTo>
                        <a:pt x="227121" y="247368"/>
                        <a:pt x="224125" y="269062"/>
                        <a:pt x="218132" y="290755"/>
                      </a:cubicBezTo>
                      <a:cubicBezTo>
                        <a:pt x="201654" y="358079"/>
                        <a:pt x="170195" y="417175"/>
                        <a:pt x="126002" y="470286"/>
                      </a:cubicBezTo>
                      <a:cubicBezTo>
                        <a:pt x="111770" y="487491"/>
                        <a:pt x="99786" y="506940"/>
                        <a:pt x="87052" y="524893"/>
                      </a:cubicBezTo>
                      <a:cubicBezTo>
                        <a:pt x="74319" y="544343"/>
                        <a:pt x="63084" y="564540"/>
                        <a:pt x="37617" y="568280"/>
                      </a:cubicBezTo>
                      <a:cubicBezTo>
                        <a:pt x="29377" y="569776"/>
                        <a:pt x="20389" y="569028"/>
                        <a:pt x="12899" y="566036"/>
                      </a:cubicBezTo>
                      <a:cubicBezTo>
                        <a:pt x="-2082" y="560800"/>
                        <a:pt x="-3580" y="549579"/>
                        <a:pt x="6157" y="537610"/>
                      </a:cubicBezTo>
                      <a:cubicBezTo>
                        <a:pt x="17393" y="521901"/>
                        <a:pt x="27879" y="505444"/>
                        <a:pt x="40613" y="486743"/>
                      </a:cubicBezTo>
                      <a:cubicBezTo>
                        <a:pt x="42860" y="489735"/>
                        <a:pt x="43609" y="492727"/>
                        <a:pt x="45856" y="494972"/>
                      </a:cubicBezTo>
                      <a:cubicBezTo>
                        <a:pt x="56342" y="506192"/>
                        <a:pt x="65331" y="506192"/>
                        <a:pt x="73570" y="493475"/>
                      </a:cubicBezTo>
                      <a:cubicBezTo>
                        <a:pt x="87052" y="473278"/>
                        <a:pt x="99786" y="452333"/>
                        <a:pt x="111021" y="430640"/>
                      </a:cubicBezTo>
                      <a:cubicBezTo>
                        <a:pt x="137237" y="379025"/>
                        <a:pt x="151469" y="322173"/>
                        <a:pt x="164951" y="264573"/>
                      </a:cubicBezTo>
                      <a:cubicBezTo>
                        <a:pt x="153716" y="264573"/>
                        <a:pt x="143230" y="263825"/>
                        <a:pt x="132743" y="264573"/>
                      </a:cubicBezTo>
                      <a:cubicBezTo>
                        <a:pt x="123755" y="265321"/>
                        <a:pt x="118512" y="262329"/>
                        <a:pt x="114767" y="254101"/>
                      </a:cubicBezTo>
                      <a:cubicBezTo>
                        <a:pt x="112519" y="248116"/>
                        <a:pt x="110272" y="242132"/>
                        <a:pt x="106527" y="236896"/>
                      </a:cubicBezTo>
                      <a:cubicBezTo>
                        <a:pt x="97539" y="225675"/>
                        <a:pt x="97539" y="216698"/>
                        <a:pt x="110272" y="207722"/>
                      </a:cubicBezTo>
                      <a:cubicBezTo>
                        <a:pt x="114017" y="205478"/>
                        <a:pt x="114767" y="200241"/>
                        <a:pt x="117763" y="197249"/>
                      </a:cubicBezTo>
                      <a:cubicBezTo>
                        <a:pt x="122257" y="194257"/>
                        <a:pt x="128249" y="190517"/>
                        <a:pt x="132743" y="190517"/>
                      </a:cubicBezTo>
                      <a:cubicBezTo>
                        <a:pt x="157461" y="192761"/>
                        <a:pt x="176187" y="177052"/>
                        <a:pt x="182179" y="153114"/>
                      </a:cubicBezTo>
                      <a:cubicBezTo>
                        <a:pt x="191167" y="120200"/>
                        <a:pt x="191167" y="87286"/>
                        <a:pt x="179183" y="55120"/>
                      </a:cubicBezTo>
                      <a:cubicBezTo>
                        <a:pt x="178434" y="52876"/>
                        <a:pt x="178434" y="48388"/>
                        <a:pt x="179932" y="46892"/>
                      </a:cubicBezTo>
                      <a:cubicBezTo>
                        <a:pt x="188171" y="33427"/>
                        <a:pt x="195662" y="18466"/>
                        <a:pt x="206148" y="7246"/>
                      </a:cubicBezTo>
                      <a:cubicBezTo>
                        <a:pt x="211391" y="1635"/>
                        <a:pt x="216822" y="-609"/>
                        <a:pt x="223188" y="13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1" name="ïṩľíďe"/>
                <p:cNvSpPr/>
                <p:nvPr>
                  <p:custDataLst>
                    <p:tags r:id="rId17"/>
                  </p:custDataLst>
                </p:nvPr>
              </p:nvSpPr>
              <p:spPr bwMode="auto">
                <a:xfrm>
                  <a:off x="6439808" y="2824242"/>
                  <a:ext cx="728115" cy="922860"/>
                </a:xfrm>
                <a:custGeom>
                  <a:avLst/>
                  <a:gdLst>
                    <a:gd name="connsiteX0" fmla="*/ 299408 w 728115"/>
                    <a:gd name="connsiteY0" fmla="*/ 385230 h 922860"/>
                    <a:gd name="connsiteX1" fmla="*/ 335404 w 728115"/>
                    <a:gd name="connsiteY1" fmla="*/ 442576 h 922860"/>
                    <a:gd name="connsiteX2" fmla="*/ 320406 w 728115"/>
                    <a:gd name="connsiteY2" fmla="*/ 473111 h 922860"/>
                    <a:gd name="connsiteX3" fmla="*/ 327905 w 728115"/>
                    <a:gd name="connsiteY3" fmla="*/ 506625 h 922860"/>
                    <a:gd name="connsiteX4" fmla="*/ 330904 w 728115"/>
                    <a:gd name="connsiteY4" fmla="*/ 575142 h 922860"/>
                    <a:gd name="connsiteX5" fmla="*/ 291158 w 728115"/>
                    <a:gd name="connsiteY5" fmla="*/ 587803 h 922860"/>
                    <a:gd name="connsiteX6" fmla="*/ 262661 w 728115"/>
                    <a:gd name="connsiteY6" fmla="*/ 596740 h 922860"/>
                    <a:gd name="connsiteX7" fmla="*/ 249163 w 728115"/>
                    <a:gd name="connsiteY7" fmla="*/ 542373 h 922860"/>
                    <a:gd name="connsiteX8" fmla="*/ 246913 w 728115"/>
                    <a:gd name="connsiteY8" fmla="*/ 489495 h 922860"/>
                    <a:gd name="connsiteX9" fmla="*/ 237164 w 728115"/>
                    <a:gd name="connsiteY9" fmla="*/ 438852 h 922860"/>
                    <a:gd name="connsiteX10" fmla="*/ 224415 w 728115"/>
                    <a:gd name="connsiteY10" fmla="*/ 416510 h 922860"/>
                    <a:gd name="connsiteX11" fmla="*/ 255162 w 728115"/>
                    <a:gd name="connsiteY11" fmla="*/ 410552 h 922860"/>
                    <a:gd name="connsiteX12" fmla="*/ 299408 w 728115"/>
                    <a:gd name="connsiteY12" fmla="*/ 385230 h 922860"/>
                    <a:gd name="connsiteX13" fmla="*/ 609302 w 728115"/>
                    <a:gd name="connsiteY13" fmla="*/ 277548 h 922860"/>
                    <a:gd name="connsiteX14" fmla="*/ 580836 w 728115"/>
                    <a:gd name="connsiteY14" fmla="*/ 311197 h 922860"/>
                    <a:gd name="connsiteX15" fmla="*/ 578588 w 728115"/>
                    <a:gd name="connsiteY15" fmla="*/ 354567 h 922860"/>
                    <a:gd name="connsiteX16" fmla="*/ 577839 w 728115"/>
                    <a:gd name="connsiteY16" fmla="*/ 436072 h 922860"/>
                    <a:gd name="connsiteX17" fmla="*/ 589076 w 728115"/>
                    <a:gd name="connsiteY17" fmla="*/ 428595 h 922860"/>
                    <a:gd name="connsiteX18" fmla="*/ 631027 w 728115"/>
                    <a:gd name="connsiteY18" fmla="*/ 355315 h 922860"/>
                    <a:gd name="connsiteX19" fmla="*/ 638518 w 728115"/>
                    <a:gd name="connsiteY19" fmla="*/ 296990 h 922860"/>
                    <a:gd name="connsiteX20" fmla="*/ 609302 w 728115"/>
                    <a:gd name="connsiteY20" fmla="*/ 277548 h 922860"/>
                    <a:gd name="connsiteX21" fmla="*/ 516412 w 728115"/>
                    <a:gd name="connsiteY21" fmla="*/ 203521 h 922860"/>
                    <a:gd name="connsiteX22" fmla="*/ 493938 w 728115"/>
                    <a:gd name="connsiteY22" fmla="*/ 245395 h 922860"/>
                    <a:gd name="connsiteX23" fmla="*/ 477458 w 728115"/>
                    <a:gd name="connsiteY23" fmla="*/ 337369 h 922860"/>
                    <a:gd name="connsiteX24" fmla="*/ 475210 w 728115"/>
                    <a:gd name="connsiteY24" fmla="*/ 349333 h 922860"/>
                    <a:gd name="connsiteX25" fmla="*/ 517910 w 728115"/>
                    <a:gd name="connsiteY25" fmla="*/ 311945 h 922860"/>
                    <a:gd name="connsiteX26" fmla="*/ 520906 w 728115"/>
                    <a:gd name="connsiteY26" fmla="*/ 299233 h 922860"/>
                    <a:gd name="connsiteX27" fmla="*/ 520906 w 728115"/>
                    <a:gd name="connsiteY27" fmla="*/ 232683 h 922860"/>
                    <a:gd name="connsiteX28" fmla="*/ 516412 w 728115"/>
                    <a:gd name="connsiteY28" fmla="*/ 203521 h 922860"/>
                    <a:gd name="connsiteX29" fmla="*/ 261331 w 728115"/>
                    <a:gd name="connsiteY29" fmla="*/ 202496 h 922860"/>
                    <a:gd name="connsiteX30" fmla="*/ 301839 w 728115"/>
                    <a:gd name="connsiteY30" fmla="*/ 209962 h 922860"/>
                    <a:gd name="connsiteX31" fmla="*/ 320593 w 728115"/>
                    <a:gd name="connsiteY31" fmla="*/ 245050 h 922860"/>
                    <a:gd name="connsiteX32" fmla="*/ 317593 w 728115"/>
                    <a:gd name="connsiteY32" fmla="*/ 336131 h 922860"/>
                    <a:gd name="connsiteX33" fmla="*/ 301839 w 728115"/>
                    <a:gd name="connsiteY33" fmla="*/ 357782 h 922860"/>
                    <a:gd name="connsiteX34" fmla="*/ 296588 w 728115"/>
                    <a:gd name="connsiteY34" fmla="*/ 360768 h 922860"/>
                    <a:gd name="connsiteX35" fmla="*/ 273333 w 728115"/>
                    <a:gd name="connsiteY35" fmla="*/ 370474 h 922860"/>
                    <a:gd name="connsiteX36" fmla="*/ 232075 w 728115"/>
                    <a:gd name="connsiteY36" fmla="*/ 347330 h 922860"/>
                    <a:gd name="connsiteX37" fmla="*/ 232075 w 728115"/>
                    <a:gd name="connsiteY37" fmla="*/ 324186 h 922860"/>
                    <a:gd name="connsiteX38" fmla="*/ 244077 w 728115"/>
                    <a:gd name="connsiteY38" fmla="*/ 283125 h 922860"/>
                    <a:gd name="connsiteX39" fmla="*/ 222323 w 728115"/>
                    <a:gd name="connsiteY39" fmla="*/ 267447 h 922860"/>
                    <a:gd name="connsiteX40" fmla="*/ 215571 w 728115"/>
                    <a:gd name="connsiteY40" fmla="*/ 269687 h 922860"/>
                    <a:gd name="connsiteX41" fmla="*/ 235825 w 728115"/>
                    <a:gd name="connsiteY41" fmla="*/ 221160 h 922860"/>
                    <a:gd name="connsiteX42" fmla="*/ 261331 w 728115"/>
                    <a:gd name="connsiteY42" fmla="*/ 202496 h 922860"/>
                    <a:gd name="connsiteX43" fmla="*/ 671573 w 728115"/>
                    <a:gd name="connsiteY43" fmla="*/ 4337 h 922860"/>
                    <a:gd name="connsiteX44" fmla="*/ 699197 w 728115"/>
                    <a:gd name="connsiteY44" fmla="*/ 11347 h 922860"/>
                    <a:gd name="connsiteX45" fmla="*/ 708935 w 728115"/>
                    <a:gd name="connsiteY45" fmla="*/ 35276 h 922860"/>
                    <a:gd name="connsiteX46" fmla="*/ 663988 w 728115"/>
                    <a:gd name="connsiteY46" fmla="*/ 95844 h 922860"/>
                    <a:gd name="connsiteX47" fmla="*/ 580087 w 728115"/>
                    <a:gd name="connsiteY47" fmla="*/ 138466 h 922860"/>
                    <a:gd name="connsiteX48" fmla="*/ 567352 w 728115"/>
                    <a:gd name="connsiteY48" fmla="*/ 172115 h 922860"/>
                    <a:gd name="connsiteX49" fmla="*/ 583832 w 728115"/>
                    <a:gd name="connsiteY49" fmla="*/ 206512 h 922860"/>
                    <a:gd name="connsiteX50" fmla="*/ 582334 w 728115"/>
                    <a:gd name="connsiteY50" fmla="*/ 241656 h 922860"/>
                    <a:gd name="connsiteX51" fmla="*/ 599564 w 728115"/>
                    <a:gd name="connsiteY51" fmla="*/ 255863 h 922860"/>
                    <a:gd name="connsiteX52" fmla="*/ 622037 w 728115"/>
                    <a:gd name="connsiteY52" fmla="*/ 249134 h 922860"/>
                    <a:gd name="connsiteX53" fmla="*/ 656497 w 728115"/>
                    <a:gd name="connsiteY53" fmla="*/ 243899 h 922860"/>
                    <a:gd name="connsiteX54" fmla="*/ 714179 w 728115"/>
                    <a:gd name="connsiteY54" fmla="*/ 281287 h 922860"/>
                    <a:gd name="connsiteX55" fmla="*/ 698447 w 728115"/>
                    <a:gd name="connsiteY55" fmla="*/ 382982 h 922860"/>
                    <a:gd name="connsiteX56" fmla="*/ 629529 w 728115"/>
                    <a:gd name="connsiteY56" fmla="*/ 437568 h 922860"/>
                    <a:gd name="connsiteX57" fmla="*/ 583832 w 728115"/>
                    <a:gd name="connsiteY57" fmla="*/ 475703 h 922860"/>
                    <a:gd name="connsiteX58" fmla="*/ 577839 w 728115"/>
                    <a:gd name="connsiteY58" fmla="*/ 495892 h 922860"/>
                    <a:gd name="connsiteX59" fmla="*/ 574094 w 728115"/>
                    <a:gd name="connsiteY59" fmla="*/ 624506 h 922860"/>
                    <a:gd name="connsiteX60" fmla="*/ 563606 w 728115"/>
                    <a:gd name="connsiteY60" fmla="*/ 720967 h 922860"/>
                    <a:gd name="connsiteX61" fmla="*/ 558362 w 728115"/>
                    <a:gd name="connsiteY61" fmla="*/ 822661 h 922860"/>
                    <a:gd name="connsiteX62" fmla="*/ 539634 w 728115"/>
                    <a:gd name="connsiteY62" fmla="*/ 913887 h 922860"/>
                    <a:gd name="connsiteX63" fmla="*/ 535889 w 728115"/>
                    <a:gd name="connsiteY63" fmla="*/ 919121 h 922860"/>
                    <a:gd name="connsiteX64" fmla="*/ 528398 w 728115"/>
                    <a:gd name="connsiteY64" fmla="*/ 922860 h 922860"/>
                    <a:gd name="connsiteX65" fmla="*/ 520157 w 728115"/>
                    <a:gd name="connsiteY65" fmla="*/ 877247 h 922860"/>
                    <a:gd name="connsiteX66" fmla="*/ 514913 w 728115"/>
                    <a:gd name="connsiteY66" fmla="*/ 743399 h 922860"/>
                    <a:gd name="connsiteX67" fmla="*/ 516412 w 728115"/>
                    <a:gd name="connsiteY67" fmla="*/ 572163 h 922860"/>
                    <a:gd name="connsiteX68" fmla="*/ 517161 w 728115"/>
                    <a:gd name="connsiteY68" fmla="*/ 365035 h 922860"/>
                    <a:gd name="connsiteX69" fmla="*/ 515663 w 728115"/>
                    <a:gd name="connsiteY69" fmla="*/ 348585 h 922860"/>
                    <a:gd name="connsiteX70" fmla="*/ 490942 w 728115"/>
                    <a:gd name="connsiteY70" fmla="*/ 398684 h 922860"/>
                    <a:gd name="connsiteX71" fmla="*/ 485698 w 728115"/>
                    <a:gd name="connsiteY71" fmla="*/ 446541 h 922860"/>
                    <a:gd name="connsiteX72" fmla="*/ 466970 w 728115"/>
                    <a:gd name="connsiteY72" fmla="*/ 475703 h 922860"/>
                    <a:gd name="connsiteX73" fmla="*/ 431012 w 728115"/>
                    <a:gd name="connsiteY73" fmla="*/ 470469 h 922860"/>
                    <a:gd name="connsiteX74" fmla="*/ 419026 w 728115"/>
                    <a:gd name="connsiteY74" fmla="*/ 394946 h 922860"/>
                    <a:gd name="connsiteX75" fmla="*/ 460228 w 728115"/>
                    <a:gd name="connsiteY75" fmla="*/ 271566 h 922860"/>
                    <a:gd name="connsiteX76" fmla="*/ 493938 w 728115"/>
                    <a:gd name="connsiteY76" fmla="*/ 207259 h 922860"/>
                    <a:gd name="connsiteX77" fmla="*/ 508171 w 728115"/>
                    <a:gd name="connsiteY77" fmla="*/ 178844 h 922860"/>
                    <a:gd name="connsiteX78" fmla="*/ 529147 w 728115"/>
                    <a:gd name="connsiteY78" fmla="*/ 156412 h 922860"/>
                    <a:gd name="connsiteX79" fmla="*/ 569599 w 728115"/>
                    <a:gd name="connsiteY79" fmla="*/ 89862 h 922860"/>
                    <a:gd name="connsiteX80" fmla="*/ 516412 w 728115"/>
                    <a:gd name="connsiteY80" fmla="*/ 119024 h 922860"/>
                    <a:gd name="connsiteX81" fmla="*/ 478207 w 728115"/>
                    <a:gd name="connsiteY81" fmla="*/ 162394 h 922860"/>
                    <a:gd name="connsiteX82" fmla="*/ 413782 w 728115"/>
                    <a:gd name="connsiteY82" fmla="*/ 178844 h 922860"/>
                    <a:gd name="connsiteX83" fmla="*/ 416030 w 728115"/>
                    <a:gd name="connsiteY83" fmla="*/ 127997 h 922860"/>
                    <a:gd name="connsiteX84" fmla="*/ 505175 w 728115"/>
                    <a:gd name="connsiteY84" fmla="*/ 86123 h 922860"/>
                    <a:gd name="connsiteX85" fmla="*/ 571097 w 728115"/>
                    <a:gd name="connsiteY85" fmla="*/ 49483 h 922860"/>
                    <a:gd name="connsiteX86" fmla="*/ 644511 w 728115"/>
                    <a:gd name="connsiteY86" fmla="*/ 9104 h 922860"/>
                    <a:gd name="connsiteX87" fmla="*/ 671573 w 728115"/>
                    <a:gd name="connsiteY87" fmla="*/ 4337 h 922860"/>
                    <a:gd name="connsiteX88" fmla="*/ 242416 w 728115"/>
                    <a:gd name="connsiteY88" fmla="*/ 4 h 922860"/>
                    <a:gd name="connsiteX89" fmla="*/ 295809 w 728115"/>
                    <a:gd name="connsiteY89" fmla="*/ 17048 h 922860"/>
                    <a:gd name="connsiteX90" fmla="*/ 286822 w 728115"/>
                    <a:gd name="connsiteY90" fmla="*/ 112063 h 922860"/>
                    <a:gd name="connsiteX91" fmla="*/ 247880 w 728115"/>
                    <a:gd name="connsiteY91" fmla="*/ 132263 h 922860"/>
                    <a:gd name="connsiteX92" fmla="*/ 232154 w 728115"/>
                    <a:gd name="connsiteY92" fmla="*/ 144982 h 922860"/>
                    <a:gd name="connsiteX93" fmla="*/ 175238 w 728115"/>
                    <a:gd name="connsiteY93" fmla="*/ 251220 h 922860"/>
                    <a:gd name="connsiteX94" fmla="*/ 174489 w 728115"/>
                    <a:gd name="connsiteY94" fmla="*/ 259449 h 922860"/>
                    <a:gd name="connsiteX95" fmla="*/ 190216 w 728115"/>
                    <a:gd name="connsiteY95" fmla="*/ 301346 h 922860"/>
                    <a:gd name="connsiteX96" fmla="*/ 199951 w 728115"/>
                    <a:gd name="connsiteY96" fmla="*/ 342494 h 922860"/>
                    <a:gd name="connsiteX97" fmla="*/ 212682 w 728115"/>
                    <a:gd name="connsiteY97" fmla="*/ 423294 h 922860"/>
                    <a:gd name="connsiteX98" fmla="*/ 247131 w 728115"/>
                    <a:gd name="connsiteY98" fmla="*/ 599109 h 922860"/>
                    <a:gd name="connsiteX99" fmla="*/ 223167 w 728115"/>
                    <a:gd name="connsiteY99" fmla="*/ 673176 h 922860"/>
                    <a:gd name="connsiteX100" fmla="*/ 182727 w 728115"/>
                    <a:gd name="connsiteY100" fmla="*/ 668687 h 922860"/>
                    <a:gd name="connsiteX101" fmla="*/ 169996 w 728115"/>
                    <a:gd name="connsiteY101" fmla="*/ 633524 h 922860"/>
                    <a:gd name="connsiteX102" fmla="*/ 168498 w 728115"/>
                    <a:gd name="connsiteY102" fmla="*/ 469679 h 922860"/>
                    <a:gd name="connsiteX103" fmla="*/ 169247 w 728115"/>
                    <a:gd name="connsiteY103" fmla="*/ 287131 h 922860"/>
                    <a:gd name="connsiteX104" fmla="*/ 167749 w 728115"/>
                    <a:gd name="connsiteY104" fmla="*/ 278901 h 922860"/>
                    <a:gd name="connsiteX105" fmla="*/ 163256 w 728115"/>
                    <a:gd name="connsiteY105" fmla="*/ 275908 h 922860"/>
                    <a:gd name="connsiteX106" fmla="*/ 141539 w 728115"/>
                    <a:gd name="connsiteY106" fmla="*/ 310323 h 922860"/>
                    <a:gd name="connsiteX107" fmla="*/ 113081 w 728115"/>
                    <a:gd name="connsiteY107" fmla="*/ 346983 h 922860"/>
                    <a:gd name="connsiteX108" fmla="*/ 108588 w 728115"/>
                    <a:gd name="connsiteY108" fmla="*/ 351472 h 922860"/>
                    <a:gd name="connsiteX109" fmla="*/ 56166 w 728115"/>
                    <a:gd name="connsiteY109" fmla="*/ 386635 h 922860"/>
                    <a:gd name="connsiteX110" fmla="*/ 19471 w 728115"/>
                    <a:gd name="connsiteY110" fmla="*/ 409827 h 922860"/>
                    <a:gd name="connsiteX111" fmla="*/ 0 w 728115"/>
                    <a:gd name="connsiteY111" fmla="*/ 424790 h 922860"/>
                    <a:gd name="connsiteX112" fmla="*/ 52422 w 728115"/>
                    <a:gd name="connsiteY112" fmla="*/ 344738 h 922860"/>
                    <a:gd name="connsiteX113" fmla="*/ 91363 w 728115"/>
                    <a:gd name="connsiteY113" fmla="*/ 266931 h 922860"/>
                    <a:gd name="connsiteX114" fmla="*/ 140790 w 728115"/>
                    <a:gd name="connsiteY114" fmla="*/ 177901 h 922860"/>
                    <a:gd name="connsiteX115" fmla="*/ 211185 w 728115"/>
                    <a:gd name="connsiteY115" fmla="*/ 38745 h 922860"/>
                    <a:gd name="connsiteX116" fmla="*/ 223167 w 728115"/>
                    <a:gd name="connsiteY116" fmla="*/ 7322 h 922860"/>
                    <a:gd name="connsiteX117" fmla="*/ 226912 w 728115"/>
                    <a:gd name="connsiteY117" fmla="*/ 2833 h 922860"/>
                    <a:gd name="connsiteX118" fmla="*/ 242416 w 728115"/>
                    <a:gd name="connsiteY118" fmla="*/ 4 h 922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</a:cxnLst>
                  <a:rect l="l" t="t" r="r" b="b"/>
                  <a:pathLst>
                    <a:path w="728115" h="922860">
                      <a:moveTo>
                        <a:pt x="299408" y="385230"/>
                      </a:moveTo>
                      <a:cubicBezTo>
                        <a:pt x="329405" y="385975"/>
                        <a:pt x="347403" y="415765"/>
                        <a:pt x="335404" y="442576"/>
                      </a:cubicBezTo>
                      <a:cubicBezTo>
                        <a:pt x="330155" y="453003"/>
                        <a:pt x="324155" y="462684"/>
                        <a:pt x="320406" y="473111"/>
                      </a:cubicBezTo>
                      <a:cubicBezTo>
                        <a:pt x="315156" y="485772"/>
                        <a:pt x="315906" y="496198"/>
                        <a:pt x="327905" y="506625"/>
                      </a:cubicBezTo>
                      <a:cubicBezTo>
                        <a:pt x="351152" y="526733"/>
                        <a:pt x="352652" y="563971"/>
                        <a:pt x="330904" y="575142"/>
                      </a:cubicBezTo>
                      <a:cubicBezTo>
                        <a:pt x="318906" y="581845"/>
                        <a:pt x="304657" y="583335"/>
                        <a:pt x="291158" y="587803"/>
                      </a:cubicBezTo>
                      <a:cubicBezTo>
                        <a:pt x="282909" y="590037"/>
                        <a:pt x="273910" y="593016"/>
                        <a:pt x="262661" y="596740"/>
                      </a:cubicBezTo>
                      <a:cubicBezTo>
                        <a:pt x="267161" y="572908"/>
                        <a:pt x="261162" y="557268"/>
                        <a:pt x="249163" y="542373"/>
                      </a:cubicBezTo>
                      <a:cubicBezTo>
                        <a:pt x="239414" y="530457"/>
                        <a:pt x="237914" y="502901"/>
                        <a:pt x="246913" y="489495"/>
                      </a:cubicBezTo>
                      <a:cubicBezTo>
                        <a:pt x="261911" y="466408"/>
                        <a:pt x="259662" y="454492"/>
                        <a:pt x="237164" y="438852"/>
                      </a:cubicBezTo>
                      <a:cubicBezTo>
                        <a:pt x="230415" y="434384"/>
                        <a:pt x="228165" y="425447"/>
                        <a:pt x="224415" y="416510"/>
                      </a:cubicBezTo>
                      <a:cubicBezTo>
                        <a:pt x="237914" y="425447"/>
                        <a:pt x="246163" y="417999"/>
                        <a:pt x="255162" y="410552"/>
                      </a:cubicBezTo>
                      <a:cubicBezTo>
                        <a:pt x="268661" y="400125"/>
                        <a:pt x="279160" y="384485"/>
                        <a:pt x="299408" y="385230"/>
                      </a:cubicBezTo>
                      <a:close/>
                      <a:moveTo>
                        <a:pt x="609302" y="277548"/>
                      </a:moveTo>
                      <a:cubicBezTo>
                        <a:pt x="589076" y="282782"/>
                        <a:pt x="582334" y="291008"/>
                        <a:pt x="580836" y="311197"/>
                      </a:cubicBezTo>
                      <a:cubicBezTo>
                        <a:pt x="579338" y="326152"/>
                        <a:pt x="578588" y="340360"/>
                        <a:pt x="578588" y="354567"/>
                      </a:cubicBezTo>
                      <a:cubicBezTo>
                        <a:pt x="577839" y="380738"/>
                        <a:pt x="577839" y="406910"/>
                        <a:pt x="577839" y="436072"/>
                      </a:cubicBezTo>
                      <a:cubicBezTo>
                        <a:pt x="583083" y="433081"/>
                        <a:pt x="586829" y="431586"/>
                        <a:pt x="589076" y="428595"/>
                      </a:cubicBezTo>
                      <a:cubicBezTo>
                        <a:pt x="607804" y="406910"/>
                        <a:pt x="625034" y="383729"/>
                        <a:pt x="631027" y="355315"/>
                      </a:cubicBezTo>
                      <a:cubicBezTo>
                        <a:pt x="634772" y="335873"/>
                        <a:pt x="638518" y="316431"/>
                        <a:pt x="638518" y="296990"/>
                      </a:cubicBezTo>
                      <a:cubicBezTo>
                        <a:pt x="638518" y="278296"/>
                        <a:pt x="627281" y="272314"/>
                        <a:pt x="609302" y="277548"/>
                      </a:cubicBezTo>
                      <a:close/>
                      <a:moveTo>
                        <a:pt x="516412" y="203521"/>
                      </a:moveTo>
                      <a:cubicBezTo>
                        <a:pt x="499931" y="215485"/>
                        <a:pt x="494687" y="230440"/>
                        <a:pt x="493938" y="245395"/>
                      </a:cubicBezTo>
                      <a:cubicBezTo>
                        <a:pt x="493189" y="277548"/>
                        <a:pt x="493189" y="308954"/>
                        <a:pt x="477458" y="337369"/>
                      </a:cubicBezTo>
                      <a:cubicBezTo>
                        <a:pt x="475210" y="341855"/>
                        <a:pt x="475959" y="347089"/>
                        <a:pt x="475210" y="349333"/>
                      </a:cubicBezTo>
                      <a:cubicBezTo>
                        <a:pt x="488694" y="337369"/>
                        <a:pt x="503677" y="325404"/>
                        <a:pt x="517910" y="311945"/>
                      </a:cubicBezTo>
                      <a:cubicBezTo>
                        <a:pt x="520157" y="309702"/>
                        <a:pt x="520906" y="303720"/>
                        <a:pt x="520906" y="299233"/>
                      </a:cubicBezTo>
                      <a:cubicBezTo>
                        <a:pt x="521655" y="277548"/>
                        <a:pt x="521655" y="255116"/>
                        <a:pt x="520906" y="232683"/>
                      </a:cubicBezTo>
                      <a:cubicBezTo>
                        <a:pt x="520906" y="223710"/>
                        <a:pt x="518659" y="214737"/>
                        <a:pt x="516412" y="203521"/>
                      </a:cubicBezTo>
                      <a:close/>
                      <a:moveTo>
                        <a:pt x="261331" y="202496"/>
                      </a:moveTo>
                      <a:cubicBezTo>
                        <a:pt x="274834" y="205482"/>
                        <a:pt x="289087" y="205482"/>
                        <a:pt x="301839" y="209962"/>
                      </a:cubicBezTo>
                      <a:cubicBezTo>
                        <a:pt x="317593" y="215188"/>
                        <a:pt x="320593" y="230866"/>
                        <a:pt x="320593" y="245050"/>
                      </a:cubicBezTo>
                      <a:cubicBezTo>
                        <a:pt x="319843" y="275660"/>
                        <a:pt x="319093" y="305522"/>
                        <a:pt x="317593" y="336131"/>
                      </a:cubicBezTo>
                      <a:cubicBezTo>
                        <a:pt x="317593" y="346583"/>
                        <a:pt x="313842" y="354796"/>
                        <a:pt x="301839" y="357782"/>
                      </a:cubicBezTo>
                      <a:cubicBezTo>
                        <a:pt x="299589" y="358528"/>
                        <a:pt x="298089" y="360022"/>
                        <a:pt x="296588" y="360768"/>
                      </a:cubicBezTo>
                      <a:cubicBezTo>
                        <a:pt x="289087" y="363754"/>
                        <a:pt x="280085" y="371220"/>
                        <a:pt x="273333" y="370474"/>
                      </a:cubicBezTo>
                      <a:cubicBezTo>
                        <a:pt x="258330" y="366741"/>
                        <a:pt x="241077" y="364501"/>
                        <a:pt x="232075" y="347330"/>
                      </a:cubicBezTo>
                      <a:cubicBezTo>
                        <a:pt x="227574" y="338371"/>
                        <a:pt x="226824" y="331652"/>
                        <a:pt x="232075" y="324186"/>
                      </a:cubicBezTo>
                      <a:cubicBezTo>
                        <a:pt x="242577" y="312241"/>
                        <a:pt x="245578" y="298803"/>
                        <a:pt x="244077" y="283125"/>
                      </a:cubicBezTo>
                      <a:cubicBezTo>
                        <a:pt x="241827" y="265954"/>
                        <a:pt x="239576" y="262968"/>
                        <a:pt x="222323" y="267447"/>
                      </a:cubicBezTo>
                      <a:cubicBezTo>
                        <a:pt x="220072" y="268194"/>
                        <a:pt x="217072" y="268940"/>
                        <a:pt x="215571" y="269687"/>
                      </a:cubicBezTo>
                      <a:cubicBezTo>
                        <a:pt x="222323" y="253263"/>
                        <a:pt x="228324" y="236838"/>
                        <a:pt x="235825" y="221160"/>
                      </a:cubicBezTo>
                      <a:cubicBezTo>
                        <a:pt x="240326" y="211455"/>
                        <a:pt x="244827" y="198763"/>
                        <a:pt x="261331" y="202496"/>
                      </a:cubicBezTo>
                      <a:close/>
                      <a:moveTo>
                        <a:pt x="671573" y="4337"/>
                      </a:moveTo>
                      <a:cubicBezTo>
                        <a:pt x="680843" y="4992"/>
                        <a:pt x="690207" y="7609"/>
                        <a:pt x="699197" y="11347"/>
                      </a:cubicBezTo>
                      <a:cubicBezTo>
                        <a:pt x="708935" y="15086"/>
                        <a:pt x="714179" y="22564"/>
                        <a:pt x="708935" y="35276"/>
                      </a:cubicBezTo>
                      <a:cubicBezTo>
                        <a:pt x="698447" y="59204"/>
                        <a:pt x="683465" y="78645"/>
                        <a:pt x="663988" y="95844"/>
                      </a:cubicBezTo>
                      <a:cubicBezTo>
                        <a:pt x="639267" y="116781"/>
                        <a:pt x="612299" y="132484"/>
                        <a:pt x="580087" y="138466"/>
                      </a:cubicBezTo>
                      <a:cubicBezTo>
                        <a:pt x="559861" y="142952"/>
                        <a:pt x="556864" y="154168"/>
                        <a:pt x="567352" y="172115"/>
                      </a:cubicBezTo>
                      <a:cubicBezTo>
                        <a:pt x="573345" y="183331"/>
                        <a:pt x="580836" y="194547"/>
                        <a:pt x="583832" y="206512"/>
                      </a:cubicBezTo>
                      <a:cubicBezTo>
                        <a:pt x="586080" y="217728"/>
                        <a:pt x="583832" y="229692"/>
                        <a:pt x="582334" y="241656"/>
                      </a:cubicBezTo>
                      <a:cubicBezTo>
                        <a:pt x="581585" y="256611"/>
                        <a:pt x="584581" y="259602"/>
                        <a:pt x="599564" y="255863"/>
                      </a:cubicBezTo>
                      <a:cubicBezTo>
                        <a:pt x="607055" y="253620"/>
                        <a:pt x="614546" y="250629"/>
                        <a:pt x="622037" y="249134"/>
                      </a:cubicBezTo>
                      <a:cubicBezTo>
                        <a:pt x="634023" y="246890"/>
                        <a:pt x="646758" y="240160"/>
                        <a:pt x="656497" y="243899"/>
                      </a:cubicBezTo>
                      <a:cubicBezTo>
                        <a:pt x="678221" y="251377"/>
                        <a:pt x="702193" y="260350"/>
                        <a:pt x="714179" y="281287"/>
                      </a:cubicBezTo>
                      <a:cubicBezTo>
                        <a:pt x="735154" y="319422"/>
                        <a:pt x="734405" y="351576"/>
                        <a:pt x="698447" y="382982"/>
                      </a:cubicBezTo>
                      <a:cubicBezTo>
                        <a:pt x="676723" y="402423"/>
                        <a:pt x="652002" y="418874"/>
                        <a:pt x="629529" y="437568"/>
                      </a:cubicBezTo>
                      <a:cubicBezTo>
                        <a:pt x="613797" y="449532"/>
                        <a:pt x="598066" y="462244"/>
                        <a:pt x="583832" y="475703"/>
                      </a:cubicBezTo>
                      <a:cubicBezTo>
                        <a:pt x="579338" y="480190"/>
                        <a:pt x="577839" y="489163"/>
                        <a:pt x="577839" y="495892"/>
                      </a:cubicBezTo>
                      <a:cubicBezTo>
                        <a:pt x="576341" y="538514"/>
                        <a:pt x="576341" y="581884"/>
                        <a:pt x="574094" y="624506"/>
                      </a:cubicBezTo>
                      <a:cubicBezTo>
                        <a:pt x="571846" y="656660"/>
                        <a:pt x="565853" y="688813"/>
                        <a:pt x="563606" y="720967"/>
                      </a:cubicBezTo>
                      <a:cubicBezTo>
                        <a:pt x="561359" y="754615"/>
                        <a:pt x="555366" y="788264"/>
                        <a:pt x="558362" y="822661"/>
                      </a:cubicBezTo>
                      <a:cubicBezTo>
                        <a:pt x="561359" y="854067"/>
                        <a:pt x="558362" y="886220"/>
                        <a:pt x="539634" y="913887"/>
                      </a:cubicBezTo>
                      <a:cubicBezTo>
                        <a:pt x="538136" y="915383"/>
                        <a:pt x="537387" y="917626"/>
                        <a:pt x="535889" y="919121"/>
                      </a:cubicBezTo>
                      <a:cubicBezTo>
                        <a:pt x="535140" y="919869"/>
                        <a:pt x="533641" y="920617"/>
                        <a:pt x="528398" y="922860"/>
                      </a:cubicBezTo>
                      <a:cubicBezTo>
                        <a:pt x="525401" y="906410"/>
                        <a:pt x="520906" y="892202"/>
                        <a:pt x="520157" y="877247"/>
                      </a:cubicBezTo>
                      <a:cubicBezTo>
                        <a:pt x="517161" y="832382"/>
                        <a:pt x="515663" y="788264"/>
                        <a:pt x="514913" y="743399"/>
                      </a:cubicBezTo>
                      <a:cubicBezTo>
                        <a:pt x="514913" y="685822"/>
                        <a:pt x="515663" y="628993"/>
                        <a:pt x="516412" y="572163"/>
                      </a:cubicBezTo>
                      <a:cubicBezTo>
                        <a:pt x="516412" y="502622"/>
                        <a:pt x="517161" y="433829"/>
                        <a:pt x="517161" y="365035"/>
                      </a:cubicBezTo>
                      <a:cubicBezTo>
                        <a:pt x="517161" y="359801"/>
                        <a:pt x="516412" y="355315"/>
                        <a:pt x="515663" y="348585"/>
                      </a:cubicBezTo>
                      <a:cubicBezTo>
                        <a:pt x="494687" y="360549"/>
                        <a:pt x="492440" y="379243"/>
                        <a:pt x="490942" y="398684"/>
                      </a:cubicBezTo>
                      <a:cubicBezTo>
                        <a:pt x="490193" y="414387"/>
                        <a:pt x="490193" y="431586"/>
                        <a:pt x="485698" y="446541"/>
                      </a:cubicBezTo>
                      <a:cubicBezTo>
                        <a:pt x="483450" y="457757"/>
                        <a:pt x="474461" y="467478"/>
                        <a:pt x="466970" y="475703"/>
                      </a:cubicBezTo>
                      <a:cubicBezTo>
                        <a:pt x="458730" y="485424"/>
                        <a:pt x="434758" y="482433"/>
                        <a:pt x="431012" y="470469"/>
                      </a:cubicBezTo>
                      <a:cubicBezTo>
                        <a:pt x="422772" y="445793"/>
                        <a:pt x="404793" y="421117"/>
                        <a:pt x="419026" y="394946"/>
                      </a:cubicBezTo>
                      <a:cubicBezTo>
                        <a:pt x="439252" y="356062"/>
                        <a:pt x="445245" y="311945"/>
                        <a:pt x="460228" y="271566"/>
                      </a:cubicBezTo>
                      <a:cubicBezTo>
                        <a:pt x="468468" y="248386"/>
                        <a:pt x="482701" y="228196"/>
                        <a:pt x="493938" y="207259"/>
                      </a:cubicBezTo>
                      <a:cubicBezTo>
                        <a:pt x="499182" y="198286"/>
                        <a:pt x="502178" y="187817"/>
                        <a:pt x="508171" y="178844"/>
                      </a:cubicBezTo>
                      <a:cubicBezTo>
                        <a:pt x="513415" y="170619"/>
                        <a:pt x="520906" y="161646"/>
                        <a:pt x="529147" y="156412"/>
                      </a:cubicBezTo>
                      <a:cubicBezTo>
                        <a:pt x="546376" y="146691"/>
                        <a:pt x="569599" y="112294"/>
                        <a:pt x="569599" y="89862"/>
                      </a:cubicBezTo>
                      <a:cubicBezTo>
                        <a:pt x="550871" y="100330"/>
                        <a:pt x="534391" y="110799"/>
                        <a:pt x="516412" y="119024"/>
                      </a:cubicBezTo>
                      <a:cubicBezTo>
                        <a:pt x="497684" y="127997"/>
                        <a:pt x="485698" y="143700"/>
                        <a:pt x="478207" y="162394"/>
                      </a:cubicBezTo>
                      <a:cubicBezTo>
                        <a:pt x="466970" y="187817"/>
                        <a:pt x="438503" y="194547"/>
                        <a:pt x="413782" y="178844"/>
                      </a:cubicBezTo>
                      <a:cubicBezTo>
                        <a:pt x="393556" y="164637"/>
                        <a:pt x="393556" y="138466"/>
                        <a:pt x="416030" y="127997"/>
                      </a:cubicBezTo>
                      <a:cubicBezTo>
                        <a:pt x="445245" y="113042"/>
                        <a:pt x="475210" y="101078"/>
                        <a:pt x="505175" y="86123"/>
                      </a:cubicBezTo>
                      <a:cubicBezTo>
                        <a:pt x="527648" y="74907"/>
                        <a:pt x="548624" y="61447"/>
                        <a:pt x="571097" y="49483"/>
                      </a:cubicBezTo>
                      <a:cubicBezTo>
                        <a:pt x="595069" y="35276"/>
                        <a:pt x="619041" y="21068"/>
                        <a:pt x="644511" y="9104"/>
                      </a:cubicBezTo>
                      <a:cubicBezTo>
                        <a:pt x="653126" y="4992"/>
                        <a:pt x="662302" y="3683"/>
                        <a:pt x="671573" y="4337"/>
                      </a:cubicBezTo>
                      <a:close/>
                      <a:moveTo>
                        <a:pt x="242416" y="4"/>
                      </a:moveTo>
                      <a:cubicBezTo>
                        <a:pt x="260845" y="-206"/>
                        <a:pt x="285699" y="6948"/>
                        <a:pt x="295809" y="17048"/>
                      </a:cubicBezTo>
                      <a:cubicBezTo>
                        <a:pt x="325015" y="45478"/>
                        <a:pt x="321271" y="90367"/>
                        <a:pt x="286822" y="112063"/>
                      </a:cubicBezTo>
                      <a:cubicBezTo>
                        <a:pt x="274091" y="120293"/>
                        <a:pt x="260611" y="125530"/>
                        <a:pt x="247880" y="132263"/>
                      </a:cubicBezTo>
                      <a:cubicBezTo>
                        <a:pt x="241889" y="136004"/>
                        <a:pt x="235149" y="139745"/>
                        <a:pt x="232154" y="144982"/>
                      </a:cubicBezTo>
                      <a:cubicBezTo>
                        <a:pt x="212682" y="180145"/>
                        <a:pt x="193960" y="216056"/>
                        <a:pt x="175238" y="251220"/>
                      </a:cubicBezTo>
                      <a:cubicBezTo>
                        <a:pt x="173740" y="253464"/>
                        <a:pt x="173740" y="258701"/>
                        <a:pt x="174489" y="259449"/>
                      </a:cubicBezTo>
                      <a:cubicBezTo>
                        <a:pt x="190216" y="269923"/>
                        <a:pt x="187220" y="286383"/>
                        <a:pt x="190216" y="301346"/>
                      </a:cubicBezTo>
                      <a:cubicBezTo>
                        <a:pt x="193960" y="314812"/>
                        <a:pt x="197705" y="329027"/>
                        <a:pt x="199951" y="342494"/>
                      </a:cubicBezTo>
                      <a:cubicBezTo>
                        <a:pt x="205194" y="369427"/>
                        <a:pt x="208189" y="396361"/>
                        <a:pt x="212682" y="423294"/>
                      </a:cubicBezTo>
                      <a:cubicBezTo>
                        <a:pt x="223916" y="481650"/>
                        <a:pt x="235149" y="540754"/>
                        <a:pt x="247131" y="599109"/>
                      </a:cubicBezTo>
                      <a:cubicBezTo>
                        <a:pt x="252374" y="628287"/>
                        <a:pt x="244885" y="652976"/>
                        <a:pt x="223167" y="673176"/>
                      </a:cubicBezTo>
                      <a:cubicBezTo>
                        <a:pt x="207440" y="687391"/>
                        <a:pt x="195458" y="686643"/>
                        <a:pt x="182727" y="668687"/>
                      </a:cubicBezTo>
                      <a:cubicBezTo>
                        <a:pt x="175987" y="658961"/>
                        <a:pt x="171494" y="645495"/>
                        <a:pt x="169996" y="633524"/>
                      </a:cubicBezTo>
                      <a:cubicBezTo>
                        <a:pt x="161758" y="578909"/>
                        <a:pt x="165503" y="524294"/>
                        <a:pt x="168498" y="469679"/>
                      </a:cubicBezTo>
                      <a:cubicBezTo>
                        <a:pt x="171494" y="409079"/>
                        <a:pt x="169247" y="348479"/>
                        <a:pt x="169247" y="287131"/>
                      </a:cubicBezTo>
                      <a:cubicBezTo>
                        <a:pt x="169247" y="284138"/>
                        <a:pt x="168498" y="281894"/>
                        <a:pt x="167749" y="278901"/>
                      </a:cubicBezTo>
                      <a:cubicBezTo>
                        <a:pt x="166252" y="278153"/>
                        <a:pt x="164754" y="276657"/>
                        <a:pt x="163256" y="275908"/>
                      </a:cubicBezTo>
                      <a:cubicBezTo>
                        <a:pt x="155767" y="287131"/>
                        <a:pt x="146781" y="298353"/>
                        <a:pt x="141539" y="310323"/>
                      </a:cubicBezTo>
                      <a:cubicBezTo>
                        <a:pt x="135547" y="325286"/>
                        <a:pt x="129556" y="339501"/>
                        <a:pt x="113081" y="346983"/>
                      </a:cubicBezTo>
                      <a:cubicBezTo>
                        <a:pt x="111583" y="347731"/>
                        <a:pt x="110085" y="349975"/>
                        <a:pt x="108588" y="351472"/>
                      </a:cubicBezTo>
                      <a:cubicBezTo>
                        <a:pt x="94359" y="368679"/>
                        <a:pt x="83126" y="385887"/>
                        <a:pt x="56166" y="386635"/>
                      </a:cubicBezTo>
                      <a:cubicBezTo>
                        <a:pt x="44184" y="386635"/>
                        <a:pt x="31453" y="401598"/>
                        <a:pt x="19471" y="409827"/>
                      </a:cubicBezTo>
                      <a:cubicBezTo>
                        <a:pt x="13480" y="413568"/>
                        <a:pt x="8237" y="418805"/>
                        <a:pt x="0" y="424790"/>
                      </a:cubicBezTo>
                      <a:cubicBezTo>
                        <a:pt x="18722" y="396361"/>
                        <a:pt x="36695" y="371672"/>
                        <a:pt x="52422" y="344738"/>
                      </a:cubicBezTo>
                      <a:cubicBezTo>
                        <a:pt x="66650" y="319301"/>
                        <a:pt x="77884" y="292368"/>
                        <a:pt x="91363" y="266931"/>
                      </a:cubicBezTo>
                      <a:cubicBezTo>
                        <a:pt x="107090" y="237005"/>
                        <a:pt x="125063" y="207827"/>
                        <a:pt x="140790" y="177901"/>
                      </a:cubicBezTo>
                      <a:cubicBezTo>
                        <a:pt x="164754" y="132263"/>
                        <a:pt x="188718" y="85878"/>
                        <a:pt x="211185" y="38745"/>
                      </a:cubicBezTo>
                      <a:cubicBezTo>
                        <a:pt x="215678" y="29019"/>
                        <a:pt x="210436" y="14804"/>
                        <a:pt x="223167" y="7322"/>
                      </a:cubicBezTo>
                      <a:cubicBezTo>
                        <a:pt x="224665" y="5826"/>
                        <a:pt x="225414" y="3582"/>
                        <a:pt x="226912" y="2833"/>
                      </a:cubicBezTo>
                      <a:cubicBezTo>
                        <a:pt x="230843" y="963"/>
                        <a:pt x="236273" y="75"/>
                        <a:pt x="242416" y="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19" name="íṥliḋé"/>
              <p:cNvGrpSpPr/>
              <p:nvPr/>
            </p:nvGrpSpPr>
            <p:grpSpPr>
              <a:xfrm>
                <a:off x="2351088" y="1326048"/>
                <a:ext cx="1074470" cy="1082834"/>
                <a:chOff x="2346168" y="2513373"/>
                <a:chExt cx="1846173" cy="1860545"/>
              </a:xfrm>
              <a:grpFill/>
            </p:grpSpPr>
            <p:sp>
              <p:nvSpPr>
                <p:cNvPr id="20" name="ïṥ1îḓé"/>
                <p:cNvSpPr/>
                <p:nvPr>
                  <p:custDataLst>
                    <p:tags r:id="rId18"/>
                  </p:custDataLst>
                </p:nvPr>
              </p:nvSpPr>
              <p:spPr bwMode="auto">
                <a:xfrm>
                  <a:off x="3972348" y="3555853"/>
                  <a:ext cx="79595" cy="40904"/>
                </a:xfrm>
                <a:custGeom>
                  <a:avLst/>
                  <a:gdLst>
                    <a:gd name="T0" fmla="*/ 0 w 107"/>
                    <a:gd name="T1" fmla="*/ 37 h 55"/>
                    <a:gd name="T2" fmla="*/ 6 w 107"/>
                    <a:gd name="T3" fmla="*/ 0 h 55"/>
                    <a:gd name="T4" fmla="*/ 107 w 107"/>
                    <a:gd name="T5" fmla="*/ 18 h 55"/>
                    <a:gd name="T6" fmla="*/ 101 w 107"/>
                    <a:gd name="T7" fmla="*/ 55 h 55"/>
                    <a:gd name="T8" fmla="*/ 0 w 107"/>
                    <a:gd name="T9" fmla="*/ 37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7" h="55">
                      <a:moveTo>
                        <a:pt x="0" y="37"/>
                      </a:moveTo>
                      <a:cubicBezTo>
                        <a:pt x="2" y="22"/>
                        <a:pt x="4" y="10"/>
                        <a:pt x="6" y="0"/>
                      </a:cubicBezTo>
                      <a:cubicBezTo>
                        <a:pt x="39" y="11"/>
                        <a:pt x="72" y="19"/>
                        <a:pt x="107" y="18"/>
                      </a:cubicBezTo>
                      <a:cubicBezTo>
                        <a:pt x="106" y="28"/>
                        <a:pt x="104" y="40"/>
                        <a:pt x="101" y="55"/>
                      </a:cubicBezTo>
                      <a:cubicBezTo>
                        <a:pt x="90" y="38"/>
                        <a:pt x="21" y="26"/>
                        <a:pt x="0" y="3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1" name="ïş1íde"/>
                <p:cNvSpPr/>
                <p:nvPr>
                  <p:custDataLst>
                    <p:tags r:id="rId19"/>
                  </p:custDataLst>
                </p:nvPr>
              </p:nvSpPr>
              <p:spPr bwMode="auto">
                <a:xfrm>
                  <a:off x="3999985" y="3663086"/>
                  <a:ext cx="26532" cy="15477"/>
                </a:xfrm>
                <a:custGeom>
                  <a:avLst/>
                  <a:gdLst>
                    <a:gd name="T0" fmla="*/ 33 w 36"/>
                    <a:gd name="T1" fmla="*/ 21 h 21"/>
                    <a:gd name="T2" fmla="*/ 0 w 36"/>
                    <a:gd name="T3" fmla="*/ 12 h 21"/>
                    <a:gd name="T4" fmla="*/ 36 w 36"/>
                    <a:gd name="T5" fmla="*/ 0 h 21"/>
                    <a:gd name="T6" fmla="*/ 33 w 36"/>
                    <a:gd name="T7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21">
                      <a:moveTo>
                        <a:pt x="33" y="21"/>
                      </a:moveTo>
                      <a:cubicBezTo>
                        <a:pt x="22" y="18"/>
                        <a:pt x="13" y="16"/>
                        <a:pt x="0" y="12"/>
                      </a:cubicBezTo>
                      <a:cubicBezTo>
                        <a:pt x="14" y="7"/>
                        <a:pt x="25" y="4"/>
                        <a:pt x="36" y="0"/>
                      </a:cubicBezTo>
                      <a:cubicBezTo>
                        <a:pt x="35" y="6"/>
                        <a:pt x="34" y="13"/>
                        <a:pt x="33" y="2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2" name="iṡľîḓe"/>
                <p:cNvSpPr/>
                <p:nvPr>
                  <p:custDataLst>
                    <p:tags r:id="rId20"/>
                  </p:custDataLst>
                </p:nvPr>
              </p:nvSpPr>
              <p:spPr bwMode="auto">
                <a:xfrm>
                  <a:off x="2346168" y="2513373"/>
                  <a:ext cx="1846173" cy="1860545"/>
                </a:xfrm>
                <a:custGeom>
                  <a:avLst/>
                  <a:gdLst>
                    <a:gd name="T0" fmla="*/ 2465 w 2466"/>
                    <a:gd name="T1" fmla="*/ 1229 h 2487"/>
                    <a:gd name="T2" fmla="*/ 1288 w 2466"/>
                    <a:gd name="T3" fmla="*/ 2460 h 2487"/>
                    <a:gd name="T4" fmla="*/ 6 w 2466"/>
                    <a:gd name="T5" fmla="*/ 1246 h 2487"/>
                    <a:gd name="T6" fmla="*/ 1232 w 2466"/>
                    <a:gd name="T7" fmla="*/ 1 h 2487"/>
                    <a:gd name="T8" fmla="*/ 2465 w 2466"/>
                    <a:gd name="T9" fmla="*/ 1229 h 2487"/>
                    <a:gd name="T10" fmla="*/ 1236 w 2466"/>
                    <a:gd name="T11" fmla="*/ 21 h 2487"/>
                    <a:gd name="T12" fmla="*/ 27 w 2466"/>
                    <a:gd name="T13" fmla="*/ 1242 h 2487"/>
                    <a:gd name="T14" fmla="*/ 1235 w 2466"/>
                    <a:gd name="T15" fmla="*/ 2441 h 2487"/>
                    <a:gd name="T16" fmla="*/ 2445 w 2466"/>
                    <a:gd name="T17" fmla="*/ 1205 h 2487"/>
                    <a:gd name="T18" fmla="*/ 1236 w 2466"/>
                    <a:gd name="T19" fmla="*/ 21 h 24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466" h="2487">
                      <a:moveTo>
                        <a:pt x="2465" y="1229"/>
                      </a:moveTo>
                      <a:cubicBezTo>
                        <a:pt x="2465" y="1909"/>
                        <a:pt x="1922" y="2436"/>
                        <a:pt x="1288" y="2460"/>
                      </a:cubicBezTo>
                      <a:cubicBezTo>
                        <a:pt x="565" y="2487"/>
                        <a:pt x="12" y="1910"/>
                        <a:pt x="6" y="1246"/>
                      </a:cubicBezTo>
                      <a:cubicBezTo>
                        <a:pt x="0" y="549"/>
                        <a:pt x="565" y="3"/>
                        <a:pt x="1232" y="1"/>
                      </a:cubicBezTo>
                      <a:cubicBezTo>
                        <a:pt x="1909" y="0"/>
                        <a:pt x="2466" y="555"/>
                        <a:pt x="2465" y="1229"/>
                      </a:cubicBezTo>
                      <a:close/>
                      <a:moveTo>
                        <a:pt x="1236" y="21"/>
                      </a:moveTo>
                      <a:cubicBezTo>
                        <a:pt x="567" y="23"/>
                        <a:pt x="21" y="567"/>
                        <a:pt x="27" y="1242"/>
                      </a:cubicBezTo>
                      <a:cubicBezTo>
                        <a:pt x="32" y="1894"/>
                        <a:pt x="561" y="2439"/>
                        <a:pt x="1235" y="2441"/>
                      </a:cubicBezTo>
                      <a:cubicBezTo>
                        <a:pt x="1902" y="2442"/>
                        <a:pt x="2458" y="1896"/>
                        <a:pt x="2445" y="1205"/>
                      </a:cubicBezTo>
                      <a:cubicBezTo>
                        <a:pt x="2433" y="563"/>
                        <a:pt x="1910" y="25"/>
                        <a:pt x="1236" y="21"/>
                      </a:cubicBezTo>
                      <a:close/>
                    </a:path>
                  </a:pathLst>
                </a:custGeom>
                <a:grpFill/>
                <a:ln w="19050">
                  <a:solidFill>
                    <a:srgbClr val="005768"/>
                  </a:solidFill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3" name="îŝļïḓé"/>
                <p:cNvSpPr/>
                <p:nvPr>
                  <p:custDataLst>
                    <p:tags r:id="rId21"/>
                  </p:custDataLst>
                </p:nvPr>
              </p:nvSpPr>
              <p:spPr bwMode="auto">
                <a:xfrm>
                  <a:off x="2377122" y="2552066"/>
                  <a:ext cx="1789793" cy="1777633"/>
                </a:xfrm>
                <a:custGeom>
                  <a:avLst/>
                  <a:gdLst>
                    <a:gd name="T0" fmla="*/ 1193 w 2390"/>
                    <a:gd name="T1" fmla="*/ 2361 h 2377"/>
                    <a:gd name="T2" fmla="*/ 14 w 2390"/>
                    <a:gd name="T3" fmla="*/ 1179 h 2377"/>
                    <a:gd name="T4" fmla="*/ 1194 w 2390"/>
                    <a:gd name="T5" fmla="*/ 0 h 2377"/>
                    <a:gd name="T6" fmla="*/ 2374 w 2390"/>
                    <a:gd name="T7" fmla="*/ 1149 h 2377"/>
                    <a:gd name="T8" fmla="*/ 1193 w 2390"/>
                    <a:gd name="T9" fmla="*/ 2361 h 2377"/>
                    <a:gd name="T10" fmla="*/ 1194 w 2390"/>
                    <a:gd name="T11" fmla="*/ 8 h 2377"/>
                    <a:gd name="T12" fmla="*/ 22 w 2390"/>
                    <a:gd name="T13" fmla="*/ 1223 h 2377"/>
                    <a:gd name="T14" fmla="*/ 1243 w 2390"/>
                    <a:gd name="T15" fmla="*/ 2351 h 2377"/>
                    <a:gd name="T16" fmla="*/ 2366 w 2390"/>
                    <a:gd name="T17" fmla="*/ 1180 h 2377"/>
                    <a:gd name="T18" fmla="*/ 1194 w 2390"/>
                    <a:gd name="T19" fmla="*/ 8 h 23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390" h="2377">
                      <a:moveTo>
                        <a:pt x="1193" y="2361"/>
                      </a:moveTo>
                      <a:cubicBezTo>
                        <a:pt x="544" y="2358"/>
                        <a:pt x="13" y="1832"/>
                        <a:pt x="14" y="1179"/>
                      </a:cubicBezTo>
                      <a:cubicBezTo>
                        <a:pt x="14" y="530"/>
                        <a:pt x="539" y="0"/>
                        <a:pt x="1194" y="0"/>
                      </a:cubicBezTo>
                      <a:cubicBezTo>
                        <a:pt x="1847" y="0"/>
                        <a:pt x="2358" y="522"/>
                        <a:pt x="2374" y="1149"/>
                      </a:cubicBezTo>
                      <a:cubicBezTo>
                        <a:pt x="2390" y="1822"/>
                        <a:pt x="1848" y="2359"/>
                        <a:pt x="1193" y="2361"/>
                      </a:cubicBezTo>
                      <a:close/>
                      <a:moveTo>
                        <a:pt x="1194" y="8"/>
                      </a:moveTo>
                      <a:cubicBezTo>
                        <a:pt x="550" y="5"/>
                        <a:pt x="0" y="542"/>
                        <a:pt x="22" y="1223"/>
                      </a:cubicBezTo>
                      <a:cubicBezTo>
                        <a:pt x="42" y="1835"/>
                        <a:pt x="560" y="2377"/>
                        <a:pt x="1243" y="2351"/>
                      </a:cubicBezTo>
                      <a:cubicBezTo>
                        <a:pt x="1845" y="2328"/>
                        <a:pt x="2366" y="1832"/>
                        <a:pt x="2366" y="1180"/>
                      </a:cubicBezTo>
                      <a:cubicBezTo>
                        <a:pt x="2366" y="521"/>
                        <a:pt x="1829" y="6"/>
                        <a:pt x="1194" y="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4" name="işľïḍé"/>
                <p:cNvSpPr/>
                <p:nvPr>
                  <p:custDataLst>
                    <p:tags r:id="rId22"/>
                  </p:custDataLst>
                </p:nvPr>
              </p:nvSpPr>
              <p:spPr bwMode="auto">
                <a:xfrm>
                  <a:off x="2664550" y="2816278"/>
                  <a:ext cx="1213831" cy="1233730"/>
                </a:xfrm>
                <a:custGeom>
                  <a:avLst/>
                  <a:gdLst>
                    <a:gd name="T0" fmla="*/ 2 w 1622"/>
                    <a:gd name="T1" fmla="*/ 825 h 1649"/>
                    <a:gd name="T2" fmla="*/ 859 w 1622"/>
                    <a:gd name="T3" fmla="*/ 980 h 1649"/>
                    <a:gd name="T4" fmla="*/ 753 w 1622"/>
                    <a:gd name="T5" fmla="*/ 979 h 1649"/>
                    <a:gd name="T6" fmla="*/ 431 w 1622"/>
                    <a:gd name="T7" fmla="*/ 1111 h 1649"/>
                    <a:gd name="T8" fmla="*/ 513 w 1622"/>
                    <a:gd name="T9" fmla="*/ 1205 h 1649"/>
                    <a:gd name="T10" fmla="*/ 745 w 1622"/>
                    <a:gd name="T11" fmla="*/ 1065 h 1649"/>
                    <a:gd name="T12" fmla="*/ 749 w 1622"/>
                    <a:gd name="T13" fmla="*/ 1164 h 1649"/>
                    <a:gd name="T14" fmla="*/ 441 w 1622"/>
                    <a:gd name="T15" fmla="*/ 1439 h 1649"/>
                    <a:gd name="T16" fmla="*/ 793 w 1622"/>
                    <a:gd name="T17" fmla="*/ 1238 h 1649"/>
                    <a:gd name="T18" fmla="*/ 1118 w 1622"/>
                    <a:gd name="T19" fmla="*/ 1445 h 1649"/>
                    <a:gd name="T20" fmla="*/ 1100 w 1622"/>
                    <a:gd name="T21" fmla="*/ 1326 h 1649"/>
                    <a:gd name="T22" fmla="*/ 858 w 1622"/>
                    <a:gd name="T23" fmla="*/ 1065 h 1649"/>
                    <a:gd name="T24" fmla="*/ 1103 w 1622"/>
                    <a:gd name="T25" fmla="*/ 1206 h 1649"/>
                    <a:gd name="T26" fmla="*/ 1185 w 1622"/>
                    <a:gd name="T27" fmla="*/ 1099 h 1649"/>
                    <a:gd name="T28" fmla="*/ 859 w 1622"/>
                    <a:gd name="T29" fmla="*/ 980 h 1649"/>
                    <a:gd name="T30" fmla="*/ 1165 w 1622"/>
                    <a:gd name="T31" fmla="*/ 813 h 1649"/>
                    <a:gd name="T32" fmla="*/ 1146 w 1622"/>
                    <a:gd name="T33" fmla="*/ 733 h 1649"/>
                    <a:gd name="T34" fmla="*/ 881 w 1622"/>
                    <a:gd name="T35" fmla="*/ 701 h 1649"/>
                    <a:gd name="T36" fmla="*/ 1196 w 1622"/>
                    <a:gd name="T37" fmla="*/ 686 h 1649"/>
                    <a:gd name="T38" fmla="*/ 859 w 1622"/>
                    <a:gd name="T39" fmla="*/ 616 h 1649"/>
                    <a:gd name="T40" fmla="*/ 837 w 1622"/>
                    <a:gd name="T41" fmla="*/ 357 h 1649"/>
                    <a:gd name="T42" fmla="*/ 763 w 1622"/>
                    <a:gd name="T43" fmla="*/ 501 h 1649"/>
                    <a:gd name="T44" fmla="*/ 465 w 1622"/>
                    <a:gd name="T45" fmla="*/ 617 h 1649"/>
                    <a:gd name="T46" fmla="*/ 741 w 1622"/>
                    <a:gd name="T47" fmla="*/ 701 h 1649"/>
                    <a:gd name="T48" fmla="*/ 736 w 1622"/>
                    <a:gd name="T49" fmla="*/ 733 h 1649"/>
                    <a:gd name="T50" fmla="*/ 423 w 1622"/>
                    <a:gd name="T51" fmla="*/ 797 h 1649"/>
                    <a:gd name="T52" fmla="*/ 762 w 1622"/>
                    <a:gd name="T53" fmla="*/ 814 h 1649"/>
                    <a:gd name="T54" fmla="*/ 570 w 1622"/>
                    <a:gd name="T55" fmla="*/ 321 h 1649"/>
                    <a:gd name="T56" fmla="*/ 650 w 1622"/>
                    <a:gd name="T57" fmla="*/ 329 h 1649"/>
                    <a:gd name="T58" fmla="*/ 792 w 1622"/>
                    <a:gd name="T59" fmla="*/ 247 h 1649"/>
                    <a:gd name="T60" fmla="*/ 713 w 1622"/>
                    <a:gd name="T61" fmla="*/ 227 h 1649"/>
                    <a:gd name="T62" fmla="*/ 612 w 1622"/>
                    <a:gd name="T63" fmla="*/ 192 h 1649"/>
                    <a:gd name="T64" fmla="*/ 527 w 1622"/>
                    <a:gd name="T65" fmla="*/ 244 h 1649"/>
                    <a:gd name="T66" fmla="*/ 432 w 1622"/>
                    <a:gd name="T67" fmla="*/ 227 h 1649"/>
                    <a:gd name="T68" fmla="*/ 570 w 1622"/>
                    <a:gd name="T69" fmla="*/ 321 h 1649"/>
                    <a:gd name="T70" fmla="*/ 1009 w 1622"/>
                    <a:gd name="T71" fmla="*/ 355 h 1649"/>
                    <a:gd name="T72" fmla="*/ 1115 w 1622"/>
                    <a:gd name="T73" fmla="*/ 319 h 1649"/>
                    <a:gd name="T74" fmla="*/ 1154 w 1622"/>
                    <a:gd name="T75" fmla="*/ 192 h 1649"/>
                    <a:gd name="T76" fmla="*/ 1065 w 1622"/>
                    <a:gd name="T77" fmla="*/ 244 h 1649"/>
                    <a:gd name="T78" fmla="*/ 992 w 1622"/>
                    <a:gd name="T79" fmla="*/ 196 h 1649"/>
                    <a:gd name="T80" fmla="*/ 927 w 1622"/>
                    <a:gd name="T81" fmla="*/ 244 h 1649"/>
                    <a:gd name="T82" fmla="*/ 831 w 1622"/>
                    <a:gd name="T83" fmla="*/ 229 h 1649"/>
                    <a:gd name="T84" fmla="*/ 970 w 1622"/>
                    <a:gd name="T85" fmla="*/ 321 h 1649"/>
                    <a:gd name="T86" fmla="*/ 421 w 1622"/>
                    <a:gd name="T87" fmla="*/ 573 h 1649"/>
                    <a:gd name="T88" fmla="*/ 637 w 1622"/>
                    <a:gd name="T89" fmla="*/ 575 h 1649"/>
                    <a:gd name="T90" fmla="*/ 725 w 1622"/>
                    <a:gd name="T91" fmla="*/ 519 h 1649"/>
                    <a:gd name="T92" fmla="*/ 439 w 1622"/>
                    <a:gd name="T93" fmla="*/ 397 h 1649"/>
                    <a:gd name="T94" fmla="*/ 513 w 1622"/>
                    <a:gd name="T95" fmla="*/ 459 h 1649"/>
                    <a:gd name="T96" fmla="*/ 740 w 1622"/>
                    <a:gd name="T97" fmla="*/ 451 h 1649"/>
                    <a:gd name="T98" fmla="*/ 1210 w 1622"/>
                    <a:gd name="T99" fmla="*/ 545 h 1649"/>
                    <a:gd name="T100" fmla="*/ 901 w 1622"/>
                    <a:gd name="T101" fmla="*/ 516 h 1649"/>
                    <a:gd name="T102" fmla="*/ 1030 w 1622"/>
                    <a:gd name="T103" fmla="*/ 566 h 1649"/>
                    <a:gd name="T104" fmla="*/ 1041 w 1622"/>
                    <a:gd name="T105" fmla="*/ 364 h 1649"/>
                    <a:gd name="T106" fmla="*/ 930 w 1622"/>
                    <a:gd name="T107" fmla="*/ 474 h 1649"/>
                    <a:gd name="T108" fmla="*/ 1162 w 1622"/>
                    <a:gd name="T109" fmla="*/ 477 h 1649"/>
                    <a:gd name="T110" fmla="*/ 1041 w 1622"/>
                    <a:gd name="T111" fmla="*/ 364 h 16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1622" h="1649">
                      <a:moveTo>
                        <a:pt x="1620" y="828"/>
                      </a:moveTo>
                      <a:cubicBezTo>
                        <a:pt x="1619" y="1272"/>
                        <a:pt x="1252" y="1649"/>
                        <a:pt x="785" y="1635"/>
                      </a:cubicBezTo>
                      <a:cubicBezTo>
                        <a:pt x="357" y="1622"/>
                        <a:pt x="0" y="1271"/>
                        <a:pt x="2" y="825"/>
                      </a:cubicBezTo>
                      <a:cubicBezTo>
                        <a:pt x="4" y="367"/>
                        <a:pt x="368" y="32"/>
                        <a:pt x="779" y="17"/>
                      </a:cubicBezTo>
                      <a:cubicBezTo>
                        <a:pt x="1253" y="0"/>
                        <a:pt x="1622" y="384"/>
                        <a:pt x="1620" y="828"/>
                      </a:cubicBezTo>
                      <a:close/>
                      <a:moveTo>
                        <a:pt x="859" y="980"/>
                      </a:moveTo>
                      <a:cubicBezTo>
                        <a:pt x="852" y="924"/>
                        <a:pt x="846" y="916"/>
                        <a:pt x="815" y="916"/>
                      </a:cubicBezTo>
                      <a:cubicBezTo>
                        <a:pt x="801" y="916"/>
                        <a:pt x="781" y="917"/>
                        <a:pt x="774" y="926"/>
                      </a:cubicBezTo>
                      <a:cubicBezTo>
                        <a:pt x="763" y="939"/>
                        <a:pt x="760" y="959"/>
                        <a:pt x="753" y="979"/>
                      </a:cubicBezTo>
                      <a:cubicBezTo>
                        <a:pt x="750" y="979"/>
                        <a:pt x="743" y="979"/>
                        <a:pt x="737" y="979"/>
                      </a:cubicBezTo>
                      <a:cubicBezTo>
                        <a:pt x="682" y="979"/>
                        <a:pt x="628" y="979"/>
                        <a:pt x="573" y="980"/>
                      </a:cubicBezTo>
                      <a:cubicBezTo>
                        <a:pt x="498" y="981"/>
                        <a:pt x="434" y="1039"/>
                        <a:pt x="431" y="1111"/>
                      </a:cubicBezTo>
                      <a:cubicBezTo>
                        <a:pt x="429" y="1143"/>
                        <a:pt x="430" y="1175"/>
                        <a:pt x="430" y="1207"/>
                      </a:cubicBezTo>
                      <a:cubicBezTo>
                        <a:pt x="431" y="1230"/>
                        <a:pt x="445" y="1241"/>
                        <a:pt x="473" y="1241"/>
                      </a:cubicBezTo>
                      <a:cubicBezTo>
                        <a:pt x="499" y="1241"/>
                        <a:pt x="512" y="1229"/>
                        <a:pt x="513" y="1205"/>
                      </a:cubicBezTo>
                      <a:cubicBezTo>
                        <a:pt x="513" y="1179"/>
                        <a:pt x="512" y="1153"/>
                        <a:pt x="514" y="1127"/>
                      </a:cubicBezTo>
                      <a:cubicBezTo>
                        <a:pt x="516" y="1088"/>
                        <a:pt x="540" y="1065"/>
                        <a:pt x="580" y="1064"/>
                      </a:cubicBezTo>
                      <a:cubicBezTo>
                        <a:pt x="635" y="1064"/>
                        <a:pt x="690" y="1065"/>
                        <a:pt x="745" y="1065"/>
                      </a:cubicBezTo>
                      <a:cubicBezTo>
                        <a:pt x="750" y="1065"/>
                        <a:pt x="754" y="1066"/>
                        <a:pt x="759" y="1067"/>
                      </a:cubicBezTo>
                      <a:cubicBezTo>
                        <a:pt x="759" y="1094"/>
                        <a:pt x="760" y="1120"/>
                        <a:pt x="759" y="1146"/>
                      </a:cubicBezTo>
                      <a:cubicBezTo>
                        <a:pt x="758" y="1152"/>
                        <a:pt x="754" y="1160"/>
                        <a:pt x="749" y="1164"/>
                      </a:cubicBezTo>
                      <a:cubicBezTo>
                        <a:pt x="692" y="1204"/>
                        <a:pt x="635" y="1244"/>
                        <a:pt x="578" y="1284"/>
                      </a:cubicBezTo>
                      <a:cubicBezTo>
                        <a:pt x="533" y="1315"/>
                        <a:pt x="489" y="1346"/>
                        <a:pt x="445" y="1379"/>
                      </a:cubicBezTo>
                      <a:cubicBezTo>
                        <a:pt x="422" y="1396"/>
                        <a:pt x="422" y="1415"/>
                        <a:pt x="441" y="1439"/>
                      </a:cubicBezTo>
                      <a:cubicBezTo>
                        <a:pt x="456" y="1459"/>
                        <a:pt x="475" y="1462"/>
                        <a:pt x="497" y="1447"/>
                      </a:cubicBezTo>
                      <a:cubicBezTo>
                        <a:pt x="518" y="1432"/>
                        <a:pt x="538" y="1416"/>
                        <a:pt x="560" y="1401"/>
                      </a:cubicBezTo>
                      <a:cubicBezTo>
                        <a:pt x="637" y="1347"/>
                        <a:pt x="716" y="1293"/>
                        <a:pt x="793" y="1238"/>
                      </a:cubicBezTo>
                      <a:cubicBezTo>
                        <a:pt x="805" y="1230"/>
                        <a:pt x="813" y="1230"/>
                        <a:pt x="823" y="1238"/>
                      </a:cubicBezTo>
                      <a:cubicBezTo>
                        <a:pt x="861" y="1264"/>
                        <a:pt x="898" y="1291"/>
                        <a:pt x="936" y="1317"/>
                      </a:cubicBezTo>
                      <a:cubicBezTo>
                        <a:pt x="997" y="1360"/>
                        <a:pt x="1057" y="1403"/>
                        <a:pt x="1118" y="1445"/>
                      </a:cubicBezTo>
                      <a:cubicBezTo>
                        <a:pt x="1143" y="1463"/>
                        <a:pt x="1161" y="1460"/>
                        <a:pt x="1177" y="1438"/>
                      </a:cubicBezTo>
                      <a:cubicBezTo>
                        <a:pt x="1195" y="1413"/>
                        <a:pt x="1193" y="1395"/>
                        <a:pt x="1169" y="1377"/>
                      </a:cubicBezTo>
                      <a:cubicBezTo>
                        <a:pt x="1147" y="1359"/>
                        <a:pt x="1123" y="1343"/>
                        <a:pt x="1100" y="1326"/>
                      </a:cubicBezTo>
                      <a:cubicBezTo>
                        <a:pt x="1025" y="1274"/>
                        <a:pt x="951" y="1222"/>
                        <a:pt x="876" y="1170"/>
                      </a:cubicBezTo>
                      <a:cubicBezTo>
                        <a:pt x="869" y="1165"/>
                        <a:pt x="860" y="1157"/>
                        <a:pt x="859" y="1150"/>
                      </a:cubicBezTo>
                      <a:cubicBezTo>
                        <a:pt x="857" y="1122"/>
                        <a:pt x="858" y="1094"/>
                        <a:pt x="858" y="1065"/>
                      </a:cubicBezTo>
                      <a:cubicBezTo>
                        <a:pt x="923" y="1065"/>
                        <a:pt x="987" y="1064"/>
                        <a:pt x="1051" y="1066"/>
                      </a:cubicBezTo>
                      <a:cubicBezTo>
                        <a:pt x="1082" y="1067"/>
                        <a:pt x="1102" y="1093"/>
                        <a:pt x="1103" y="1126"/>
                      </a:cubicBezTo>
                      <a:cubicBezTo>
                        <a:pt x="1104" y="1153"/>
                        <a:pt x="1103" y="1179"/>
                        <a:pt x="1103" y="1206"/>
                      </a:cubicBezTo>
                      <a:cubicBezTo>
                        <a:pt x="1104" y="1227"/>
                        <a:pt x="1119" y="1240"/>
                        <a:pt x="1141" y="1241"/>
                      </a:cubicBezTo>
                      <a:cubicBezTo>
                        <a:pt x="1170" y="1242"/>
                        <a:pt x="1187" y="1232"/>
                        <a:pt x="1188" y="1209"/>
                      </a:cubicBezTo>
                      <a:cubicBezTo>
                        <a:pt x="1189" y="1172"/>
                        <a:pt x="1189" y="1135"/>
                        <a:pt x="1185" y="1099"/>
                      </a:cubicBezTo>
                      <a:cubicBezTo>
                        <a:pt x="1183" y="1079"/>
                        <a:pt x="1173" y="1059"/>
                        <a:pt x="1162" y="1042"/>
                      </a:cubicBezTo>
                      <a:cubicBezTo>
                        <a:pt x="1133" y="998"/>
                        <a:pt x="1089" y="980"/>
                        <a:pt x="1038" y="980"/>
                      </a:cubicBezTo>
                      <a:cubicBezTo>
                        <a:pt x="978" y="979"/>
                        <a:pt x="919" y="980"/>
                        <a:pt x="859" y="980"/>
                      </a:cubicBezTo>
                      <a:close/>
                      <a:moveTo>
                        <a:pt x="862" y="813"/>
                      </a:moveTo>
                      <a:cubicBezTo>
                        <a:pt x="870" y="813"/>
                        <a:pt x="878" y="813"/>
                        <a:pt x="885" y="813"/>
                      </a:cubicBezTo>
                      <a:cubicBezTo>
                        <a:pt x="978" y="813"/>
                        <a:pt x="1071" y="813"/>
                        <a:pt x="1165" y="813"/>
                      </a:cubicBezTo>
                      <a:cubicBezTo>
                        <a:pt x="1192" y="813"/>
                        <a:pt x="1204" y="801"/>
                        <a:pt x="1205" y="775"/>
                      </a:cubicBezTo>
                      <a:cubicBezTo>
                        <a:pt x="1205" y="746"/>
                        <a:pt x="1195" y="735"/>
                        <a:pt x="1166" y="733"/>
                      </a:cubicBezTo>
                      <a:cubicBezTo>
                        <a:pt x="1159" y="733"/>
                        <a:pt x="1153" y="733"/>
                        <a:pt x="1146" y="733"/>
                      </a:cubicBezTo>
                      <a:cubicBezTo>
                        <a:pt x="1058" y="733"/>
                        <a:pt x="970" y="733"/>
                        <a:pt x="882" y="733"/>
                      </a:cubicBezTo>
                      <a:cubicBezTo>
                        <a:pt x="873" y="733"/>
                        <a:pt x="861" y="737"/>
                        <a:pt x="859" y="721"/>
                      </a:cubicBezTo>
                      <a:cubicBezTo>
                        <a:pt x="857" y="704"/>
                        <a:pt x="867" y="701"/>
                        <a:pt x="881" y="701"/>
                      </a:cubicBezTo>
                      <a:cubicBezTo>
                        <a:pt x="967" y="701"/>
                        <a:pt x="1054" y="701"/>
                        <a:pt x="1141" y="701"/>
                      </a:cubicBezTo>
                      <a:cubicBezTo>
                        <a:pt x="1152" y="701"/>
                        <a:pt x="1164" y="703"/>
                        <a:pt x="1174" y="700"/>
                      </a:cubicBezTo>
                      <a:cubicBezTo>
                        <a:pt x="1182" y="698"/>
                        <a:pt x="1192" y="693"/>
                        <a:pt x="1196" y="686"/>
                      </a:cubicBezTo>
                      <a:cubicBezTo>
                        <a:pt x="1216" y="652"/>
                        <a:pt x="1196" y="617"/>
                        <a:pt x="1157" y="617"/>
                      </a:cubicBezTo>
                      <a:cubicBezTo>
                        <a:pt x="1065" y="617"/>
                        <a:pt x="974" y="617"/>
                        <a:pt x="883" y="617"/>
                      </a:cubicBezTo>
                      <a:cubicBezTo>
                        <a:pt x="876" y="617"/>
                        <a:pt x="869" y="617"/>
                        <a:pt x="859" y="616"/>
                      </a:cubicBezTo>
                      <a:cubicBezTo>
                        <a:pt x="859" y="599"/>
                        <a:pt x="859" y="583"/>
                        <a:pt x="859" y="567"/>
                      </a:cubicBezTo>
                      <a:cubicBezTo>
                        <a:pt x="859" y="510"/>
                        <a:pt x="859" y="452"/>
                        <a:pt x="859" y="395"/>
                      </a:cubicBezTo>
                      <a:cubicBezTo>
                        <a:pt x="859" y="378"/>
                        <a:pt x="856" y="363"/>
                        <a:pt x="837" y="357"/>
                      </a:cubicBezTo>
                      <a:cubicBezTo>
                        <a:pt x="814" y="350"/>
                        <a:pt x="778" y="355"/>
                        <a:pt x="769" y="369"/>
                      </a:cubicBezTo>
                      <a:cubicBezTo>
                        <a:pt x="765" y="375"/>
                        <a:pt x="764" y="382"/>
                        <a:pt x="764" y="389"/>
                      </a:cubicBezTo>
                      <a:cubicBezTo>
                        <a:pt x="763" y="427"/>
                        <a:pt x="763" y="464"/>
                        <a:pt x="763" y="501"/>
                      </a:cubicBezTo>
                      <a:cubicBezTo>
                        <a:pt x="763" y="539"/>
                        <a:pt x="763" y="577"/>
                        <a:pt x="763" y="617"/>
                      </a:cubicBezTo>
                      <a:cubicBezTo>
                        <a:pt x="752" y="617"/>
                        <a:pt x="744" y="617"/>
                        <a:pt x="735" y="617"/>
                      </a:cubicBezTo>
                      <a:cubicBezTo>
                        <a:pt x="645" y="617"/>
                        <a:pt x="555" y="617"/>
                        <a:pt x="465" y="617"/>
                      </a:cubicBezTo>
                      <a:cubicBezTo>
                        <a:pt x="427" y="617"/>
                        <a:pt x="406" y="650"/>
                        <a:pt x="425" y="684"/>
                      </a:cubicBezTo>
                      <a:cubicBezTo>
                        <a:pt x="430" y="692"/>
                        <a:pt x="444" y="701"/>
                        <a:pt x="453" y="701"/>
                      </a:cubicBezTo>
                      <a:cubicBezTo>
                        <a:pt x="549" y="702"/>
                        <a:pt x="645" y="701"/>
                        <a:pt x="741" y="701"/>
                      </a:cubicBezTo>
                      <a:cubicBezTo>
                        <a:pt x="748" y="701"/>
                        <a:pt x="755" y="702"/>
                        <a:pt x="762" y="703"/>
                      </a:cubicBezTo>
                      <a:cubicBezTo>
                        <a:pt x="762" y="713"/>
                        <a:pt x="762" y="722"/>
                        <a:pt x="762" y="732"/>
                      </a:cubicBezTo>
                      <a:cubicBezTo>
                        <a:pt x="753" y="732"/>
                        <a:pt x="745" y="733"/>
                        <a:pt x="736" y="733"/>
                      </a:cubicBezTo>
                      <a:cubicBezTo>
                        <a:pt x="643" y="733"/>
                        <a:pt x="551" y="733"/>
                        <a:pt x="458" y="733"/>
                      </a:cubicBezTo>
                      <a:cubicBezTo>
                        <a:pt x="444" y="733"/>
                        <a:pt x="428" y="732"/>
                        <a:pt x="424" y="747"/>
                      </a:cubicBezTo>
                      <a:cubicBezTo>
                        <a:pt x="420" y="763"/>
                        <a:pt x="419" y="782"/>
                        <a:pt x="423" y="797"/>
                      </a:cubicBezTo>
                      <a:cubicBezTo>
                        <a:pt x="427" y="813"/>
                        <a:pt x="444" y="813"/>
                        <a:pt x="458" y="813"/>
                      </a:cubicBezTo>
                      <a:cubicBezTo>
                        <a:pt x="553" y="813"/>
                        <a:pt x="648" y="813"/>
                        <a:pt x="742" y="813"/>
                      </a:cubicBezTo>
                      <a:cubicBezTo>
                        <a:pt x="749" y="813"/>
                        <a:pt x="755" y="813"/>
                        <a:pt x="762" y="814"/>
                      </a:cubicBezTo>
                      <a:cubicBezTo>
                        <a:pt x="766" y="859"/>
                        <a:pt x="770" y="864"/>
                        <a:pt x="800" y="865"/>
                      </a:cubicBezTo>
                      <a:cubicBezTo>
                        <a:pt x="849" y="867"/>
                        <a:pt x="853" y="864"/>
                        <a:pt x="862" y="813"/>
                      </a:cubicBezTo>
                      <a:close/>
                      <a:moveTo>
                        <a:pt x="570" y="321"/>
                      </a:moveTo>
                      <a:cubicBezTo>
                        <a:pt x="571" y="323"/>
                        <a:pt x="572" y="326"/>
                        <a:pt x="573" y="328"/>
                      </a:cubicBezTo>
                      <a:cubicBezTo>
                        <a:pt x="577" y="350"/>
                        <a:pt x="594" y="356"/>
                        <a:pt x="613" y="356"/>
                      </a:cubicBezTo>
                      <a:cubicBezTo>
                        <a:pt x="631" y="356"/>
                        <a:pt x="645" y="350"/>
                        <a:pt x="650" y="329"/>
                      </a:cubicBezTo>
                      <a:cubicBezTo>
                        <a:pt x="651" y="325"/>
                        <a:pt x="659" y="321"/>
                        <a:pt x="664" y="321"/>
                      </a:cubicBezTo>
                      <a:cubicBezTo>
                        <a:pt x="684" y="319"/>
                        <a:pt x="704" y="320"/>
                        <a:pt x="724" y="318"/>
                      </a:cubicBezTo>
                      <a:cubicBezTo>
                        <a:pt x="774" y="315"/>
                        <a:pt x="791" y="298"/>
                        <a:pt x="792" y="247"/>
                      </a:cubicBezTo>
                      <a:cubicBezTo>
                        <a:pt x="792" y="242"/>
                        <a:pt x="792" y="237"/>
                        <a:pt x="792" y="231"/>
                      </a:cubicBezTo>
                      <a:cubicBezTo>
                        <a:pt x="791" y="205"/>
                        <a:pt x="779" y="193"/>
                        <a:pt x="755" y="192"/>
                      </a:cubicBezTo>
                      <a:cubicBezTo>
                        <a:pt x="729" y="191"/>
                        <a:pt x="718" y="202"/>
                        <a:pt x="713" y="227"/>
                      </a:cubicBezTo>
                      <a:cubicBezTo>
                        <a:pt x="712" y="233"/>
                        <a:pt x="704" y="242"/>
                        <a:pt x="698" y="243"/>
                      </a:cubicBezTo>
                      <a:cubicBezTo>
                        <a:pt x="683" y="245"/>
                        <a:pt x="668" y="244"/>
                        <a:pt x="653" y="244"/>
                      </a:cubicBezTo>
                      <a:cubicBezTo>
                        <a:pt x="646" y="202"/>
                        <a:pt x="637" y="191"/>
                        <a:pt x="612" y="192"/>
                      </a:cubicBezTo>
                      <a:cubicBezTo>
                        <a:pt x="602" y="193"/>
                        <a:pt x="589" y="194"/>
                        <a:pt x="584" y="201"/>
                      </a:cubicBezTo>
                      <a:cubicBezTo>
                        <a:pt x="576" y="212"/>
                        <a:pt x="573" y="228"/>
                        <a:pt x="566" y="244"/>
                      </a:cubicBezTo>
                      <a:cubicBezTo>
                        <a:pt x="555" y="244"/>
                        <a:pt x="541" y="243"/>
                        <a:pt x="527" y="244"/>
                      </a:cubicBezTo>
                      <a:cubicBezTo>
                        <a:pt x="515" y="244"/>
                        <a:pt x="510" y="237"/>
                        <a:pt x="509" y="225"/>
                      </a:cubicBezTo>
                      <a:cubicBezTo>
                        <a:pt x="506" y="202"/>
                        <a:pt x="493" y="191"/>
                        <a:pt x="469" y="192"/>
                      </a:cubicBezTo>
                      <a:cubicBezTo>
                        <a:pt x="445" y="193"/>
                        <a:pt x="433" y="204"/>
                        <a:pt x="432" y="227"/>
                      </a:cubicBezTo>
                      <a:cubicBezTo>
                        <a:pt x="431" y="240"/>
                        <a:pt x="431" y="254"/>
                        <a:pt x="433" y="267"/>
                      </a:cubicBezTo>
                      <a:cubicBezTo>
                        <a:pt x="437" y="299"/>
                        <a:pt x="456" y="315"/>
                        <a:pt x="488" y="317"/>
                      </a:cubicBezTo>
                      <a:cubicBezTo>
                        <a:pt x="515" y="319"/>
                        <a:pt x="542" y="320"/>
                        <a:pt x="570" y="321"/>
                      </a:cubicBezTo>
                      <a:close/>
                      <a:moveTo>
                        <a:pt x="970" y="321"/>
                      </a:moveTo>
                      <a:cubicBezTo>
                        <a:pt x="971" y="326"/>
                        <a:pt x="972" y="333"/>
                        <a:pt x="975" y="335"/>
                      </a:cubicBezTo>
                      <a:cubicBezTo>
                        <a:pt x="986" y="343"/>
                        <a:pt x="997" y="354"/>
                        <a:pt x="1009" y="355"/>
                      </a:cubicBezTo>
                      <a:cubicBezTo>
                        <a:pt x="1020" y="356"/>
                        <a:pt x="1041" y="349"/>
                        <a:pt x="1043" y="342"/>
                      </a:cubicBezTo>
                      <a:cubicBezTo>
                        <a:pt x="1049" y="314"/>
                        <a:pt x="1068" y="321"/>
                        <a:pt x="1085" y="320"/>
                      </a:cubicBezTo>
                      <a:cubicBezTo>
                        <a:pt x="1095" y="320"/>
                        <a:pt x="1105" y="319"/>
                        <a:pt x="1115" y="319"/>
                      </a:cubicBezTo>
                      <a:cubicBezTo>
                        <a:pt x="1192" y="317"/>
                        <a:pt x="1191" y="284"/>
                        <a:pt x="1191" y="232"/>
                      </a:cubicBezTo>
                      <a:cubicBezTo>
                        <a:pt x="1191" y="230"/>
                        <a:pt x="1191" y="228"/>
                        <a:pt x="1191" y="226"/>
                      </a:cubicBezTo>
                      <a:cubicBezTo>
                        <a:pt x="1188" y="203"/>
                        <a:pt x="1178" y="193"/>
                        <a:pt x="1154" y="192"/>
                      </a:cubicBezTo>
                      <a:cubicBezTo>
                        <a:pt x="1130" y="190"/>
                        <a:pt x="1116" y="200"/>
                        <a:pt x="1113" y="222"/>
                      </a:cubicBezTo>
                      <a:cubicBezTo>
                        <a:pt x="1112" y="240"/>
                        <a:pt x="1103" y="245"/>
                        <a:pt x="1087" y="244"/>
                      </a:cubicBezTo>
                      <a:cubicBezTo>
                        <a:pt x="1080" y="244"/>
                        <a:pt x="1073" y="243"/>
                        <a:pt x="1065" y="244"/>
                      </a:cubicBezTo>
                      <a:cubicBezTo>
                        <a:pt x="1054" y="245"/>
                        <a:pt x="1049" y="240"/>
                        <a:pt x="1048" y="228"/>
                      </a:cubicBezTo>
                      <a:cubicBezTo>
                        <a:pt x="1048" y="219"/>
                        <a:pt x="1045" y="208"/>
                        <a:pt x="1039" y="202"/>
                      </a:cubicBezTo>
                      <a:cubicBezTo>
                        <a:pt x="1025" y="189"/>
                        <a:pt x="1008" y="189"/>
                        <a:pt x="992" y="196"/>
                      </a:cubicBezTo>
                      <a:cubicBezTo>
                        <a:pt x="977" y="202"/>
                        <a:pt x="972" y="214"/>
                        <a:pt x="972" y="229"/>
                      </a:cubicBezTo>
                      <a:cubicBezTo>
                        <a:pt x="971" y="234"/>
                        <a:pt x="970" y="238"/>
                        <a:pt x="970" y="243"/>
                      </a:cubicBezTo>
                      <a:cubicBezTo>
                        <a:pt x="955" y="243"/>
                        <a:pt x="941" y="243"/>
                        <a:pt x="927" y="244"/>
                      </a:cubicBezTo>
                      <a:cubicBezTo>
                        <a:pt x="915" y="244"/>
                        <a:pt x="909" y="239"/>
                        <a:pt x="908" y="226"/>
                      </a:cubicBezTo>
                      <a:cubicBezTo>
                        <a:pt x="906" y="202"/>
                        <a:pt x="893" y="191"/>
                        <a:pt x="868" y="192"/>
                      </a:cubicBezTo>
                      <a:cubicBezTo>
                        <a:pt x="844" y="193"/>
                        <a:pt x="832" y="205"/>
                        <a:pt x="831" y="229"/>
                      </a:cubicBezTo>
                      <a:cubicBezTo>
                        <a:pt x="831" y="238"/>
                        <a:pt x="831" y="247"/>
                        <a:pt x="832" y="255"/>
                      </a:cubicBezTo>
                      <a:cubicBezTo>
                        <a:pt x="832" y="295"/>
                        <a:pt x="850" y="314"/>
                        <a:pt x="889" y="317"/>
                      </a:cubicBezTo>
                      <a:cubicBezTo>
                        <a:pt x="916" y="319"/>
                        <a:pt x="942" y="320"/>
                        <a:pt x="970" y="321"/>
                      </a:cubicBezTo>
                      <a:close/>
                      <a:moveTo>
                        <a:pt x="579" y="483"/>
                      </a:moveTo>
                      <a:cubicBezTo>
                        <a:pt x="528" y="486"/>
                        <a:pt x="480" y="498"/>
                        <a:pt x="433" y="519"/>
                      </a:cubicBezTo>
                      <a:cubicBezTo>
                        <a:pt x="414" y="528"/>
                        <a:pt x="411" y="545"/>
                        <a:pt x="421" y="573"/>
                      </a:cubicBezTo>
                      <a:cubicBezTo>
                        <a:pt x="430" y="594"/>
                        <a:pt x="443" y="601"/>
                        <a:pt x="463" y="595"/>
                      </a:cubicBezTo>
                      <a:cubicBezTo>
                        <a:pt x="479" y="591"/>
                        <a:pt x="493" y="585"/>
                        <a:pt x="508" y="579"/>
                      </a:cubicBezTo>
                      <a:cubicBezTo>
                        <a:pt x="551" y="564"/>
                        <a:pt x="593" y="558"/>
                        <a:pt x="637" y="575"/>
                      </a:cubicBezTo>
                      <a:cubicBezTo>
                        <a:pt x="657" y="583"/>
                        <a:pt x="677" y="589"/>
                        <a:pt x="697" y="595"/>
                      </a:cubicBezTo>
                      <a:cubicBezTo>
                        <a:pt x="720" y="601"/>
                        <a:pt x="731" y="593"/>
                        <a:pt x="740" y="568"/>
                      </a:cubicBezTo>
                      <a:cubicBezTo>
                        <a:pt x="749" y="542"/>
                        <a:pt x="746" y="529"/>
                        <a:pt x="725" y="519"/>
                      </a:cubicBezTo>
                      <a:cubicBezTo>
                        <a:pt x="679" y="498"/>
                        <a:pt x="631" y="485"/>
                        <a:pt x="579" y="483"/>
                      </a:cubicBezTo>
                      <a:close/>
                      <a:moveTo>
                        <a:pt x="582" y="364"/>
                      </a:moveTo>
                      <a:cubicBezTo>
                        <a:pt x="532" y="366"/>
                        <a:pt x="484" y="378"/>
                        <a:pt x="439" y="397"/>
                      </a:cubicBezTo>
                      <a:cubicBezTo>
                        <a:pt x="414" y="408"/>
                        <a:pt x="409" y="424"/>
                        <a:pt x="420" y="451"/>
                      </a:cubicBezTo>
                      <a:cubicBezTo>
                        <a:pt x="430" y="477"/>
                        <a:pt x="443" y="483"/>
                        <a:pt x="470" y="474"/>
                      </a:cubicBezTo>
                      <a:cubicBezTo>
                        <a:pt x="484" y="469"/>
                        <a:pt x="499" y="464"/>
                        <a:pt x="513" y="459"/>
                      </a:cubicBezTo>
                      <a:cubicBezTo>
                        <a:pt x="552" y="444"/>
                        <a:pt x="591" y="440"/>
                        <a:pt x="632" y="454"/>
                      </a:cubicBezTo>
                      <a:cubicBezTo>
                        <a:pt x="653" y="462"/>
                        <a:pt x="674" y="469"/>
                        <a:pt x="696" y="476"/>
                      </a:cubicBezTo>
                      <a:cubicBezTo>
                        <a:pt x="718" y="483"/>
                        <a:pt x="730" y="476"/>
                        <a:pt x="740" y="451"/>
                      </a:cubicBezTo>
                      <a:cubicBezTo>
                        <a:pt x="750" y="426"/>
                        <a:pt x="746" y="409"/>
                        <a:pt x="726" y="400"/>
                      </a:cubicBezTo>
                      <a:cubicBezTo>
                        <a:pt x="680" y="379"/>
                        <a:pt x="632" y="367"/>
                        <a:pt x="582" y="364"/>
                      </a:cubicBezTo>
                      <a:close/>
                      <a:moveTo>
                        <a:pt x="1210" y="545"/>
                      </a:moveTo>
                      <a:cubicBezTo>
                        <a:pt x="1203" y="536"/>
                        <a:pt x="1197" y="526"/>
                        <a:pt x="1188" y="520"/>
                      </a:cubicBezTo>
                      <a:cubicBezTo>
                        <a:pt x="1174" y="512"/>
                        <a:pt x="1158" y="508"/>
                        <a:pt x="1142" y="502"/>
                      </a:cubicBezTo>
                      <a:cubicBezTo>
                        <a:pt x="1060" y="470"/>
                        <a:pt x="979" y="483"/>
                        <a:pt x="901" y="516"/>
                      </a:cubicBezTo>
                      <a:cubicBezTo>
                        <a:pt x="887" y="522"/>
                        <a:pt x="877" y="532"/>
                        <a:pt x="877" y="548"/>
                      </a:cubicBezTo>
                      <a:cubicBezTo>
                        <a:pt x="876" y="586"/>
                        <a:pt x="900" y="603"/>
                        <a:pt x="936" y="592"/>
                      </a:cubicBezTo>
                      <a:cubicBezTo>
                        <a:pt x="967" y="582"/>
                        <a:pt x="998" y="571"/>
                        <a:pt x="1030" y="566"/>
                      </a:cubicBezTo>
                      <a:cubicBezTo>
                        <a:pt x="1071" y="559"/>
                        <a:pt x="1109" y="579"/>
                        <a:pt x="1147" y="591"/>
                      </a:cubicBezTo>
                      <a:cubicBezTo>
                        <a:pt x="1184" y="603"/>
                        <a:pt x="1206" y="588"/>
                        <a:pt x="1210" y="545"/>
                      </a:cubicBezTo>
                      <a:close/>
                      <a:moveTo>
                        <a:pt x="1041" y="364"/>
                      </a:moveTo>
                      <a:cubicBezTo>
                        <a:pt x="993" y="367"/>
                        <a:pt x="945" y="378"/>
                        <a:pt x="900" y="399"/>
                      </a:cubicBezTo>
                      <a:cubicBezTo>
                        <a:pt x="877" y="409"/>
                        <a:pt x="872" y="425"/>
                        <a:pt x="882" y="451"/>
                      </a:cubicBezTo>
                      <a:cubicBezTo>
                        <a:pt x="893" y="477"/>
                        <a:pt x="904" y="483"/>
                        <a:pt x="930" y="474"/>
                      </a:cubicBezTo>
                      <a:cubicBezTo>
                        <a:pt x="940" y="471"/>
                        <a:pt x="950" y="468"/>
                        <a:pt x="960" y="464"/>
                      </a:cubicBezTo>
                      <a:cubicBezTo>
                        <a:pt x="1014" y="441"/>
                        <a:pt x="1067" y="439"/>
                        <a:pt x="1121" y="463"/>
                      </a:cubicBezTo>
                      <a:cubicBezTo>
                        <a:pt x="1134" y="469"/>
                        <a:pt x="1148" y="473"/>
                        <a:pt x="1162" y="477"/>
                      </a:cubicBezTo>
                      <a:cubicBezTo>
                        <a:pt x="1183" y="482"/>
                        <a:pt x="1193" y="473"/>
                        <a:pt x="1203" y="448"/>
                      </a:cubicBezTo>
                      <a:cubicBezTo>
                        <a:pt x="1210" y="427"/>
                        <a:pt x="1206" y="408"/>
                        <a:pt x="1190" y="401"/>
                      </a:cubicBezTo>
                      <a:cubicBezTo>
                        <a:pt x="1143" y="380"/>
                        <a:pt x="1094" y="367"/>
                        <a:pt x="1041" y="36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5" name="îSľïḋe"/>
                <p:cNvSpPr/>
                <p:nvPr>
                  <p:custDataLst>
                    <p:tags r:id="rId23"/>
                  </p:custDataLst>
                </p:nvPr>
              </p:nvSpPr>
              <p:spPr bwMode="auto">
                <a:xfrm>
                  <a:off x="2478825" y="2655864"/>
                  <a:ext cx="1586382" cy="1572129"/>
                </a:xfrm>
                <a:custGeom>
                  <a:avLst/>
                  <a:gdLst>
                    <a:gd name="connsiteX0" fmla="*/ 887404 w 1586382"/>
                    <a:gd name="connsiteY0" fmla="*/ 1525720 h 1572129"/>
                    <a:gd name="connsiteX1" fmla="*/ 888259 w 1586382"/>
                    <a:gd name="connsiteY1" fmla="*/ 1526065 h 1572129"/>
                    <a:gd name="connsiteX2" fmla="*/ 887556 w 1586382"/>
                    <a:gd name="connsiteY2" fmla="*/ 1526677 h 1572129"/>
                    <a:gd name="connsiteX3" fmla="*/ 805086 w 1586382"/>
                    <a:gd name="connsiteY3" fmla="*/ 1488855 h 1572129"/>
                    <a:gd name="connsiteX4" fmla="*/ 845989 w 1586382"/>
                    <a:gd name="connsiteY4" fmla="*/ 1525305 h 1572129"/>
                    <a:gd name="connsiteX5" fmla="*/ 817205 w 1586382"/>
                    <a:gd name="connsiteY5" fmla="*/ 1567706 h 1572129"/>
                    <a:gd name="connsiteX6" fmla="*/ 822508 w 1586382"/>
                    <a:gd name="connsiteY6" fmla="*/ 1504476 h 1572129"/>
                    <a:gd name="connsiteX7" fmla="*/ 806601 w 1586382"/>
                    <a:gd name="connsiteY7" fmla="*/ 1492574 h 1572129"/>
                    <a:gd name="connsiteX8" fmla="*/ 789937 w 1586382"/>
                    <a:gd name="connsiteY8" fmla="*/ 1504476 h 1572129"/>
                    <a:gd name="connsiteX9" fmla="*/ 797511 w 1586382"/>
                    <a:gd name="connsiteY9" fmla="*/ 1567706 h 1572129"/>
                    <a:gd name="connsiteX10" fmla="*/ 767213 w 1586382"/>
                    <a:gd name="connsiteY10" fmla="*/ 1530512 h 1572129"/>
                    <a:gd name="connsiteX11" fmla="*/ 805086 w 1586382"/>
                    <a:gd name="connsiteY11" fmla="*/ 1488855 h 1572129"/>
                    <a:gd name="connsiteX12" fmla="*/ 681430 w 1586382"/>
                    <a:gd name="connsiteY12" fmla="*/ 1484077 h 1572129"/>
                    <a:gd name="connsiteX13" fmla="*/ 713774 w 1586382"/>
                    <a:gd name="connsiteY13" fmla="*/ 1504970 h 1572129"/>
                    <a:gd name="connsiteX14" fmla="*/ 738597 w 1586382"/>
                    <a:gd name="connsiteY14" fmla="*/ 1546758 h 1572129"/>
                    <a:gd name="connsiteX15" fmla="*/ 738597 w 1586382"/>
                    <a:gd name="connsiteY15" fmla="*/ 1489300 h 1572129"/>
                    <a:gd name="connsiteX16" fmla="*/ 750632 w 1586382"/>
                    <a:gd name="connsiteY16" fmla="*/ 1490046 h 1572129"/>
                    <a:gd name="connsiteX17" fmla="*/ 740853 w 1586382"/>
                    <a:gd name="connsiteY17" fmla="*/ 1572129 h 1572129"/>
                    <a:gd name="connsiteX18" fmla="*/ 728066 w 1586382"/>
                    <a:gd name="connsiteY18" fmla="*/ 1560190 h 1572129"/>
                    <a:gd name="connsiteX19" fmla="*/ 703244 w 1586382"/>
                    <a:gd name="connsiteY19" fmla="*/ 1516910 h 1572129"/>
                    <a:gd name="connsiteX20" fmla="*/ 693465 w 1586382"/>
                    <a:gd name="connsiteY20" fmla="*/ 1502732 h 1572129"/>
                    <a:gd name="connsiteX21" fmla="*/ 695722 w 1586382"/>
                    <a:gd name="connsiteY21" fmla="*/ 1566160 h 1572129"/>
                    <a:gd name="connsiteX22" fmla="*/ 677669 w 1586382"/>
                    <a:gd name="connsiteY22" fmla="*/ 1564667 h 1572129"/>
                    <a:gd name="connsiteX23" fmla="*/ 681430 w 1586382"/>
                    <a:gd name="connsiteY23" fmla="*/ 1484077 h 1572129"/>
                    <a:gd name="connsiteX24" fmla="*/ 901939 w 1586382"/>
                    <a:gd name="connsiteY24" fmla="*/ 1482986 h 1572129"/>
                    <a:gd name="connsiteX25" fmla="*/ 923893 w 1586382"/>
                    <a:gd name="connsiteY25" fmla="*/ 1497298 h 1572129"/>
                    <a:gd name="connsiteX26" fmla="*/ 911780 w 1586382"/>
                    <a:gd name="connsiteY26" fmla="*/ 1518391 h 1572129"/>
                    <a:gd name="connsiteX27" fmla="*/ 904967 w 1586382"/>
                    <a:gd name="connsiteY27" fmla="*/ 1522157 h 1572129"/>
                    <a:gd name="connsiteX28" fmla="*/ 935248 w 1586382"/>
                    <a:gd name="connsiteY28" fmla="*/ 1556056 h 1572129"/>
                    <a:gd name="connsiteX29" fmla="*/ 917836 w 1586382"/>
                    <a:gd name="connsiteY29" fmla="*/ 1559069 h 1572129"/>
                    <a:gd name="connsiteX30" fmla="*/ 905724 w 1586382"/>
                    <a:gd name="connsiteY30" fmla="*/ 1544003 h 1572129"/>
                    <a:gd name="connsiteX31" fmla="*/ 900993 w 1586382"/>
                    <a:gd name="connsiteY31" fmla="*/ 1531197 h 1572129"/>
                    <a:gd name="connsiteX32" fmla="*/ 888259 w 1586382"/>
                    <a:gd name="connsiteY32" fmla="*/ 1526065 h 1572129"/>
                    <a:gd name="connsiteX33" fmla="*/ 905724 w 1586382"/>
                    <a:gd name="connsiteY33" fmla="*/ 1510858 h 1572129"/>
                    <a:gd name="connsiteX34" fmla="*/ 901182 w 1586382"/>
                    <a:gd name="connsiteY34" fmla="*/ 1490519 h 1572129"/>
                    <a:gd name="connsiteX35" fmla="*/ 888313 w 1586382"/>
                    <a:gd name="connsiteY35" fmla="*/ 1487506 h 1572129"/>
                    <a:gd name="connsiteX36" fmla="*/ 883013 w 1586382"/>
                    <a:gd name="connsiteY36" fmla="*/ 1498052 h 1572129"/>
                    <a:gd name="connsiteX37" fmla="*/ 887404 w 1586382"/>
                    <a:gd name="connsiteY37" fmla="*/ 1525720 h 1572129"/>
                    <a:gd name="connsiteX38" fmla="*/ 886041 w 1586382"/>
                    <a:gd name="connsiteY38" fmla="*/ 1525171 h 1572129"/>
                    <a:gd name="connsiteX39" fmla="*/ 892098 w 1586382"/>
                    <a:gd name="connsiteY39" fmla="*/ 1565096 h 1572129"/>
                    <a:gd name="connsiteX40" fmla="*/ 874686 w 1586382"/>
                    <a:gd name="connsiteY40" fmla="*/ 1566602 h 1572129"/>
                    <a:gd name="connsiteX41" fmla="*/ 865602 w 1586382"/>
                    <a:gd name="connsiteY41" fmla="*/ 1485999 h 1572129"/>
                    <a:gd name="connsiteX42" fmla="*/ 901939 w 1586382"/>
                    <a:gd name="connsiteY42" fmla="*/ 1482986 h 1572129"/>
                    <a:gd name="connsiteX43" fmla="*/ 612386 w 1586382"/>
                    <a:gd name="connsiteY43" fmla="*/ 1468212 h 1572129"/>
                    <a:gd name="connsiteX44" fmla="*/ 616168 w 1586382"/>
                    <a:gd name="connsiteY44" fmla="*/ 1468212 h 1572129"/>
                    <a:gd name="connsiteX45" fmla="*/ 629026 w 1586382"/>
                    <a:gd name="connsiteY45" fmla="*/ 1555546 h 1572129"/>
                    <a:gd name="connsiteX46" fmla="*/ 598771 w 1586382"/>
                    <a:gd name="connsiteY46" fmla="*/ 1547405 h 1572129"/>
                    <a:gd name="connsiteX47" fmla="*/ 607847 w 1586382"/>
                    <a:gd name="connsiteY47" fmla="*/ 1528162 h 1572129"/>
                    <a:gd name="connsiteX48" fmla="*/ 584399 w 1586382"/>
                    <a:gd name="connsiteY48" fmla="*/ 1516320 h 1572129"/>
                    <a:gd name="connsiteX49" fmla="*/ 572297 w 1586382"/>
                    <a:gd name="connsiteY49" fmla="*/ 1539264 h 1572129"/>
                    <a:gd name="connsiteX50" fmla="*/ 557169 w 1586382"/>
                    <a:gd name="connsiteY50" fmla="*/ 1534823 h 1572129"/>
                    <a:gd name="connsiteX51" fmla="*/ 592882 w 1586382"/>
                    <a:gd name="connsiteY51" fmla="*/ 1494782 h 1572129"/>
                    <a:gd name="connsiteX52" fmla="*/ 593213 w 1586382"/>
                    <a:gd name="connsiteY52" fmla="*/ 1494631 h 1572129"/>
                    <a:gd name="connsiteX53" fmla="*/ 585156 w 1586382"/>
                    <a:gd name="connsiteY53" fmla="*/ 1510399 h 1572129"/>
                    <a:gd name="connsiteX54" fmla="*/ 607091 w 1586382"/>
                    <a:gd name="connsiteY54" fmla="*/ 1517060 h 1572129"/>
                    <a:gd name="connsiteX55" fmla="*/ 604065 w 1586382"/>
                    <a:gd name="connsiteY55" fmla="*/ 1489676 h 1572129"/>
                    <a:gd name="connsiteX56" fmla="*/ 593213 w 1586382"/>
                    <a:gd name="connsiteY56" fmla="*/ 1494631 h 1572129"/>
                    <a:gd name="connsiteX57" fmla="*/ 593476 w 1586382"/>
                    <a:gd name="connsiteY57" fmla="*/ 1494116 h 1572129"/>
                    <a:gd name="connsiteX58" fmla="*/ 592882 w 1586382"/>
                    <a:gd name="connsiteY58" fmla="*/ 1494782 h 1572129"/>
                    <a:gd name="connsiteX59" fmla="*/ 592719 w 1586382"/>
                    <a:gd name="connsiteY59" fmla="*/ 1494856 h 1572129"/>
                    <a:gd name="connsiteX60" fmla="*/ 612386 w 1586382"/>
                    <a:gd name="connsiteY60" fmla="*/ 1468212 h 1572129"/>
                    <a:gd name="connsiteX61" fmla="*/ 1071334 w 1586382"/>
                    <a:gd name="connsiteY61" fmla="*/ 1458228 h 1572129"/>
                    <a:gd name="connsiteX62" fmla="*/ 1071334 w 1586382"/>
                    <a:gd name="connsiteY62" fmla="*/ 1487321 h 1572129"/>
                    <a:gd name="connsiteX63" fmla="*/ 1092314 w 1586382"/>
                    <a:gd name="connsiteY63" fmla="*/ 1477623 h 1572129"/>
                    <a:gd name="connsiteX64" fmla="*/ 1071334 w 1586382"/>
                    <a:gd name="connsiteY64" fmla="*/ 1458228 h 1572129"/>
                    <a:gd name="connsiteX65" fmla="*/ 1015177 w 1586382"/>
                    <a:gd name="connsiteY65" fmla="*/ 1454947 h 1572129"/>
                    <a:gd name="connsiteX66" fmla="*/ 1025644 w 1586382"/>
                    <a:gd name="connsiteY66" fmla="*/ 1493834 h 1572129"/>
                    <a:gd name="connsiteX67" fmla="*/ 1043586 w 1586382"/>
                    <a:gd name="connsiteY67" fmla="*/ 1529730 h 1572129"/>
                    <a:gd name="connsiteX68" fmla="*/ 1019663 w 1586382"/>
                    <a:gd name="connsiteY68" fmla="*/ 1537209 h 1572129"/>
                    <a:gd name="connsiteX69" fmla="*/ 1003216 w 1586382"/>
                    <a:gd name="connsiteY69" fmla="*/ 1473643 h 1572129"/>
                    <a:gd name="connsiteX70" fmla="*/ 999478 w 1586382"/>
                    <a:gd name="connsiteY70" fmla="*/ 1473643 h 1572129"/>
                    <a:gd name="connsiteX71" fmla="*/ 994992 w 1586382"/>
                    <a:gd name="connsiteY71" fmla="*/ 1544687 h 1572129"/>
                    <a:gd name="connsiteX72" fmla="*/ 989759 w 1586382"/>
                    <a:gd name="connsiteY72" fmla="*/ 1545435 h 1572129"/>
                    <a:gd name="connsiteX73" fmla="*/ 952379 w 1586382"/>
                    <a:gd name="connsiteY73" fmla="*/ 1487852 h 1572129"/>
                    <a:gd name="connsiteX74" fmla="*/ 949389 w 1586382"/>
                    <a:gd name="connsiteY74" fmla="*/ 1490095 h 1572129"/>
                    <a:gd name="connsiteX75" fmla="*/ 972564 w 1586382"/>
                    <a:gd name="connsiteY75" fmla="*/ 1550670 h 1572129"/>
                    <a:gd name="connsiteX76" fmla="*/ 956865 w 1586382"/>
                    <a:gd name="connsiteY76" fmla="*/ 1556652 h 1572129"/>
                    <a:gd name="connsiteX77" fmla="*/ 939670 w 1586382"/>
                    <a:gd name="connsiteY77" fmla="*/ 1478130 h 1572129"/>
                    <a:gd name="connsiteX78" fmla="*/ 959855 w 1586382"/>
                    <a:gd name="connsiteY78" fmla="*/ 1471399 h 1572129"/>
                    <a:gd name="connsiteX79" fmla="*/ 989759 w 1586382"/>
                    <a:gd name="connsiteY79" fmla="*/ 1517017 h 1572129"/>
                    <a:gd name="connsiteX80" fmla="*/ 994244 w 1586382"/>
                    <a:gd name="connsiteY80" fmla="*/ 1516269 h 1572129"/>
                    <a:gd name="connsiteX81" fmla="*/ 994244 w 1586382"/>
                    <a:gd name="connsiteY81" fmla="*/ 1484860 h 1572129"/>
                    <a:gd name="connsiteX82" fmla="*/ 1015177 w 1586382"/>
                    <a:gd name="connsiteY82" fmla="*/ 1454947 h 1572129"/>
                    <a:gd name="connsiteX83" fmla="*/ 1069087 w 1586382"/>
                    <a:gd name="connsiteY83" fmla="*/ 1430626 h 1572129"/>
                    <a:gd name="connsiteX84" fmla="*/ 1132026 w 1586382"/>
                    <a:gd name="connsiteY84" fmla="*/ 1495527 h 1572129"/>
                    <a:gd name="connsiteX85" fmla="*/ 1113294 w 1586382"/>
                    <a:gd name="connsiteY85" fmla="*/ 1503733 h 1572129"/>
                    <a:gd name="connsiteX86" fmla="*/ 1096061 w 1586382"/>
                    <a:gd name="connsiteY86" fmla="*/ 1483591 h 1572129"/>
                    <a:gd name="connsiteX87" fmla="*/ 1072833 w 1586382"/>
                    <a:gd name="connsiteY87" fmla="*/ 1492543 h 1572129"/>
                    <a:gd name="connsiteX88" fmla="*/ 1072833 w 1586382"/>
                    <a:gd name="connsiteY88" fmla="*/ 1519398 h 1572129"/>
                    <a:gd name="connsiteX89" fmla="*/ 1064591 w 1586382"/>
                    <a:gd name="connsiteY89" fmla="*/ 1522382 h 1572129"/>
                    <a:gd name="connsiteX90" fmla="*/ 1069087 w 1586382"/>
                    <a:gd name="connsiteY90" fmla="*/ 1430626 h 1572129"/>
                    <a:gd name="connsiteX91" fmla="*/ 496956 w 1586382"/>
                    <a:gd name="connsiteY91" fmla="*/ 1429519 h 1572129"/>
                    <a:gd name="connsiteX92" fmla="*/ 520271 w 1586382"/>
                    <a:gd name="connsiteY92" fmla="*/ 1454110 h 1572129"/>
                    <a:gd name="connsiteX93" fmla="*/ 534561 w 1586382"/>
                    <a:gd name="connsiteY93" fmla="*/ 1501057 h 1572129"/>
                    <a:gd name="connsiteX94" fmla="*/ 548851 w 1586382"/>
                    <a:gd name="connsiteY94" fmla="*/ 1448894 h 1572129"/>
                    <a:gd name="connsiteX95" fmla="*/ 559380 w 1586382"/>
                    <a:gd name="connsiteY95" fmla="*/ 1453365 h 1572129"/>
                    <a:gd name="connsiteX96" fmla="*/ 527792 w 1586382"/>
                    <a:gd name="connsiteY96" fmla="*/ 1530119 h 1572129"/>
                    <a:gd name="connsiteX97" fmla="*/ 498460 w 1586382"/>
                    <a:gd name="connsiteY97" fmla="*/ 1449639 h 1572129"/>
                    <a:gd name="connsiteX98" fmla="*/ 478906 w 1586382"/>
                    <a:gd name="connsiteY98" fmla="*/ 1507018 h 1572129"/>
                    <a:gd name="connsiteX99" fmla="*/ 467624 w 1586382"/>
                    <a:gd name="connsiteY99" fmla="*/ 1503292 h 1572129"/>
                    <a:gd name="connsiteX100" fmla="*/ 496956 w 1586382"/>
                    <a:gd name="connsiteY100" fmla="*/ 1429519 h 1572129"/>
                    <a:gd name="connsiteX101" fmla="*/ 459841 w 1586382"/>
                    <a:gd name="connsiteY101" fmla="*/ 1409620 h 1572129"/>
                    <a:gd name="connsiteX102" fmla="*/ 480889 w 1586382"/>
                    <a:gd name="connsiteY102" fmla="*/ 1420824 h 1572129"/>
                    <a:gd name="connsiteX103" fmla="*/ 446309 w 1586382"/>
                    <a:gd name="connsiteY103" fmla="*/ 1492532 h 1572129"/>
                    <a:gd name="connsiteX104" fmla="*/ 424509 w 1586382"/>
                    <a:gd name="connsiteY104" fmla="*/ 1481328 h 1572129"/>
                    <a:gd name="connsiteX105" fmla="*/ 459841 w 1586382"/>
                    <a:gd name="connsiteY105" fmla="*/ 1409620 h 1572129"/>
                    <a:gd name="connsiteX106" fmla="*/ 1134266 w 1586382"/>
                    <a:gd name="connsiteY106" fmla="*/ 1404094 h 1572129"/>
                    <a:gd name="connsiteX107" fmla="*/ 1167393 w 1586382"/>
                    <a:gd name="connsiteY107" fmla="*/ 1464348 h 1572129"/>
                    <a:gd name="connsiteX108" fmla="*/ 1184709 w 1586382"/>
                    <a:gd name="connsiteY108" fmla="*/ 1460629 h 1572129"/>
                    <a:gd name="connsiteX109" fmla="*/ 1191485 w 1586382"/>
                    <a:gd name="connsiteY109" fmla="*/ 1433105 h 1572129"/>
                    <a:gd name="connsiteX110" fmla="*/ 1202778 w 1586382"/>
                    <a:gd name="connsiteY110" fmla="*/ 1455422 h 1572129"/>
                    <a:gd name="connsiteX111" fmla="*/ 1155347 w 1586382"/>
                    <a:gd name="connsiteY111" fmla="*/ 1483689 h 1572129"/>
                    <a:gd name="connsiteX112" fmla="*/ 1115444 w 1586382"/>
                    <a:gd name="connsiteY112" fmla="*/ 1414508 h 1572129"/>
                    <a:gd name="connsiteX113" fmla="*/ 1134266 w 1586382"/>
                    <a:gd name="connsiteY113" fmla="*/ 1404094 h 1572129"/>
                    <a:gd name="connsiteX114" fmla="*/ 415186 w 1586382"/>
                    <a:gd name="connsiteY114" fmla="*/ 1385299 h 1572129"/>
                    <a:gd name="connsiteX115" fmla="*/ 432248 w 1586382"/>
                    <a:gd name="connsiteY115" fmla="*/ 1396512 h 1572129"/>
                    <a:gd name="connsiteX116" fmla="*/ 390705 w 1586382"/>
                    <a:gd name="connsiteY116" fmla="*/ 1463789 h 1572129"/>
                    <a:gd name="connsiteX117" fmla="*/ 375868 w 1586382"/>
                    <a:gd name="connsiteY117" fmla="*/ 1454071 h 1572129"/>
                    <a:gd name="connsiteX118" fmla="*/ 415186 w 1586382"/>
                    <a:gd name="connsiteY118" fmla="*/ 1385299 h 1572129"/>
                    <a:gd name="connsiteX119" fmla="*/ 377160 w 1586382"/>
                    <a:gd name="connsiteY119" fmla="*/ 1359873 h 1572129"/>
                    <a:gd name="connsiteX120" fmla="*/ 394661 w 1586382"/>
                    <a:gd name="connsiteY120" fmla="*/ 1371031 h 1572129"/>
                    <a:gd name="connsiteX121" fmla="*/ 354332 w 1586382"/>
                    <a:gd name="connsiteY121" fmla="*/ 1439468 h 1572129"/>
                    <a:gd name="connsiteX122" fmla="*/ 336070 w 1586382"/>
                    <a:gd name="connsiteY122" fmla="*/ 1427566 h 1572129"/>
                    <a:gd name="connsiteX123" fmla="*/ 377160 w 1586382"/>
                    <a:gd name="connsiteY123" fmla="*/ 1359873 h 1572129"/>
                    <a:gd name="connsiteX124" fmla="*/ 1215204 w 1586382"/>
                    <a:gd name="connsiteY124" fmla="*/ 1354346 h 1572129"/>
                    <a:gd name="connsiteX125" fmla="*/ 1264684 w 1586382"/>
                    <a:gd name="connsiteY125" fmla="*/ 1413202 h 1572129"/>
                    <a:gd name="connsiteX126" fmla="*/ 1237695 w 1586382"/>
                    <a:gd name="connsiteY126" fmla="*/ 1411712 h 1572129"/>
                    <a:gd name="connsiteX127" fmla="*/ 1214454 w 1586382"/>
                    <a:gd name="connsiteY127" fmla="*/ 1381167 h 1572129"/>
                    <a:gd name="connsiteX128" fmla="*/ 1199460 w 1586382"/>
                    <a:gd name="connsiteY128" fmla="*/ 1367011 h 1572129"/>
                    <a:gd name="connsiteX129" fmla="*/ 1215204 w 1586382"/>
                    <a:gd name="connsiteY129" fmla="*/ 1354346 h 1572129"/>
                    <a:gd name="connsiteX130" fmla="*/ 343506 w 1586382"/>
                    <a:gd name="connsiteY130" fmla="*/ 1337438 h 1572129"/>
                    <a:gd name="connsiteX131" fmla="*/ 360391 w 1586382"/>
                    <a:gd name="connsiteY131" fmla="*/ 1351192 h 1572129"/>
                    <a:gd name="connsiteX132" fmla="*/ 345471 w 1586382"/>
                    <a:gd name="connsiteY132" fmla="*/ 1368392 h 1572129"/>
                    <a:gd name="connsiteX133" fmla="*/ 346963 w 1586382"/>
                    <a:gd name="connsiteY133" fmla="*/ 1345209 h 1572129"/>
                    <a:gd name="connsiteX134" fmla="*/ 332765 w 1586382"/>
                    <a:gd name="connsiteY134" fmla="*/ 1328690 h 1572129"/>
                    <a:gd name="connsiteX135" fmla="*/ 341182 w 1586382"/>
                    <a:gd name="connsiteY135" fmla="*/ 1332215 h 1572129"/>
                    <a:gd name="connsiteX136" fmla="*/ 343506 w 1586382"/>
                    <a:gd name="connsiteY136" fmla="*/ 1337438 h 1572129"/>
                    <a:gd name="connsiteX137" fmla="*/ 1251204 w 1586382"/>
                    <a:gd name="connsiteY137" fmla="*/ 1326709 h 1572129"/>
                    <a:gd name="connsiteX138" fmla="*/ 1287900 w 1586382"/>
                    <a:gd name="connsiteY138" fmla="*/ 1386406 h 1572129"/>
                    <a:gd name="connsiteX139" fmla="*/ 1241469 w 1586382"/>
                    <a:gd name="connsiteY139" fmla="*/ 1334171 h 1572129"/>
                    <a:gd name="connsiteX140" fmla="*/ 1251204 w 1586382"/>
                    <a:gd name="connsiteY140" fmla="*/ 1326709 h 1572129"/>
                    <a:gd name="connsiteX141" fmla="*/ 302950 w 1586382"/>
                    <a:gd name="connsiteY141" fmla="*/ 1320811 h 1572129"/>
                    <a:gd name="connsiteX142" fmla="*/ 324584 w 1586382"/>
                    <a:gd name="connsiteY142" fmla="*/ 1322026 h 1572129"/>
                    <a:gd name="connsiteX143" fmla="*/ 332765 w 1586382"/>
                    <a:gd name="connsiteY143" fmla="*/ 1328690 h 1572129"/>
                    <a:gd name="connsiteX144" fmla="*/ 327568 w 1586382"/>
                    <a:gd name="connsiteY144" fmla="*/ 1326513 h 1572129"/>
                    <a:gd name="connsiteX145" fmla="*/ 286538 w 1586382"/>
                    <a:gd name="connsiteY145" fmla="*/ 1384097 h 1572129"/>
                    <a:gd name="connsiteX146" fmla="*/ 289522 w 1586382"/>
                    <a:gd name="connsiteY146" fmla="*/ 1390827 h 1572129"/>
                    <a:gd name="connsiteX147" fmla="*/ 283555 w 1586382"/>
                    <a:gd name="connsiteY147" fmla="*/ 1334739 h 1572129"/>
                    <a:gd name="connsiteX148" fmla="*/ 302950 w 1586382"/>
                    <a:gd name="connsiteY148" fmla="*/ 1320811 h 1572129"/>
                    <a:gd name="connsiteX149" fmla="*/ 205418 w 1586382"/>
                    <a:gd name="connsiteY149" fmla="*/ 1313679 h 1572129"/>
                    <a:gd name="connsiteX150" fmla="*/ 222038 w 1586382"/>
                    <a:gd name="connsiteY150" fmla="*/ 1318019 h 1572129"/>
                    <a:gd name="connsiteX151" fmla="*/ 243210 w 1586382"/>
                    <a:gd name="connsiteY151" fmla="*/ 1314969 h 1572129"/>
                    <a:gd name="connsiteX152" fmla="*/ 221308 w 1586382"/>
                    <a:gd name="connsiteY152" fmla="*/ 1335554 h 1572129"/>
                    <a:gd name="connsiteX153" fmla="*/ 204517 w 1586382"/>
                    <a:gd name="connsiteY153" fmla="*/ 1313444 h 1572129"/>
                    <a:gd name="connsiteX154" fmla="*/ 205247 w 1586382"/>
                    <a:gd name="connsiteY154" fmla="*/ 1313444 h 1572129"/>
                    <a:gd name="connsiteX155" fmla="*/ 205418 w 1586382"/>
                    <a:gd name="connsiteY155" fmla="*/ 1313679 h 1572129"/>
                    <a:gd name="connsiteX156" fmla="*/ 204464 w 1586382"/>
                    <a:gd name="connsiteY156" fmla="*/ 1312848 h 1572129"/>
                    <a:gd name="connsiteX157" fmla="*/ 204915 w 1586382"/>
                    <a:gd name="connsiteY157" fmla="*/ 1313443 h 1572129"/>
                    <a:gd name="connsiteX158" fmla="*/ 204163 w 1586382"/>
                    <a:gd name="connsiteY158" fmla="*/ 1313443 h 1572129"/>
                    <a:gd name="connsiteX159" fmla="*/ 1314958 w 1586382"/>
                    <a:gd name="connsiteY159" fmla="*/ 1267013 h 1572129"/>
                    <a:gd name="connsiteX160" fmla="*/ 1364179 w 1586382"/>
                    <a:gd name="connsiteY160" fmla="*/ 1326614 h 1572129"/>
                    <a:gd name="connsiteX161" fmla="*/ 1363433 w 1586382"/>
                    <a:gd name="connsiteY161" fmla="*/ 1331084 h 1572129"/>
                    <a:gd name="connsiteX162" fmla="*/ 1284382 w 1586382"/>
                    <a:gd name="connsiteY162" fmla="*/ 1322144 h 1572129"/>
                    <a:gd name="connsiteX163" fmla="*/ 1326145 w 1586382"/>
                    <a:gd name="connsiteY163" fmla="*/ 1366844 h 1572129"/>
                    <a:gd name="connsiteX164" fmla="*/ 1323162 w 1586382"/>
                    <a:gd name="connsiteY164" fmla="*/ 1369824 h 1572129"/>
                    <a:gd name="connsiteX165" fmla="*/ 1270212 w 1586382"/>
                    <a:gd name="connsiteY165" fmla="*/ 1310969 h 1572129"/>
                    <a:gd name="connsiteX166" fmla="*/ 1295568 w 1586382"/>
                    <a:gd name="connsiteY166" fmla="*/ 1303518 h 1572129"/>
                    <a:gd name="connsiteX167" fmla="*/ 1343297 w 1586382"/>
                    <a:gd name="connsiteY167" fmla="*/ 1312459 h 1572129"/>
                    <a:gd name="connsiteX168" fmla="*/ 1306009 w 1586382"/>
                    <a:gd name="connsiteY168" fmla="*/ 1275208 h 1572129"/>
                    <a:gd name="connsiteX169" fmla="*/ 1314958 w 1586382"/>
                    <a:gd name="connsiteY169" fmla="*/ 1267013 h 1572129"/>
                    <a:gd name="connsiteX170" fmla="*/ 240247 w 1586382"/>
                    <a:gd name="connsiteY170" fmla="*/ 1231637 h 1572129"/>
                    <a:gd name="connsiteX171" fmla="*/ 259792 w 1586382"/>
                    <a:gd name="connsiteY171" fmla="*/ 1254691 h 1572129"/>
                    <a:gd name="connsiteX172" fmla="*/ 242502 w 1586382"/>
                    <a:gd name="connsiteY172" fmla="*/ 1265103 h 1572129"/>
                    <a:gd name="connsiteX173" fmla="*/ 215439 w 1586382"/>
                    <a:gd name="connsiteY173" fmla="*/ 1291132 h 1572129"/>
                    <a:gd name="connsiteX174" fmla="*/ 204464 w 1586382"/>
                    <a:gd name="connsiteY174" fmla="*/ 1312848 h 1572129"/>
                    <a:gd name="connsiteX175" fmla="*/ 184618 w 1586382"/>
                    <a:gd name="connsiteY175" fmla="*/ 1286670 h 1572129"/>
                    <a:gd name="connsiteX176" fmla="*/ 240247 w 1586382"/>
                    <a:gd name="connsiteY176" fmla="*/ 1231637 h 1572129"/>
                    <a:gd name="connsiteX177" fmla="*/ 1347453 w 1586382"/>
                    <a:gd name="connsiteY177" fmla="*/ 1227215 h 1572129"/>
                    <a:gd name="connsiteX178" fmla="*/ 1402870 w 1586382"/>
                    <a:gd name="connsiteY178" fmla="*/ 1284701 h 1572129"/>
                    <a:gd name="connsiteX179" fmla="*/ 1390888 w 1586382"/>
                    <a:gd name="connsiteY179" fmla="*/ 1299072 h 1572129"/>
                    <a:gd name="connsiteX180" fmla="*/ 1333224 w 1586382"/>
                    <a:gd name="connsiteY180" fmla="*/ 1244612 h 1572129"/>
                    <a:gd name="connsiteX181" fmla="*/ 1347453 w 1586382"/>
                    <a:gd name="connsiteY181" fmla="*/ 1227215 h 1572129"/>
                    <a:gd name="connsiteX182" fmla="*/ 1373823 w 1586382"/>
                    <a:gd name="connsiteY182" fmla="*/ 1195155 h 1572129"/>
                    <a:gd name="connsiteX183" fmla="*/ 1428611 w 1586382"/>
                    <a:gd name="connsiteY183" fmla="*/ 1212393 h 1572129"/>
                    <a:gd name="connsiteX184" fmla="*/ 1440457 w 1586382"/>
                    <a:gd name="connsiteY184" fmla="*/ 1236377 h 1572129"/>
                    <a:gd name="connsiteX185" fmla="*/ 1436755 w 1586382"/>
                    <a:gd name="connsiteY185" fmla="*/ 1239375 h 1572129"/>
                    <a:gd name="connsiteX186" fmla="*/ 1359756 w 1586382"/>
                    <a:gd name="connsiteY186" fmla="*/ 1213892 h 1572129"/>
                    <a:gd name="connsiteX187" fmla="*/ 1373823 w 1586382"/>
                    <a:gd name="connsiteY187" fmla="*/ 1195155 h 1572129"/>
                    <a:gd name="connsiteX188" fmla="*/ 213361 w 1586382"/>
                    <a:gd name="connsiteY188" fmla="*/ 1190734 h 1572129"/>
                    <a:gd name="connsiteX189" fmla="*/ 190964 w 1586382"/>
                    <a:gd name="connsiteY189" fmla="*/ 1232935 h 1572129"/>
                    <a:gd name="connsiteX190" fmla="*/ 169313 w 1586382"/>
                    <a:gd name="connsiteY190" fmla="*/ 1271435 h 1572129"/>
                    <a:gd name="connsiteX191" fmla="*/ 155875 w 1586382"/>
                    <a:gd name="connsiteY191" fmla="*/ 1252185 h 1572129"/>
                    <a:gd name="connsiteX192" fmla="*/ 164087 w 1586382"/>
                    <a:gd name="connsiteY192" fmla="*/ 1218128 h 1572129"/>
                    <a:gd name="connsiteX193" fmla="*/ 176779 w 1586382"/>
                    <a:gd name="connsiteY193" fmla="*/ 1226272 h 1572129"/>
                    <a:gd name="connsiteX194" fmla="*/ 177005 w 1586382"/>
                    <a:gd name="connsiteY194" fmla="*/ 1225836 h 1572129"/>
                    <a:gd name="connsiteX195" fmla="*/ 164719 w 1586382"/>
                    <a:gd name="connsiteY195" fmla="*/ 1218002 h 1572129"/>
                    <a:gd name="connsiteX196" fmla="*/ 170683 w 1586382"/>
                    <a:gd name="connsiteY196" fmla="*/ 1201840 h 1572129"/>
                    <a:gd name="connsiteX197" fmla="*/ 170227 w 1586382"/>
                    <a:gd name="connsiteY197" fmla="*/ 1201840 h 1572129"/>
                    <a:gd name="connsiteX198" fmla="*/ 164250 w 1586382"/>
                    <a:gd name="connsiteY198" fmla="*/ 1218002 h 1572129"/>
                    <a:gd name="connsiteX199" fmla="*/ 134270 w 1586382"/>
                    <a:gd name="connsiteY199" fmla="*/ 1221687 h 1572129"/>
                    <a:gd name="connsiteX200" fmla="*/ 126026 w 1586382"/>
                    <a:gd name="connsiteY200" fmla="*/ 1209895 h 1572129"/>
                    <a:gd name="connsiteX201" fmla="*/ 170246 w 1586382"/>
                    <a:gd name="connsiteY201" fmla="*/ 1201788 h 1572129"/>
                    <a:gd name="connsiteX202" fmla="*/ 170244 w 1586382"/>
                    <a:gd name="connsiteY202" fmla="*/ 1201792 h 1572129"/>
                    <a:gd name="connsiteX203" fmla="*/ 1450006 w 1586382"/>
                    <a:gd name="connsiteY203" fmla="*/ 1145407 h 1572129"/>
                    <a:gd name="connsiteX204" fmla="*/ 1450152 w 1586382"/>
                    <a:gd name="connsiteY204" fmla="*/ 1146515 h 1572129"/>
                    <a:gd name="connsiteX205" fmla="*/ 1449387 w 1586382"/>
                    <a:gd name="connsiteY205" fmla="*/ 1145790 h 1572129"/>
                    <a:gd name="connsiteX206" fmla="*/ 1447091 w 1586382"/>
                    <a:gd name="connsiteY206" fmla="*/ 1123299 h 1572129"/>
                    <a:gd name="connsiteX207" fmla="*/ 1466990 w 1586382"/>
                    <a:gd name="connsiteY207" fmla="*/ 1134907 h 1572129"/>
                    <a:gd name="connsiteX208" fmla="*/ 1450006 w 1586382"/>
                    <a:gd name="connsiteY208" fmla="*/ 1145407 h 1572129"/>
                    <a:gd name="connsiteX209" fmla="*/ 153921 w 1586382"/>
                    <a:gd name="connsiteY209" fmla="*/ 1116800 h 1572129"/>
                    <a:gd name="connsiteX210" fmla="*/ 128237 w 1586382"/>
                    <a:gd name="connsiteY210" fmla="*/ 1132654 h 1572129"/>
                    <a:gd name="connsiteX211" fmla="*/ 142590 w 1586382"/>
                    <a:gd name="connsiteY211" fmla="*/ 1144734 h 1572129"/>
                    <a:gd name="connsiteX212" fmla="*/ 162986 w 1586382"/>
                    <a:gd name="connsiteY212" fmla="*/ 1125105 h 1572129"/>
                    <a:gd name="connsiteX213" fmla="*/ 153921 w 1586382"/>
                    <a:gd name="connsiteY213" fmla="*/ 1116800 h 1572129"/>
                    <a:gd name="connsiteX214" fmla="*/ 150899 w 1586382"/>
                    <a:gd name="connsiteY214" fmla="*/ 1095661 h 1572129"/>
                    <a:gd name="connsiteX215" fmla="*/ 166763 w 1586382"/>
                    <a:gd name="connsiteY215" fmla="*/ 1127370 h 1572129"/>
                    <a:gd name="connsiteX216" fmla="*/ 163741 w 1586382"/>
                    <a:gd name="connsiteY216" fmla="*/ 1156058 h 1572129"/>
                    <a:gd name="connsiteX217" fmla="*/ 137302 w 1586382"/>
                    <a:gd name="connsiteY217" fmla="*/ 1150773 h 1572129"/>
                    <a:gd name="connsiteX218" fmla="*/ 133525 w 1586382"/>
                    <a:gd name="connsiteY218" fmla="*/ 1149264 h 1572129"/>
                    <a:gd name="connsiteX219" fmla="*/ 116906 w 1586382"/>
                    <a:gd name="connsiteY219" fmla="*/ 1188522 h 1572129"/>
                    <a:gd name="connsiteX220" fmla="*/ 105574 w 1586382"/>
                    <a:gd name="connsiteY220" fmla="*/ 1175687 h 1572129"/>
                    <a:gd name="connsiteX221" fmla="*/ 112373 w 1586382"/>
                    <a:gd name="connsiteY221" fmla="*/ 1160588 h 1572129"/>
                    <a:gd name="connsiteX222" fmla="*/ 125971 w 1586382"/>
                    <a:gd name="connsiteY222" fmla="*/ 1146999 h 1572129"/>
                    <a:gd name="connsiteX223" fmla="*/ 125971 w 1586382"/>
                    <a:gd name="connsiteY223" fmla="*/ 1137939 h 1572129"/>
                    <a:gd name="connsiteX224" fmla="*/ 116906 w 1586382"/>
                    <a:gd name="connsiteY224" fmla="*/ 1136429 h 1572129"/>
                    <a:gd name="connsiteX225" fmla="*/ 92732 w 1586382"/>
                    <a:gd name="connsiteY225" fmla="*/ 1153038 h 1572129"/>
                    <a:gd name="connsiteX226" fmla="*/ 82912 w 1586382"/>
                    <a:gd name="connsiteY226" fmla="*/ 1137184 h 1572129"/>
                    <a:gd name="connsiteX227" fmla="*/ 150899 w 1586382"/>
                    <a:gd name="connsiteY227" fmla="*/ 1095661 h 1572129"/>
                    <a:gd name="connsiteX228" fmla="*/ 1435875 w 1586382"/>
                    <a:gd name="connsiteY228" fmla="*/ 1093450 h 1572129"/>
                    <a:gd name="connsiteX229" fmla="*/ 1459158 w 1586382"/>
                    <a:gd name="connsiteY229" fmla="*/ 1105523 h 1572129"/>
                    <a:gd name="connsiteX230" fmla="*/ 1437377 w 1586382"/>
                    <a:gd name="connsiteY230" fmla="*/ 1108541 h 1572129"/>
                    <a:gd name="connsiteX231" fmla="*/ 1422356 w 1586382"/>
                    <a:gd name="connsiteY231" fmla="*/ 1125895 h 1572129"/>
                    <a:gd name="connsiteX232" fmla="*/ 1432871 w 1586382"/>
                    <a:gd name="connsiteY232" fmla="*/ 1140232 h 1572129"/>
                    <a:gd name="connsiteX233" fmla="*/ 1450897 w 1586382"/>
                    <a:gd name="connsiteY233" fmla="*/ 1147022 h 1572129"/>
                    <a:gd name="connsiteX234" fmla="*/ 1450897 w 1586382"/>
                    <a:gd name="connsiteY234" fmla="*/ 1146268 h 1572129"/>
                    <a:gd name="connsiteX235" fmla="*/ 1480188 w 1586382"/>
                    <a:gd name="connsiteY235" fmla="*/ 1164377 h 1572129"/>
                    <a:gd name="connsiteX236" fmla="*/ 1480188 w 1586382"/>
                    <a:gd name="connsiteY236" fmla="*/ 1117595 h 1572129"/>
                    <a:gd name="connsiteX237" fmla="*/ 1503471 w 1586382"/>
                    <a:gd name="connsiteY237" fmla="*/ 1131177 h 1572129"/>
                    <a:gd name="connsiteX238" fmla="*/ 1472677 w 1586382"/>
                    <a:gd name="connsiteY238" fmla="*/ 1188522 h 1572129"/>
                    <a:gd name="connsiteX239" fmla="*/ 1405082 w 1586382"/>
                    <a:gd name="connsiteY239" fmla="*/ 1148532 h 1572129"/>
                    <a:gd name="connsiteX240" fmla="*/ 1435875 w 1586382"/>
                    <a:gd name="connsiteY240" fmla="*/ 1093450 h 1572129"/>
                    <a:gd name="connsiteX241" fmla="*/ 1466240 w 1586382"/>
                    <a:gd name="connsiteY241" fmla="*/ 1041731 h 1572129"/>
                    <a:gd name="connsiteX242" fmla="*/ 1455756 w 1586382"/>
                    <a:gd name="connsiteY242" fmla="*/ 1054429 h 1572129"/>
                    <a:gd name="connsiteX243" fmla="*/ 1481218 w 1586382"/>
                    <a:gd name="connsiteY243" fmla="*/ 1070115 h 1572129"/>
                    <a:gd name="connsiteX244" fmla="*/ 1487958 w 1586382"/>
                    <a:gd name="connsiteY244" fmla="*/ 1058911 h 1572129"/>
                    <a:gd name="connsiteX245" fmla="*/ 1466240 w 1586382"/>
                    <a:gd name="connsiteY245" fmla="*/ 1041731 h 1572129"/>
                    <a:gd name="connsiteX246" fmla="*/ 1481218 w 1586382"/>
                    <a:gd name="connsiteY246" fmla="*/ 1026045 h 1572129"/>
                    <a:gd name="connsiteX247" fmla="*/ 1493949 w 1586382"/>
                    <a:gd name="connsiteY247" fmla="*/ 1046960 h 1572129"/>
                    <a:gd name="connsiteX248" fmla="*/ 1493949 w 1586382"/>
                    <a:gd name="connsiteY248" fmla="*/ 1054429 h 1572129"/>
                    <a:gd name="connsiteX249" fmla="*/ 1496196 w 1586382"/>
                    <a:gd name="connsiteY249" fmla="*/ 1058164 h 1572129"/>
                    <a:gd name="connsiteX250" fmla="*/ 1535137 w 1586382"/>
                    <a:gd name="connsiteY250" fmla="*/ 1040237 h 1572129"/>
                    <a:gd name="connsiteX251" fmla="*/ 1533640 w 1586382"/>
                    <a:gd name="connsiteY251" fmla="*/ 1058911 h 1572129"/>
                    <a:gd name="connsiteX252" fmla="*/ 1516415 w 1586382"/>
                    <a:gd name="connsiteY252" fmla="*/ 1065634 h 1572129"/>
                    <a:gd name="connsiteX253" fmla="*/ 1491702 w 1586382"/>
                    <a:gd name="connsiteY253" fmla="*/ 1068621 h 1572129"/>
                    <a:gd name="connsiteX254" fmla="*/ 1511173 w 1586382"/>
                    <a:gd name="connsiteY254" fmla="*/ 1083561 h 1572129"/>
                    <a:gd name="connsiteX255" fmla="*/ 1523155 w 1586382"/>
                    <a:gd name="connsiteY255" fmla="*/ 1086548 h 1572129"/>
                    <a:gd name="connsiteX256" fmla="*/ 1515667 w 1586382"/>
                    <a:gd name="connsiteY256" fmla="*/ 1106716 h 1572129"/>
                    <a:gd name="connsiteX257" fmla="*/ 1443774 w 1586382"/>
                    <a:gd name="connsiteY257" fmla="*/ 1076838 h 1572129"/>
                    <a:gd name="connsiteX258" fmla="*/ 1460249 w 1586382"/>
                    <a:gd name="connsiteY258" fmla="*/ 1038743 h 1572129"/>
                    <a:gd name="connsiteX259" fmla="*/ 1481218 w 1586382"/>
                    <a:gd name="connsiteY259" fmla="*/ 1026045 h 1572129"/>
                    <a:gd name="connsiteX260" fmla="*/ 114767 w 1586382"/>
                    <a:gd name="connsiteY260" fmla="*/ 1012749 h 1572129"/>
                    <a:gd name="connsiteX261" fmla="*/ 142609 w 1586382"/>
                    <a:gd name="connsiteY261" fmla="*/ 1083645 h 1572129"/>
                    <a:gd name="connsiteX262" fmla="*/ 120035 w 1586382"/>
                    <a:gd name="connsiteY262" fmla="*/ 1092696 h 1572129"/>
                    <a:gd name="connsiteX263" fmla="*/ 131322 w 1586382"/>
                    <a:gd name="connsiteY263" fmla="*/ 1070069 h 1572129"/>
                    <a:gd name="connsiteX264" fmla="*/ 123044 w 1586382"/>
                    <a:gd name="connsiteY264" fmla="*/ 1061019 h 1572129"/>
                    <a:gd name="connsiteX265" fmla="*/ 66608 w 1586382"/>
                    <a:gd name="connsiteY265" fmla="*/ 1085154 h 1572129"/>
                    <a:gd name="connsiteX266" fmla="*/ 62846 w 1586382"/>
                    <a:gd name="connsiteY266" fmla="*/ 1093450 h 1572129"/>
                    <a:gd name="connsiteX267" fmla="*/ 53064 w 1586382"/>
                    <a:gd name="connsiteY267" fmla="*/ 1067807 h 1572129"/>
                    <a:gd name="connsiteX268" fmla="*/ 74886 w 1586382"/>
                    <a:gd name="connsiteY268" fmla="*/ 1061019 h 1572129"/>
                    <a:gd name="connsiteX269" fmla="*/ 111005 w 1586382"/>
                    <a:gd name="connsiteY269" fmla="*/ 1046689 h 1572129"/>
                    <a:gd name="connsiteX270" fmla="*/ 120787 w 1586382"/>
                    <a:gd name="connsiteY270" fmla="*/ 1038392 h 1572129"/>
                    <a:gd name="connsiteX271" fmla="*/ 109500 w 1586382"/>
                    <a:gd name="connsiteY271" fmla="*/ 1027079 h 1572129"/>
                    <a:gd name="connsiteX272" fmla="*/ 92193 w 1586382"/>
                    <a:gd name="connsiteY272" fmla="*/ 1022554 h 1572129"/>
                    <a:gd name="connsiteX273" fmla="*/ 114767 w 1586382"/>
                    <a:gd name="connsiteY273" fmla="*/ 1012749 h 1572129"/>
                    <a:gd name="connsiteX274" fmla="*/ 1543448 w 1586382"/>
                    <a:gd name="connsiteY274" fmla="*/ 960822 h 1572129"/>
                    <a:gd name="connsiteX275" fmla="*/ 1556146 w 1586382"/>
                    <a:gd name="connsiteY275" fmla="*/ 982496 h 1572129"/>
                    <a:gd name="connsiteX276" fmla="*/ 1556146 w 1586382"/>
                    <a:gd name="connsiteY276" fmla="*/ 988475 h 1572129"/>
                    <a:gd name="connsiteX277" fmla="*/ 1545689 w 1586382"/>
                    <a:gd name="connsiteY277" fmla="*/ 975022 h 1572129"/>
                    <a:gd name="connsiteX278" fmla="*/ 1528509 w 1586382"/>
                    <a:gd name="connsiteY278" fmla="*/ 983991 h 1572129"/>
                    <a:gd name="connsiteX279" fmla="*/ 1516558 w 1586382"/>
                    <a:gd name="connsiteY279" fmla="*/ 998939 h 1572129"/>
                    <a:gd name="connsiteX280" fmla="*/ 1488173 w 1586382"/>
                    <a:gd name="connsiteY280" fmla="*/ 1003423 h 1572129"/>
                    <a:gd name="connsiteX281" fmla="*/ 1482945 w 1586382"/>
                    <a:gd name="connsiteY281" fmla="*/ 973528 h 1572129"/>
                    <a:gd name="connsiteX282" fmla="*/ 1488173 w 1586382"/>
                    <a:gd name="connsiteY282" fmla="*/ 991465 h 1572129"/>
                    <a:gd name="connsiteX283" fmla="*/ 1506100 w 1586382"/>
                    <a:gd name="connsiteY283" fmla="*/ 983991 h 1572129"/>
                    <a:gd name="connsiteX284" fmla="*/ 1518798 w 1586382"/>
                    <a:gd name="connsiteY284" fmla="*/ 968296 h 1572129"/>
                    <a:gd name="connsiteX285" fmla="*/ 1543448 w 1586382"/>
                    <a:gd name="connsiteY285" fmla="*/ 960822 h 1572129"/>
                    <a:gd name="connsiteX286" fmla="*/ 1490826 w 1586382"/>
                    <a:gd name="connsiteY286" fmla="*/ 947525 h 1572129"/>
                    <a:gd name="connsiteX287" fmla="*/ 1506787 w 1586382"/>
                    <a:gd name="connsiteY287" fmla="*/ 952760 h 1572129"/>
                    <a:gd name="connsiteX288" fmla="*/ 1482466 w 1586382"/>
                    <a:gd name="connsiteY288" fmla="*/ 972952 h 1572129"/>
                    <a:gd name="connsiteX289" fmla="*/ 1490826 w 1586382"/>
                    <a:gd name="connsiteY289" fmla="*/ 947525 h 1572129"/>
                    <a:gd name="connsiteX290" fmla="*/ 93252 w 1586382"/>
                    <a:gd name="connsiteY290" fmla="*/ 937576 h 1572129"/>
                    <a:gd name="connsiteX291" fmla="*/ 87235 w 1586382"/>
                    <a:gd name="connsiteY291" fmla="*/ 965359 h 1572129"/>
                    <a:gd name="connsiteX292" fmla="*/ 57903 w 1586382"/>
                    <a:gd name="connsiteY292" fmla="*/ 1006658 h 1572129"/>
                    <a:gd name="connsiteX293" fmla="*/ 106789 w 1586382"/>
                    <a:gd name="connsiteY293" fmla="*/ 989388 h 1572129"/>
                    <a:gd name="connsiteX294" fmla="*/ 110550 w 1586382"/>
                    <a:gd name="connsiteY294" fmla="*/ 1002904 h 1572129"/>
                    <a:gd name="connsiteX295" fmla="*/ 92500 w 1586382"/>
                    <a:gd name="connsiteY295" fmla="*/ 1002904 h 1572129"/>
                    <a:gd name="connsiteX296" fmla="*/ 46622 w 1586382"/>
                    <a:gd name="connsiteY296" fmla="*/ 1015669 h 1572129"/>
                    <a:gd name="connsiteX297" fmla="*/ 34588 w 1586382"/>
                    <a:gd name="connsiteY297" fmla="*/ 1016420 h 1572129"/>
                    <a:gd name="connsiteX298" fmla="*/ 38348 w 1586382"/>
                    <a:gd name="connsiteY298" fmla="*/ 1004406 h 1572129"/>
                    <a:gd name="connsiteX299" fmla="*/ 70689 w 1586382"/>
                    <a:gd name="connsiteY299" fmla="*/ 960103 h 1572129"/>
                    <a:gd name="connsiteX300" fmla="*/ 76705 w 1586382"/>
                    <a:gd name="connsiteY300" fmla="*/ 948088 h 1572129"/>
                    <a:gd name="connsiteX301" fmla="*/ 21050 w 1586382"/>
                    <a:gd name="connsiteY301" fmla="*/ 969114 h 1572129"/>
                    <a:gd name="connsiteX302" fmla="*/ 18794 w 1586382"/>
                    <a:gd name="connsiteY302" fmla="*/ 959352 h 1572129"/>
                    <a:gd name="connsiteX303" fmla="*/ 93252 w 1586382"/>
                    <a:gd name="connsiteY303" fmla="*/ 937576 h 1572129"/>
                    <a:gd name="connsiteX304" fmla="*/ 46623 w 1586382"/>
                    <a:gd name="connsiteY304" fmla="*/ 882773 h 1572129"/>
                    <a:gd name="connsiteX305" fmla="*/ 59061 w 1586382"/>
                    <a:gd name="connsiteY305" fmla="*/ 900840 h 1572129"/>
                    <a:gd name="connsiteX306" fmla="*/ 37969 w 1586382"/>
                    <a:gd name="connsiteY306" fmla="*/ 903816 h 1572129"/>
                    <a:gd name="connsiteX307" fmla="*/ 47762 w 1586382"/>
                    <a:gd name="connsiteY307" fmla="*/ 880005 h 1572129"/>
                    <a:gd name="connsiteX308" fmla="*/ 46623 w 1586382"/>
                    <a:gd name="connsiteY308" fmla="*/ 882773 h 1572129"/>
                    <a:gd name="connsiteX309" fmla="*/ 46255 w 1586382"/>
                    <a:gd name="connsiteY309" fmla="*/ 882238 h 1572129"/>
                    <a:gd name="connsiteX310" fmla="*/ 47219 w 1586382"/>
                    <a:gd name="connsiteY310" fmla="*/ 880017 h 1572129"/>
                    <a:gd name="connsiteX311" fmla="*/ 80154 w 1586382"/>
                    <a:gd name="connsiteY311" fmla="*/ 850242 h 1572129"/>
                    <a:gd name="connsiteX312" fmla="*/ 87687 w 1586382"/>
                    <a:gd name="connsiteY312" fmla="*/ 915721 h 1572129"/>
                    <a:gd name="connsiteX313" fmla="*/ 66594 w 1586382"/>
                    <a:gd name="connsiteY313" fmla="*/ 920186 h 1572129"/>
                    <a:gd name="connsiteX314" fmla="*/ 78647 w 1586382"/>
                    <a:gd name="connsiteY314" fmla="*/ 879261 h 1572129"/>
                    <a:gd name="connsiteX315" fmla="*/ 48515 w 1586382"/>
                    <a:gd name="connsiteY315" fmla="*/ 877029 h 1572129"/>
                    <a:gd name="connsiteX316" fmla="*/ 47219 w 1586382"/>
                    <a:gd name="connsiteY316" fmla="*/ 880017 h 1572129"/>
                    <a:gd name="connsiteX317" fmla="*/ 25445 w 1586382"/>
                    <a:gd name="connsiteY317" fmla="*/ 880470 h 1572129"/>
                    <a:gd name="connsiteX318" fmla="*/ 9343 w 1586382"/>
                    <a:gd name="connsiteY318" fmla="*/ 890423 h 1572129"/>
                    <a:gd name="connsiteX319" fmla="*/ 36462 w 1586382"/>
                    <a:gd name="connsiteY319" fmla="*/ 924651 h 1572129"/>
                    <a:gd name="connsiteX320" fmla="*/ 19889 w 1586382"/>
                    <a:gd name="connsiteY320" fmla="*/ 927627 h 1572129"/>
                    <a:gd name="connsiteX321" fmla="*/ 10097 w 1586382"/>
                    <a:gd name="connsiteY321" fmla="*/ 920186 h 1572129"/>
                    <a:gd name="connsiteX322" fmla="*/ 3317 w 1586382"/>
                    <a:gd name="connsiteY322" fmla="*/ 861403 h 1572129"/>
                    <a:gd name="connsiteX323" fmla="*/ 80154 w 1586382"/>
                    <a:gd name="connsiteY323" fmla="*/ 850242 h 1572129"/>
                    <a:gd name="connsiteX324" fmla="*/ 1508677 w 1586382"/>
                    <a:gd name="connsiteY324" fmla="*/ 807128 h 1572129"/>
                    <a:gd name="connsiteX325" fmla="*/ 1530250 w 1586382"/>
                    <a:gd name="connsiteY325" fmla="*/ 808630 h 1572129"/>
                    <a:gd name="connsiteX326" fmla="*/ 1507190 w 1586382"/>
                    <a:gd name="connsiteY326" fmla="*/ 831921 h 1572129"/>
                    <a:gd name="connsiteX327" fmla="*/ 1510165 w 1586382"/>
                    <a:gd name="connsiteY327" fmla="*/ 837180 h 1572129"/>
                    <a:gd name="connsiteX328" fmla="*/ 1583065 w 1586382"/>
                    <a:gd name="connsiteY328" fmla="*/ 840937 h 1572129"/>
                    <a:gd name="connsiteX329" fmla="*/ 1582321 w 1586382"/>
                    <a:gd name="connsiteY329" fmla="*/ 860471 h 1572129"/>
                    <a:gd name="connsiteX330" fmla="*/ 1510165 w 1586382"/>
                    <a:gd name="connsiteY330" fmla="*/ 853709 h 1572129"/>
                    <a:gd name="connsiteX331" fmla="*/ 1506446 w 1586382"/>
                    <a:gd name="connsiteY331" fmla="*/ 858968 h 1572129"/>
                    <a:gd name="connsiteX332" fmla="*/ 1523555 w 1586382"/>
                    <a:gd name="connsiteY332" fmla="*/ 884513 h 1572129"/>
                    <a:gd name="connsiteX333" fmla="*/ 1503470 w 1586382"/>
                    <a:gd name="connsiteY333" fmla="*/ 883010 h 1572129"/>
                    <a:gd name="connsiteX334" fmla="*/ 1508677 w 1586382"/>
                    <a:gd name="connsiteY334" fmla="*/ 807128 h 1572129"/>
                    <a:gd name="connsiteX335" fmla="*/ 43339 w 1586382"/>
                    <a:gd name="connsiteY335" fmla="*/ 760648 h 1572129"/>
                    <a:gd name="connsiteX336" fmla="*/ 62767 w 1586382"/>
                    <a:gd name="connsiteY336" fmla="*/ 770417 h 1572129"/>
                    <a:gd name="connsiteX337" fmla="*/ 75470 w 1586382"/>
                    <a:gd name="connsiteY337" fmla="*/ 810609 h 1572129"/>
                    <a:gd name="connsiteX338" fmla="*/ 71734 w 1586382"/>
                    <a:gd name="connsiteY338" fmla="*/ 831449 h 1572129"/>
                    <a:gd name="connsiteX339" fmla="*/ 51559 w 1586382"/>
                    <a:gd name="connsiteY339" fmla="*/ 831449 h 1572129"/>
                    <a:gd name="connsiteX340" fmla="*/ 66503 w 1586382"/>
                    <a:gd name="connsiteY340" fmla="*/ 820284 h 1572129"/>
                    <a:gd name="connsiteX341" fmla="*/ 59778 w 1586382"/>
                    <a:gd name="connsiteY341" fmla="*/ 782325 h 1572129"/>
                    <a:gd name="connsiteX342" fmla="*/ 0 w 1586382"/>
                    <a:gd name="connsiteY342" fmla="*/ 797956 h 1572129"/>
                    <a:gd name="connsiteX343" fmla="*/ 21670 w 1586382"/>
                    <a:gd name="connsiteY343" fmla="*/ 763718 h 1572129"/>
                    <a:gd name="connsiteX344" fmla="*/ 43339 w 1586382"/>
                    <a:gd name="connsiteY344" fmla="*/ 760648 h 1572129"/>
                    <a:gd name="connsiteX345" fmla="*/ 1506787 w 1586382"/>
                    <a:gd name="connsiteY345" fmla="*/ 728637 h 1572129"/>
                    <a:gd name="connsiteX346" fmla="*/ 1586382 w 1586382"/>
                    <a:gd name="connsiteY346" fmla="*/ 748098 h 1572129"/>
                    <a:gd name="connsiteX347" fmla="*/ 1586382 w 1586382"/>
                    <a:gd name="connsiteY347" fmla="*/ 776542 h 1572129"/>
                    <a:gd name="connsiteX348" fmla="*/ 1509791 w 1586382"/>
                    <a:gd name="connsiteY348" fmla="*/ 800494 h 1572129"/>
                    <a:gd name="connsiteX349" fmla="*/ 1509791 w 1586382"/>
                    <a:gd name="connsiteY349" fmla="*/ 772050 h 1572129"/>
                    <a:gd name="connsiteX350" fmla="*/ 1545834 w 1586382"/>
                    <a:gd name="connsiteY350" fmla="*/ 757829 h 1572129"/>
                    <a:gd name="connsiteX351" fmla="*/ 1508289 w 1586382"/>
                    <a:gd name="connsiteY351" fmla="*/ 749595 h 1572129"/>
                    <a:gd name="connsiteX352" fmla="*/ 1506787 w 1586382"/>
                    <a:gd name="connsiteY352" fmla="*/ 728637 h 1572129"/>
                    <a:gd name="connsiteX353" fmla="*/ 1336496 w 1586382"/>
                    <a:gd name="connsiteY353" fmla="*/ 308550 h 1572129"/>
                    <a:gd name="connsiteX354" fmla="*/ 1338753 w 1586382"/>
                    <a:gd name="connsiteY354" fmla="*/ 312344 h 1572129"/>
                    <a:gd name="connsiteX355" fmla="*/ 1319192 w 1586382"/>
                    <a:gd name="connsiteY355" fmla="*/ 322206 h 1572129"/>
                    <a:gd name="connsiteX356" fmla="*/ 1324459 w 1586382"/>
                    <a:gd name="connsiteY356" fmla="*/ 344967 h 1572129"/>
                    <a:gd name="connsiteX357" fmla="*/ 1322201 w 1586382"/>
                    <a:gd name="connsiteY357" fmla="*/ 347243 h 1572129"/>
                    <a:gd name="connsiteX358" fmla="*/ 1314678 w 1586382"/>
                    <a:gd name="connsiteY358" fmla="*/ 335863 h 1572129"/>
                    <a:gd name="connsiteX359" fmla="*/ 1284584 w 1586382"/>
                    <a:gd name="connsiteY359" fmla="*/ 347243 h 1572129"/>
                    <a:gd name="connsiteX360" fmla="*/ 1301136 w 1586382"/>
                    <a:gd name="connsiteY360" fmla="*/ 327517 h 1572129"/>
                    <a:gd name="connsiteX361" fmla="*/ 1316183 w 1586382"/>
                    <a:gd name="connsiteY361" fmla="*/ 319930 h 1572129"/>
                    <a:gd name="connsiteX362" fmla="*/ 1336496 w 1586382"/>
                    <a:gd name="connsiteY362" fmla="*/ 308550 h 1572129"/>
                    <a:gd name="connsiteX363" fmla="*/ 1290133 w 1586382"/>
                    <a:gd name="connsiteY363" fmla="*/ 266541 h 1572129"/>
                    <a:gd name="connsiteX364" fmla="*/ 1326594 w 1586382"/>
                    <a:gd name="connsiteY364" fmla="*/ 284229 h 1572129"/>
                    <a:gd name="connsiteX365" fmla="*/ 1290133 w 1586382"/>
                    <a:gd name="connsiteY365" fmla="*/ 266541 h 1572129"/>
                    <a:gd name="connsiteX366" fmla="*/ 294090 w 1586382"/>
                    <a:gd name="connsiteY366" fmla="*/ 264330 h 1572129"/>
                    <a:gd name="connsiteX367" fmla="*/ 298567 w 1586382"/>
                    <a:gd name="connsiteY367" fmla="*/ 265822 h 1572129"/>
                    <a:gd name="connsiteX368" fmla="*/ 288867 w 1586382"/>
                    <a:gd name="connsiteY368" fmla="*/ 289690 h 1572129"/>
                    <a:gd name="connsiteX369" fmla="*/ 297821 w 1586382"/>
                    <a:gd name="connsiteY369" fmla="*/ 326238 h 1572129"/>
                    <a:gd name="connsiteX370" fmla="*/ 321700 w 1586382"/>
                    <a:gd name="connsiteY370" fmla="*/ 348614 h 1572129"/>
                    <a:gd name="connsiteX371" fmla="*/ 319461 w 1586382"/>
                    <a:gd name="connsiteY371" fmla="*/ 350851 h 1572129"/>
                    <a:gd name="connsiteX372" fmla="*/ 280658 w 1586382"/>
                    <a:gd name="connsiteY372" fmla="*/ 318779 h 1572129"/>
                    <a:gd name="connsiteX373" fmla="*/ 264242 w 1586382"/>
                    <a:gd name="connsiteY373" fmla="*/ 388145 h 1572129"/>
                    <a:gd name="connsiteX374" fmla="*/ 256780 w 1586382"/>
                    <a:gd name="connsiteY374" fmla="*/ 385908 h 1572129"/>
                    <a:gd name="connsiteX375" fmla="*/ 269465 w 1586382"/>
                    <a:gd name="connsiteY375" fmla="*/ 338917 h 1572129"/>
                    <a:gd name="connsiteX376" fmla="*/ 232901 w 1586382"/>
                    <a:gd name="connsiteY376" fmla="*/ 293419 h 1572129"/>
                    <a:gd name="connsiteX377" fmla="*/ 257526 w 1586382"/>
                    <a:gd name="connsiteY377" fmla="*/ 308337 h 1572129"/>
                    <a:gd name="connsiteX378" fmla="*/ 232155 w 1586382"/>
                    <a:gd name="connsiteY378" fmla="*/ 272535 h 1572129"/>
                    <a:gd name="connsiteX379" fmla="*/ 233647 w 1586382"/>
                    <a:gd name="connsiteY379" fmla="*/ 268805 h 1572129"/>
                    <a:gd name="connsiteX380" fmla="*/ 247825 w 1586382"/>
                    <a:gd name="connsiteY380" fmla="*/ 274772 h 1572129"/>
                    <a:gd name="connsiteX381" fmla="*/ 276181 w 1586382"/>
                    <a:gd name="connsiteY381" fmla="*/ 304607 h 1572129"/>
                    <a:gd name="connsiteX382" fmla="*/ 294090 w 1586382"/>
                    <a:gd name="connsiteY382" fmla="*/ 264330 h 1572129"/>
                    <a:gd name="connsiteX383" fmla="*/ 174377 w 1586382"/>
                    <a:gd name="connsiteY383" fmla="*/ 251055 h 1572129"/>
                    <a:gd name="connsiteX384" fmla="*/ 187272 w 1586382"/>
                    <a:gd name="connsiteY384" fmla="*/ 251894 h 1572129"/>
                    <a:gd name="connsiteX385" fmla="*/ 190178 w 1586382"/>
                    <a:gd name="connsiteY385" fmla="*/ 264580 h 1572129"/>
                    <a:gd name="connsiteX386" fmla="*/ 166931 w 1586382"/>
                    <a:gd name="connsiteY386" fmla="*/ 263088 h 1572129"/>
                    <a:gd name="connsiteX387" fmla="*/ 174377 w 1586382"/>
                    <a:gd name="connsiteY387" fmla="*/ 251055 h 1572129"/>
                    <a:gd name="connsiteX388" fmla="*/ 1367469 w 1586382"/>
                    <a:gd name="connsiteY388" fmla="*/ 242221 h 1572129"/>
                    <a:gd name="connsiteX389" fmla="*/ 1366717 w 1586382"/>
                    <a:gd name="connsiteY389" fmla="*/ 251218 h 1572129"/>
                    <a:gd name="connsiteX390" fmla="*/ 1353179 w 1586382"/>
                    <a:gd name="connsiteY390" fmla="*/ 264712 h 1572129"/>
                    <a:gd name="connsiteX391" fmla="*/ 1387023 w 1586382"/>
                    <a:gd name="connsiteY391" fmla="*/ 254966 h 1572129"/>
                    <a:gd name="connsiteX392" fmla="*/ 1389280 w 1586382"/>
                    <a:gd name="connsiteY392" fmla="*/ 257965 h 1572129"/>
                    <a:gd name="connsiteX393" fmla="*/ 1364460 w 1586382"/>
                    <a:gd name="connsiteY393" fmla="*/ 275208 h 1572129"/>
                    <a:gd name="connsiteX394" fmla="*/ 1422372 w 1586382"/>
                    <a:gd name="connsiteY394" fmla="*/ 263213 h 1572129"/>
                    <a:gd name="connsiteX395" fmla="*/ 1417859 w 1586382"/>
                    <a:gd name="connsiteY395" fmla="*/ 276707 h 1572129"/>
                    <a:gd name="connsiteX396" fmla="*/ 1404322 w 1586382"/>
                    <a:gd name="connsiteY396" fmla="*/ 287953 h 1572129"/>
                    <a:gd name="connsiteX397" fmla="*/ 1384015 w 1586382"/>
                    <a:gd name="connsiteY397" fmla="*/ 296200 h 1572129"/>
                    <a:gd name="connsiteX398" fmla="*/ 1367469 w 1586382"/>
                    <a:gd name="connsiteY398" fmla="*/ 297699 h 1572129"/>
                    <a:gd name="connsiteX399" fmla="*/ 1380254 w 1586382"/>
                    <a:gd name="connsiteY399" fmla="*/ 287203 h 1572129"/>
                    <a:gd name="connsiteX400" fmla="*/ 1377998 w 1586382"/>
                    <a:gd name="connsiteY400" fmla="*/ 282705 h 1572129"/>
                    <a:gd name="connsiteX401" fmla="*/ 1347914 w 1586382"/>
                    <a:gd name="connsiteY401" fmla="*/ 290202 h 1572129"/>
                    <a:gd name="connsiteX402" fmla="*/ 1364460 w 1586382"/>
                    <a:gd name="connsiteY402" fmla="*/ 269210 h 1572129"/>
                    <a:gd name="connsiteX403" fmla="*/ 1335129 w 1586382"/>
                    <a:gd name="connsiteY403" fmla="*/ 281206 h 1572129"/>
                    <a:gd name="connsiteX404" fmla="*/ 1332120 w 1586382"/>
                    <a:gd name="connsiteY404" fmla="*/ 276707 h 1572129"/>
                    <a:gd name="connsiteX405" fmla="*/ 1341897 w 1586382"/>
                    <a:gd name="connsiteY405" fmla="*/ 265462 h 1572129"/>
                    <a:gd name="connsiteX406" fmla="*/ 1359948 w 1586382"/>
                    <a:gd name="connsiteY406" fmla="*/ 245970 h 1572129"/>
                    <a:gd name="connsiteX407" fmla="*/ 1367469 w 1586382"/>
                    <a:gd name="connsiteY407" fmla="*/ 242221 h 1572129"/>
                    <a:gd name="connsiteX408" fmla="*/ 246373 w 1586382"/>
                    <a:gd name="connsiteY408" fmla="*/ 241115 h 1572129"/>
                    <a:gd name="connsiteX409" fmla="*/ 256102 w 1586382"/>
                    <a:gd name="connsiteY409" fmla="*/ 264893 h 1572129"/>
                    <a:gd name="connsiteX410" fmla="*/ 273313 w 1586382"/>
                    <a:gd name="connsiteY410" fmla="*/ 286441 h 1572129"/>
                    <a:gd name="connsiteX411" fmla="*/ 268075 w 1586382"/>
                    <a:gd name="connsiteY411" fmla="*/ 272323 h 1572129"/>
                    <a:gd name="connsiteX412" fmla="*/ 254605 w 1586382"/>
                    <a:gd name="connsiteY412" fmla="*/ 270094 h 1572129"/>
                    <a:gd name="connsiteX413" fmla="*/ 241135 w 1586382"/>
                    <a:gd name="connsiteY413" fmla="*/ 241858 h 1572129"/>
                    <a:gd name="connsiteX414" fmla="*/ 246373 w 1586382"/>
                    <a:gd name="connsiteY414" fmla="*/ 241115 h 1572129"/>
                    <a:gd name="connsiteX415" fmla="*/ 208940 w 1586382"/>
                    <a:gd name="connsiteY415" fmla="*/ 240423 h 1572129"/>
                    <a:gd name="connsiteX416" fmla="*/ 208940 w 1586382"/>
                    <a:gd name="connsiteY416" fmla="*/ 241176 h 1572129"/>
                    <a:gd name="connsiteX417" fmla="*/ 208883 w 1586382"/>
                    <a:gd name="connsiteY417" fmla="*/ 240554 h 1572129"/>
                    <a:gd name="connsiteX418" fmla="*/ 222574 w 1586382"/>
                    <a:gd name="connsiteY418" fmla="*/ 240093 h 1572129"/>
                    <a:gd name="connsiteX419" fmla="*/ 226996 w 1586382"/>
                    <a:gd name="connsiteY419" fmla="*/ 252438 h 1572129"/>
                    <a:gd name="connsiteX420" fmla="*/ 226996 w 1586382"/>
                    <a:gd name="connsiteY420" fmla="*/ 280120 h 1572129"/>
                    <a:gd name="connsiteX421" fmla="*/ 220363 w 1586382"/>
                    <a:gd name="connsiteY421" fmla="*/ 267401 h 1572129"/>
                    <a:gd name="connsiteX422" fmla="*/ 220363 w 1586382"/>
                    <a:gd name="connsiteY422" fmla="*/ 298824 h 1572129"/>
                    <a:gd name="connsiteX423" fmla="*/ 212993 w 1586382"/>
                    <a:gd name="connsiteY423" fmla="*/ 308550 h 1572129"/>
                    <a:gd name="connsiteX424" fmla="*/ 207834 w 1586382"/>
                    <a:gd name="connsiteY424" fmla="*/ 296580 h 1572129"/>
                    <a:gd name="connsiteX425" fmla="*/ 209308 w 1586382"/>
                    <a:gd name="connsiteY425" fmla="*/ 240467 h 1572129"/>
                    <a:gd name="connsiteX426" fmla="*/ 209308 w 1586382"/>
                    <a:gd name="connsiteY426" fmla="*/ 241216 h 1572129"/>
                    <a:gd name="connsiteX427" fmla="*/ 222574 w 1586382"/>
                    <a:gd name="connsiteY427" fmla="*/ 240093 h 1572129"/>
                    <a:gd name="connsiteX428" fmla="*/ 198757 w 1586382"/>
                    <a:gd name="connsiteY428" fmla="*/ 188453 h 1572129"/>
                    <a:gd name="connsiteX429" fmla="*/ 205303 w 1586382"/>
                    <a:gd name="connsiteY429" fmla="*/ 201257 h 1572129"/>
                    <a:gd name="connsiteX430" fmla="*/ 208883 w 1586382"/>
                    <a:gd name="connsiteY430" fmla="*/ 240554 h 1572129"/>
                    <a:gd name="connsiteX431" fmla="*/ 202394 w 1586382"/>
                    <a:gd name="connsiteY431" fmla="*/ 255487 h 1572129"/>
                    <a:gd name="connsiteX432" fmla="*/ 181302 w 1586382"/>
                    <a:gd name="connsiteY432" fmla="*/ 193725 h 1572129"/>
                    <a:gd name="connsiteX433" fmla="*/ 198757 w 1586382"/>
                    <a:gd name="connsiteY433" fmla="*/ 188453 h 1572129"/>
                    <a:gd name="connsiteX434" fmla="*/ 1156347 w 1586382"/>
                    <a:gd name="connsiteY434" fmla="*/ 148254 h 1572129"/>
                    <a:gd name="connsiteX435" fmla="*/ 1179563 w 1586382"/>
                    <a:gd name="connsiteY435" fmla="*/ 188013 h 1572129"/>
                    <a:gd name="connsiteX436" fmla="*/ 1160092 w 1586382"/>
                    <a:gd name="connsiteY436" fmla="*/ 176010 h 1572129"/>
                    <a:gd name="connsiteX437" fmla="*/ 1156347 w 1586382"/>
                    <a:gd name="connsiteY437" fmla="*/ 148254 h 1572129"/>
                    <a:gd name="connsiteX438" fmla="*/ 1183507 w 1586382"/>
                    <a:gd name="connsiteY438" fmla="*/ 94084 h 1572129"/>
                    <a:gd name="connsiteX439" fmla="*/ 1172247 w 1586382"/>
                    <a:gd name="connsiteY439" fmla="*/ 110622 h 1572129"/>
                    <a:gd name="connsiteX440" fmla="*/ 1189512 w 1586382"/>
                    <a:gd name="connsiteY440" fmla="*/ 118891 h 1572129"/>
                    <a:gd name="connsiteX441" fmla="*/ 1128710 w 1586382"/>
                    <a:gd name="connsiteY441" fmla="*/ 150464 h 1572129"/>
                    <a:gd name="connsiteX442" fmla="*/ 1145975 w 1586382"/>
                    <a:gd name="connsiteY442" fmla="*/ 114381 h 1572129"/>
                    <a:gd name="connsiteX443" fmla="*/ 1183507 w 1586382"/>
                    <a:gd name="connsiteY443" fmla="*/ 94084 h 1572129"/>
                    <a:gd name="connsiteX444" fmla="*/ 932099 w 1586382"/>
                    <a:gd name="connsiteY444" fmla="*/ 90768 h 1572129"/>
                    <a:gd name="connsiteX445" fmla="*/ 942612 w 1586382"/>
                    <a:gd name="connsiteY445" fmla="*/ 119511 h 1572129"/>
                    <a:gd name="connsiteX446" fmla="*/ 961384 w 1586382"/>
                    <a:gd name="connsiteY446" fmla="*/ 119511 h 1572129"/>
                    <a:gd name="connsiteX447" fmla="*/ 960633 w 1586382"/>
                    <a:gd name="connsiteY447" fmla="*/ 131614 h 1572129"/>
                    <a:gd name="connsiteX448" fmla="*/ 947117 w 1586382"/>
                    <a:gd name="connsiteY448" fmla="*/ 133127 h 1572129"/>
                    <a:gd name="connsiteX449" fmla="*/ 932099 w 1586382"/>
                    <a:gd name="connsiteY449" fmla="*/ 90768 h 1572129"/>
                    <a:gd name="connsiteX450" fmla="*/ 412532 w 1586382"/>
                    <a:gd name="connsiteY450" fmla="*/ 87452 h 1572129"/>
                    <a:gd name="connsiteX451" fmla="*/ 423063 w 1586382"/>
                    <a:gd name="connsiteY451" fmla="*/ 94236 h 1572129"/>
                    <a:gd name="connsiteX452" fmla="*/ 429081 w 1586382"/>
                    <a:gd name="connsiteY452" fmla="*/ 103281 h 1572129"/>
                    <a:gd name="connsiteX453" fmla="*/ 455407 w 1586382"/>
                    <a:gd name="connsiteY453" fmla="*/ 101773 h 1572129"/>
                    <a:gd name="connsiteX454" fmla="*/ 461425 w 1586382"/>
                    <a:gd name="connsiteY454" fmla="*/ 116848 h 1572129"/>
                    <a:gd name="connsiteX455" fmla="*/ 465186 w 1586382"/>
                    <a:gd name="connsiteY455" fmla="*/ 177148 h 1572129"/>
                    <a:gd name="connsiteX456" fmla="*/ 476469 w 1586382"/>
                    <a:gd name="connsiteY456" fmla="*/ 200514 h 1572129"/>
                    <a:gd name="connsiteX457" fmla="*/ 470451 w 1586382"/>
                    <a:gd name="connsiteY457" fmla="*/ 203529 h 1572129"/>
                    <a:gd name="connsiteX458" fmla="*/ 441868 w 1586382"/>
                    <a:gd name="connsiteY458" fmla="*/ 154536 h 1572129"/>
                    <a:gd name="connsiteX459" fmla="*/ 403506 w 1586382"/>
                    <a:gd name="connsiteY459" fmla="*/ 137199 h 1572129"/>
                    <a:gd name="connsiteX460" fmla="*/ 417798 w 1586382"/>
                    <a:gd name="connsiteY460" fmla="*/ 141722 h 1572129"/>
                    <a:gd name="connsiteX461" fmla="*/ 429081 w 1586382"/>
                    <a:gd name="connsiteY461" fmla="*/ 155289 h 1572129"/>
                    <a:gd name="connsiteX462" fmla="*/ 434346 w 1586382"/>
                    <a:gd name="connsiteY462" fmla="*/ 152274 h 1572129"/>
                    <a:gd name="connsiteX463" fmla="*/ 425320 w 1586382"/>
                    <a:gd name="connsiteY463" fmla="*/ 125893 h 1572129"/>
                    <a:gd name="connsiteX464" fmla="*/ 417798 w 1586382"/>
                    <a:gd name="connsiteY464" fmla="*/ 141722 h 1572129"/>
                    <a:gd name="connsiteX465" fmla="*/ 413284 w 1586382"/>
                    <a:gd name="connsiteY465" fmla="*/ 99512 h 1572129"/>
                    <a:gd name="connsiteX466" fmla="*/ 412532 w 1586382"/>
                    <a:gd name="connsiteY466" fmla="*/ 87452 h 1572129"/>
                    <a:gd name="connsiteX467" fmla="*/ 955148 w 1586382"/>
                    <a:gd name="connsiteY467" fmla="*/ 59815 h 1572129"/>
                    <a:gd name="connsiteX468" fmla="*/ 948183 w 1586382"/>
                    <a:gd name="connsiteY468" fmla="*/ 80199 h 1572129"/>
                    <a:gd name="connsiteX469" fmla="*/ 938897 w 1586382"/>
                    <a:gd name="connsiteY469" fmla="*/ 83974 h 1572129"/>
                    <a:gd name="connsiteX470" fmla="*/ 931932 w 1586382"/>
                    <a:gd name="connsiteY470" fmla="*/ 90769 h 1572129"/>
                    <a:gd name="connsiteX471" fmla="*/ 931932 w 1586382"/>
                    <a:gd name="connsiteY471" fmla="*/ 77180 h 1572129"/>
                    <a:gd name="connsiteX472" fmla="*/ 945088 w 1586382"/>
                    <a:gd name="connsiteY472" fmla="*/ 67365 h 1572129"/>
                    <a:gd name="connsiteX473" fmla="*/ 955148 w 1586382"/>
                    <a:gd name="connsiteY473" fmla="*/ 59815 h 1572129"/>
                    <a:gd name="connsiteX474" fmla="*/ 632148 w 1586382"/>
                    <a:gd name="connsiteY474" fmla="*/ 46675 h 1572129"/>
                    <a:gd name="connsiteX475" fmla="*/ 645715 w 1586382"/>
                    <a:gd name="connsiteY475" fmla="*/ 84469 h 1572129"/>
                    <a:gd name="connsiteX476" fmla="*/ 646346 w 1586382"/>
                    <a:gd name="connsiteY476" fmla="*/ 85107 h 1572129"/>
                    <a:gd name="connsiteX477" fmla="*/ 650031 w 1586382"/>
                    <a:gd name="connsiteY477" fmla="*/ 62026 h 1572129"/>
                    <a:gd name="connsiteX478" fmla="*/ 655927 w 1586382"/>
                    <a:gd name="connsiteY478" fmla="*/ 62771 h 1572129"/>
                    <a:gd name="connsiteX479" fmla="*/ 661086 w 1586382"/>
                    <a:gd name="connsiteY479" fmla="*/ 88829 h 1572129"/>
                    <a:gd name="connsiteX480" fmla="*/ 651966 w 1586382"/>
                    <a:gd name="connsiteY480" fmla="*/ 91900 h 1572129"/>
                    <a:gd name="connsiteX481" fmla="*/ 645727 w 1586382"/>
                    <a:gd name="connsiteY481" fmla="*/ 84502 h 1572129"/>
                    <a:gd name="connsiteX482" fmla="*/ 645978 w 1586382"/>
                    <a:gd name="connsiteY482" fmla="*/ 85201 h 1572129"/>
                    <a:gd name="connsiteX483" fmla="*/ 645241 w 1586382"/>
                    <a:gd name="connsiteY483" fmla="*/ 84451 h 1572129"/>
                    <a:gd name="connsiteX484" fmla="*/ 646715 w 1586382"/>
                    <a:gd name="connsiteY484" fmla="*/ 107706 h 1572129"/>
                    <a:gd name="connsiteX485" fmla="*/ 640819 w 1586382"/>
                    <a:gd name="connsiteY485" fmla="*/ 108456 h 1572129"/>
                    <a:gd name="connsiteX486" fmla="*/ 678913 w 1586382"/>
                    <a:gd name="connsiteY486" fmla="*/ 35494 h 1572129"/>
                    <a:gd name="connsiteX487" fmla="*/ 686513 w 1586382"/>
                    <a:gd name="connsiteY487" fmla="*/ 55255 h 1572129"/>
                    <a:gd name="connsiteX488" fmla="*/ 680986 w 1586382"/>
                    <a:gd name="connsiteY488" fmla="*/ 71976 h 1572129"/>
                    <a:gd name="connsiteX489" fmla="*/ 675458 w 1586382"/>
                    <a:gd name="connsiteY489" fmla="*/ 71216 h 1572129"/>
                    <a:gd name="connsiteX490" fmla="*/ 678913 w 1586382"/>
                    <a:gd name="connsiteY490" fmla="*/ 35494 h 1572129"/>
                    <a:gd name="connsiteX491" fmla="*/ 646346 w 1586382"/>
                    <a:gd name="connsiteY491" fmla="*/ 34388 h 1572129"/>
                    <a:gd name="connsiteX492" fmla="*/ 656664 w 1586382"/>
                    <a:gd name="connsiteY492" fmla="*/ 47868 h 1572129"/>
                    <a:gd name="connsiteX493" fmla="*/ 647820 w 1586382"/>
                    <a:gd name="connsiteY493" fmla="*/ 57604 h 1572129"/>
                    <a:gd name="connsiteX494" fmla="*/ 641924 w 1586382"/>
                    <a:gd name="connsiteY494" fmla="*/ 40379 h 1572129"/>
                    <a:gd name="connsiteX495" fmla="*/ 646346 w 1586382"/>
                    <a:gd name="connsiteY495" fmla="*/ 34388 h 1572129"/>
                    <a:gd name="connsiteX496" fmla="*/ 692409 w 1586382"/>
                    <a:gd name="connsiteY496" fmla="*/ 17806 h 1572129"/>
                    <a:gd name="connsiteX497" fmla="*/ 696094 w 1586382"/>
                    <a:gd name="connsiteY497" fmla="*/ 34917 h 1572129"/>
                    <a:gd name="connsiteX498" fmla="*/ 707886 w 1586382"/>
                    <a:gd name="connsiteY498" fmla="*/ 34917 h 1572129"/>
                    <a:gd name="connsiteX499" fmla="*/ 716730 w 1586382"/>
                    <a:gd name="connsiteY499" fmla="*/ 50540 h 1572129"/>
                    <a:gd name="connsiteX500" fmla="*/ 701990 w 1586382"/>
                    <a:gd name="connsiteY500" fmla="*/ 131630 h 1572129"/>
                    <a:gd name="connsiteX501" fmla="*/ 700516 w 1586382"/>
                    <a:gd name="connsiteY501" fmla="*/ 136094 h 1572129"/>
                    <a:gd name="connsiteX502" fmla="*/ 687250 w 1586382"/>
                    <a:gd name="connsiteY502" fmla="*/ 55004 h 1572129"/>
                    <a:gd name="connsiteX503" fmla="*/ 685039 w 1586382"/>
                    <a:gd name="connsiteY503" fmla="*/ 29709 h 1572129"/>
                    <a:gd name="connsiteX504" fmla="*/ 692409 w 1586382"/>
                    <a:gd name="connsiteY504" fmla="*/ 17806 h 1572129"/>
                    <a:gd name="connsiteX505" fmla="*/ 644865 w 1586382"/>
                    <a:gd name="connsiteY505" fmla="*/ 4540 h 1572129"/>
                    <a:gd name="connsiteX506" fmla="*/ 644119 w 1586382"/>
                    <a:gd name="connsiteY506" fmla="*/ 17972 h 1572129"/>
                    <a:gd name="connsiteX507" fmla="*/ 632189 w 1586382"/>
                    <a:gd name="connsiteY507" fmla="*/ 46328 h 1572129"/>
                    <a:gd name="connsiteX508" fmla="*/ 632189 w 1586382"/>
                    <a:gd name="connsiteY508" fmla="*/ 45582 h 1572129"/>
                    <a:gd name="connsiteX509" fmla="*/ 632021 w 1586382"/>
                    <a:gd name="connsiteY509" fmla="*/ 45773 h 1572129"/>
                    <a:gd name="connsiteX510" fmla="*/ 632148 w 1586382"/>
                    <a:gd name="connsiteY510" fmla="*/ 46675 h 1572129"/>
                    <a:gd name="connsiteX511" fmla="*/ 631975 w 1586382"/>
                    <a:gd name="connsiteY511" fmla="*/ 46193 h 1572129"/>
                    <a:gd name="connsiteX512" fmla="*/ 631975 w 1586382"/>
                    <a:gd name="connsiteY512" fmla="*/ 45826 h 1572129"/>
                    <a:gd name="connsiteX513" fmla="*/ 615787 w 1586382"/>
                    <a:gd name="connsiteY513" fmla="*/ 64237 h 1572129"/>
                    <a:gd name="connsiteX514" fmla="*/ 613550 w 1586382"/>
                    <a:gd name="connsiteY514" fmla="*/ 62745 h 1572129"/>
                    <a:gd name="connsiteX515" fmla="*/ 635172 w 1586382"/>
                    <a:gd name="connsiteY515" fmla="*/ 6779 h 1572129"/>
                    <a:gd name="connsiteX516" fmla="*/ 644865 w 1586382"/>
                    <a:gd name="connsiteY516" fmla="*/ 4540 h 1572129"/>
                    <a:gd name="connsiteX517" fmla="*/ 930442 w 1586382"/>
                    <a:gd name="connsiteY517" fmla="*/ 2738 h 1572129"/>
                    <a:gd name="connsiteX518" fmla="*/ 922247 w 1586382"/>
                    <a:gd name="connsiteY518" fmla="*/ 23606 h 1572129"/>
                    <a:gd name="connsiteX519" fmla="*/ 919267 w 1586382"/>
                    <a:gd name="connsiteY519" fmla="*/ 42238 h 1572129"/>
                    <a:gd name="connsiteX520" fmla="*/ 914052 w 1586382"/>
                    <a:gd name="connsiteY520" fmla="*/ 63851 h 1572129"/>
                    <a:gd name="connsiteX521" fmla="*/ 917777 w 1586382"/>
                    <a:gd name="connsiteY521" fmla="*/ 83228 h 1572129"/>
                    <a:gd name="connsiteX522" fmla="*/ 914797 w 1586382"/>
                    <a:gd name="connsiteY522" fmla="*/ 99624 h 1572129"/>
                    <a:gd name="connsiteX523" fmla="*/ 893937 w 1586382"/>
                    <a:gd name="connsiteY523" fmla="*/ 131671 h 1572129"/>
                    <a:gd name="connsiteX524" fmla="*/ 892447 w 1586382"/>
                    <a:gd name="connsiteY524" fmla="*/ 109313 h 1572129"/>
                    <a:gd name="connsiteX525" fmla="*/ 866371 w 1586382"/>
                    <a:gd name="connsiteY525" fmla="*/ 119001 h 1572129"/>
                    <a:gd name="connsiteX526" fmla="*/ 863391 w 1586382"/>
                    <a:gd name="connsiteY526" fmla="*/ 114530 h 1572129"/>
                    <a:gd name="connsiteX527" fmla="*/ 900642 w 1586382"/>
                    <a:gd name="connsiteY527" fmla="*/ 72794 h 1572129"/>
                    <a:gd name="connsiteX528" fmla="*/ 883506 w 1586382"/>
                    <a:gd name="connsiteY528" fmla="*/ 92172 h 1572129"/>
                    <a:gd name="connsiteX529" fmla="*/ 891702 w 1586382"/>
                    <a:gd name="connsiteY529" fmla="*/ 70559 h 1572129"/>
                    <a:gd name="connsiteX530" fmla="*/ 903622 w 1586382"/>
                    <a:gd name="connsiteY530" fmla="*/ 53417 h 1572129"/>
                    <a:gd name="connsiteX531" fmla="*/ 917032 w 1586382"/>
                    <a:gd name="connsiteY531" fmla="*/ 19880 h 1572129"/>
                    <a:gd name="connsiteX532" fmla="*/ 913307 w 1586382"/>
                    <a:gd name="connsiteY532" fmla="*/ 17644 h 1572129"/>
                    <a:gd name="connsiteX533" fmla="*/ 902877 w 1586382"/>
                    <a:gd name="connsiteY533" fmla="*/ 22115 h 1572129"/>
                    <a:gd name="connsiteX534" fmla="*/ 930442 w 1586382"/>
                    <a:gd name="connsiteY534" fmla="*/ 2738 h 1572129"/>
                    <a:gd name="connsiteX535" fmla="*/ 978363 w 1586382"/>
                    <a:gd name="connsiteY535" fmla="*/ 1223 h 1572129"/>
                    <a:gd name="connsiteX536" fmla="*/ 964531 w 1586382"/>
                    <a:gd name="connsiteY536" fmla="*/ 35494 h 1572129"/>
                    <a:gd name="connsiteX537" fmla="*/ 960163 w 1586382"/>
                    <a:gd name="connsiteY537" fmla="*/ 34004 h 1572129"/>
                    <a:gd name="connsiteX538" fmla="*/ 960163 w 1586382"/>
                    <a:gd name="connsiteY538" fmla="*/ 22083 h 1572129"/>
                    <a:gd name="connsiteX539" fmla="*/ 948514 w 1586382"/>
                    <a:gd name="connsiteY539" fmla="*/ 28789 h 1572129"/>
                    <a:gd name="connsiteX540" fmla="*/ 978363 w 1586382"/>
                    <a:gd name="connsiteY540" fmla="*/ 1223 h 1572129"/>
                    <a:gd name="connsiteX541" fmla="*/ 711939 w 1586382"/>
                    <a:gd name="connsiteY541" fmla="*/ 203 h 1572129"/>
                    <a:gd name="connsiteX542" fmla="*/ 692040 w 1586382"/>
                    <a:gd name="connsiteY542" fmla="*/ 17806 h 1572129"/>
                    <a:gd name="connsiteX543" fmla="*/ 689829 w 1586382"/>
                    <a:gd name="connsiteY543" fmla="*/ 10153 h 1572129"/>
                    <a:gd name="connsiteX544" fmla="*/ 669930 w 1586382"/>
                    <a:gd name="connsiteY544" fmla="*/ 27756 h 1572129"/>
                    <a:gd name="connsiteX545" fmla="*/ 711939 w 1586382"/>
                    <a:gd name="connsiteY545" fmla="*/ 203 h 15721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</a:cxnLst>
                  <a:rect l="l" t="t" r="r" b="b"/>
                  <a:pathLst>
                    <a:path w="1586382" h="1572129">
                      <a:moveTo>
                        <a:pt x="887404" y="1525720"/>
                      </a:moveTo>
                      <a:lnTo>
                        <a:pt x="888259" y="1526065"/>
                      </a:lnTo>
                      <a:lnTo>
                        <a:pt x="887556" y="1526677"/>
                      </a:lnTo>
                      <a:close/>
                      <a:moveTo>
                        <a:pt x="805086" y="1488855"/>
                      </a:moveTo>
                      <a:cubicBezTo>
                        <a:pt x="824023" y="1488111"/>
                        <a:pt x="842202" y="1503733"/>
                        <a:pt x="845989" y="1525305"/>
                      </a:cubicBezTo>
                      <a:cubicBezTo>
                        <a:pt x="849019" y="1543902"/>
                        <a:pt x="837657" y="1561755"/>
                        <a:pt x="817205" y="1567706"/>
                      </a:cubicBezTo>
                      <a:cubicBezTo>
                        <a:pt x="831597" y="1547622"/>
                        <a:pt x="829325" y="1526049"/>
                        <a:pt x="822508" y="1504476"/>
                      </a:cubicBezTo>
                      <a:cubicBezTo>
                        <a:pt x="820235" y="1499269"/>
                        <a:pt x="811903" y="1492574"/>
                        <a:pt x="806601" y="1492574"/>
                      </a:cubicBezTo>
                      <a:cubicBezTo>
                        <a:pt x="800541" y="1492574"/>
                        <a:pt x="791452" y="1498525"/>
                        <a:pt x="789937" y="1504476"/>
                      </a:cubicBezTo>
                      <a:cubicBezTo>
                        <a:pt x="783120" y="1526049"/>
                        <a:pt x="783120" y="1547622"/>
                        <a:pt x="797511" y="1567706"/>
                      </a:cubicBezTo>
                      <a:cubicBezTo>
                        <a:pt x="779332" y="1567706"/>
                        <a:pt x="767213" y="1546134"/>
                        <a:pt x="767213" y="1530512"/>
                      </a:cubicBezTo>
                      <a:cubicBezTo>
                        <a:pt x="767213" y="1508940"/>
                        <a:pt x="784635" y="1490343"/>
                        <a:pt x="805086" y="1488855"/>
                      </a:cubicBezTo>
                      <a:close/>
                      <a:moveTo>
                        <a:pt x="681430" y="1484077"/>
                      </a:moveTo>
                      <a:cubicBezTo>
                        <a:pt x="697226" y="1482584"/>
                        <a:pt x="707757" y="1489300"/>
                        <a:pt x="713774" y="1504970"/>
                      </a:cubicBezTo>
                      <a:cubicBezTo>
                        <a:pt x="719792" y="1518402"/>
                        <a:pt x="728818" y="1530341"/>
                        <a:pt x="738597" y="1546758"/>
                      </a:cubicBezTo>
                      <a:cubicBezTo>
                        <a:pt x="743110" y="1525118"/>
                        <a:pt x="747623" y="1507955"/>
                        <a:pt x="738597" y="1489300"/>
                      </a:cubicBezTo>
                      <a:cubicBezTo>
                        <a:pt x="743110" y="1489300"/>
                        <a:pt x="748375" y="1490046"/>
                        <a:pt x="750632" y="1490046"/>
                      </a:cubicBezTo>
                      <a:cubicBezTo>
                        <a:pt x="747623" y="1516164"/>
                        <a:pt x="743862" y="1542281"/>
                        <a:pt x="740853" y="1572129"/>
                      </a:cubicBezTo>
                      <a:cubicBezTo>
                        <a:pt x="734836" y="1566906"/>
                        <a:pt x="730323" y="1563921"/>
                        <a:pt x="728066" y="1560190"/>
                      </a:cubicBezTo>
                      <a:cubicBezTo>
                        <a:pt x="719792" y="1546012"/>
                        <a:pt x="711518" y="1531088"/>
                        <a:pt x="703244" y="1516910"/>
                      </a:cubicBezTo>
                      <a:cubicBezTo>
                        <a:pt x="700987" y="1512432"/>
                        <a:pt x="697226" y="1508701"/>
                        <a:pt x="693465" y="1502732"/>
                      </a:cubicBezTo>
                      <a:cubicBezTo>
                        <a:pt x="684439" y="1537057"/>
                        <a:pt x="685191" y="1555713"/>
                        <a:pt x="695722" y="1566160"/>
                      </a:cubicBezTo>
                      <a:cubicBezTo>
                        <a:pt x="688200" y="1565413"/>
                        <a:pt x="682934" y="1564667"/>
                        <a:pt x="677669" y="1564667"/>
                      </a:cubicBezTo>
                      <a:cubicBezTo>
                        <a:pt x="687447" y="1547504"/>
                        <a:pt x="689704" y="1493777"/>
                        <a:pt x="681430" y="1484077"/>
                      </a:cubicBezTo>
                      <a:close/>
                      <a:moveTo>
                        <a:pt x="901939" y="1482986"/>
                      </a:moveTo>
                      <a:cubicBezTo>
                        <a:pt x="913294" y="1481479"/>
                        <a:pt x="920864" y="1486752"/>
                        <a:pt x="923893" y="1497298"/>
                      </a:cubicBezTo>
                      <a:cubicBezTo>
                        <a:pt x="926921" y="1507845"/>
                        <a:pt x="920864" y="1513871"/>
                        <a:pt x="911780" y="1518391"/>
                      </a:cubicBezTo>
                      <a:cubicBezTo>
                        <a:pt x="909509" y="1519144"/>
                        <a:pt x="906481" y="1520651"/>
                        <a:pt x="904967" y="1522157"/>
                      </a:cubicBezTo>
                      <a:cubicBezTo>
                        <a:pt x="914051" y="1532704"/>
                        <a:pt x="923893" y="1543250"/>
                        <a:pt x="935248" y="1556056"/>
                      </a:cubicBezTo>
                      <a:cubicBezTo>
                        <a:pt x="930706" y="1556809"/>
                        <a:pt x="923136" y="1561329"/>
                        <a:pt x="917836" y="1559069"/>
                      </a:cubicBezTo>
                      <a:cubicBezTo>
                        <a:pt x="912537" y="1557563"/>
                        <a:pt x="907995" y="1550030"/>
                        <a:pt x="905724" y="1544003"/>
                      </a:cubicBezTo>
                      <a:cubicBezTo>
                        <a:pt x="904589" y="1539483"/>
                        <a:pt x="903642" y="1534775"/>
                        <a:pt x="900993" y="1531197"/>
                      </a:cubicBezTo>
                      <a:lnTo>
                        <a:pt x="888259" y="1526065"/>
                      </a:lnTo>
                      <a:lnTo>
                        <a:pt x="905724" y="1510858"/>
                      </a:lnTo>
                      <a:cubicBezTo>
                        <a:pt x="907995" y="1504831"/>
                        <a:pt x="904967" y="1496545"/>
                        <a:pt x="901182" y="1490519"/>
                      </a:cubicBezTo>
                      <a:cubicBezTo>
                        <a:pt x="899668" y="1487506"/>
                        <a:pt x="892098" y="1485999"/>
                        <a:pt x="888313" y="1487506"/>
                      </a:cubicBezTo>
                      <a:cubicBezTo>
                        <a:pt x="885284" y="1488259"/>
                        <a:pt x="883013" y="1494285"/>
                        <a:pt x="883013" y="1498052"/>
                      </a:cubicBezTo>
                      <a:lnTo>
                        <a:pt x="887404" y="1525720"/>
                      </a:lnTo>
                      <a:lnTo>
                        <a:pt x="886041" y="1525171"/>
                      </a:lnTo>
                      <a:cubicBezTo>
                        <a:pt x="888313" y="1538730"/>
                        <a:pt x="890584" y="1550783"/>
                        <a:pt x="892098" y="1565096"/>
                      </a:cubicBezTo>
                      <a:cubicBezTo>
                        <a:pt x="886798" y="1565096"/>
                        <a:pt x="878471" y="1565849"/>
                        <a:pt x="874686" y="1566602"/>
                      </a:cubicBezTo>
                      <a:cubicBezTo>
                        <a:pt x="871658" y="1539483"/>
                        <a:pt x="868630" y="1513871"/>
                        <a:pt x="865602" y="1485999"/>
                      </a:cubicBezTo>
                      <a:cubicBezTo>
                        <a:pt x="874686" y="1485246"/>
                        <a:pt x="888313" y="1483739"/>
                        <a:pt x="901939" y="1482986"/>
                      </a:cubicBezTo>
                      <a:close/>
                      <a:moveTo>
                        <a:pt x="612386" y="1468212"/>
                      </a:moveTo>
                      <a:cubicBezTo>
                        <a:pt x="613898" y="1468212"/>
                        <a:pt x="614655" y="1468212"/>
                        <a:pt x="616168" y="1468212"/>
                      </a:cubicBezTo>
                      <a:cubicBezTo>
                        <a:pt x="620706" y="1497077"/>
                        <a:pt x="624488" y="1526681"/>
                        <a:pt x="629026" y="1555546"/>
                      </a:cubicBezTo>
                      <a:cubicBezTo>
                        <a:pt x="620706" y="1553326"/>
                        <a:pt x="610873" y="1550365"/>
                        <a:pt x="598771" y="1547405"/>
                      </a:cubicBezTo>
                      <a:cubicBezTo>
                        <a:pt x="613898" y="1544444"/>
                        <a:pt x="612386" y="1533343"/>
                        <a:pt x="607847" y="1528162"/>
                      </a:cubicBezTo>
                      <a:cubicBezTo>
                        <a:pt x="602552" y="1521501"/>
                        <a:pt x="591963" y="1515580"/>
                        <a:pt x="584399" y="1516320"/>
                      </a:cubicBezTo>
                      <a:cubicBezTo>
                        <a:pt x="572297" y="1516320"/>
                        <a:pt x="569271" y="1526681"/>
                        <a:pt x="572297" y="1539264"/>
                      </a:cubicBezTo>
                      <a:cubicBezTo>
                        <a:pt x="566246" y="1537043"/>
                        <a:pt x="560951" y="1535563"/>
                        <a:pt x="557169" y="1534823"/>
                      </a:cubicBezTo>
                      <a:lnTo>
                        <a:pt x="592882" y="1494782"/>
                      </a:lnTo>
                      <a:lnTo>
                        <a:pt x="593213" y="1494631"/>
                      </a:lnTo>
                      <a:lnTo>
                        <a:pt x="585156" y="1510399"/>
                      </a:lnTo>
                      <a:cubicBezTo>
                        <a:pt x="591963" y="1512619"/>
                        <a:pt x="598014" y="1514840"/>
                        <a:pt x="607091" y="1517060"/>
                      </a:cubicBezTo>
                      <a:cubicBezTo>
                        <a:pt x="605578" y="1506698"/>
                        <a:pt x="604822" y="1499297"/>
                        <a:pt x="604065" y="1489676"/>
                      </a:cubicBezTo>
                      <a:lnTo>
                        <a:pt x="593213" y="1494631"/>
                      </a:lnTo>
                      <a:lnTo>
                        <a:pt x="593476" y="1494116"/>
                      </a:lnTo>
                      <a:lnTo>
                        <a:pt x="592882" y="1494782"/>
                      </a:lnTo>
                      <a:lnTo>
                        <a:pt x="592719" y="1494856"/>
                      </a:lnTo>
                      <a:cubicBezTo>
                        <a:pt x="599527" y="1485975"/>
                        <a:pt x="605578" y="1477094"/>
                        <a:pt x="612386" y="1468212"/>
                      </a:cubicBezTo>
                      <a:close/>
                      <a:moveTo>
                        <a:pt x="1071334" y="1458228"/>
                      </a:moveTo>
                      <a:cubicBezTo>
                        <a:pt x="1071334" y="1468671"/>
                        <a:pt x="1071334" y="1476877"/>
                        <a:pt x="1071334" y="1487321"/>
                      </a:cubicBezTo>
                      <a:cubicBezTo>
                        <a:pt x="1078827" y="1484337"/>
                        <a:pt x="1084821" y="1481353"/>
                        <a:pt x="1092314" y="1477623"/>
                      </a:cubicBezTo>
                      <a:cubicBezTo>
                        <a:pt x="1084821" y="1470909"/>
                        <a:pt x="1078827" y="1464941"/>
                        <a:pt x="1071334" y="1458228"/>
                      </a:cubicBezTo>
                      <a:close/>
                      <a:moveTo>
                        <a:pt x="1015177" y="1454947"/>
                      </a:moveTo>
                      <a:cubicBezTo>
                        <a:pt x="1018915" y="1468408"/>
                        <a:pt x="1021158" y="1481869"/>
                        <a:pt x="1025644" y="1493834"/>
                      </a:cubicBezTo>
                      <a:cubicBezTo>
                        <a:pt x="1030129" y="1505800"/>
                        <a:pt x="1025644" y="1523000"/>
                        <a:pt x="1043586" y="1529730"/>
                      </a:cubicBezTo>
                      <a:cubicBezTo>
                        <a:pt x="1034615" y="1532722"/>
                        <a:pt x="1025644" y="1535713"/>
                        <a:pt x="1019663" y="1537209"/>
                      </a:cubicBezTo>
                      <a:cubicBezTo>
                        <a:pt x="1014430" y="1516269"/>
                        <a:pt x="1009196" y="1494582"/>
                        <a:pt x="1003216" y="1473643"/>
                      </a:cubicBezTo>
                      <a:cubicBezTo>
                        <a:pt x="1002468" y="1473643"/>
                        <a:pt x="1000973" y="1473643"/>
                        <a:pt x="999478" y="1473643"/>
                      </a:cubicBezTo>
                      <a:cubicBezTo>
                        <a:pt x="997982" y="1497573"/>
                        <a:pt x="996487" y="1521504"/>
                        <a:pt x="994992" y="1544687"/>
                      </a:cubicBezTo>
                      <a:cubicBezTo>
                        <a:pt x="993497" y="1545435"/>
                        <a:pt x="991254" y="1545435"/>
                        <a:pt x="989759" y="1545435"/>
                      </a:cubicBezTo>
                      <a:cubicBezTo>
                        <a:pt x="977050" y="1526739"/>
                        <a:pt x="965088" y="1507295"/>
                        <a:pt x="952379" y="1487852"/>
                      </a:cubicBezTo>
                      <a:cubicBezTo>
                        <a:pt x="951631" y="1488600"/>
                        <a:pt x="950136" y="1489347"/>
                        <a:pt x="949389" y="1490095"/>
                      </a:cubicBezTo>
                      <a:cubicBezTo>
                        <a:pt x="957612" y="1509539"/>
                        <a:pt x="953127" y="1534217"/>
                        <a:pt x="972564" y="1550670"/>
                      </a:cubicBezTo>
                      <a:cubicBezTo>
                        <a:pt x="968079" y="1552165"/>
                        <a:pt x="962098" y="1554409"/>
                        <a:pt x="956865" y="1556652"/>
                      </a:cubicBezTo>
                      <a:cubicBezTo>
                        <a:pt x="959107" y="1528235"/>
                        <a:pt x="947893" y="1504304"/>
                        <a:pt x="939670" y="1478130"/>
                      </a:cubicBezTo>
                      <a:cubicBezTo>
                        <a:pt x="944903" y="1475886"/>
                        <a:pt x="952379" y="1473643"/>
                        <a:pt x="959855" y="1471399"/>
                      </a:cubicBezTo>
                      <a:cubicBezTo>
                        <a:pt x="970321" y="1487104"/>
                        <a:pt x="980040" y="1502060"/>
                        <a:pt x="989759" y="1517017"/>
                      </a:cubicBezTo>
                      <a:cubicBezTo>
                        <a:pt x="991254" y="1516269"/>
                        <a:pt x="992749" y="1516269"/>
                        <a:pt x="994244" y="1516269"/>
                      </a:cubicBezTo>
                      <a:cubicBezTo>
                        <a:pt x="994244" y="1505800"/>
                        <a:pt x="994244" y="1495330"/>
                        <a:pt x="994244" y="1484860"/>
                      </a:cubicBezTo>
                      <a:cubicBezTo>
                        <a:pt x="994992" y="1457938"/>
                        <a:pt x="988264" y="1462425"/>
                        <a:pt x="1015177" y="1454947"/>
                      </a:cubicBezTo>
                      <a:close/>
                      <a:moveTo>
                        <a:pt x="1069087" y="1430626"/>
                      </a:moveTo>
                      <a:cubicBezTo>
                        <a:pt x="1091565" y="1453752"/>
                        <a:pt x="1111795" y="1474639"/>
                        <a:pt x="1132026" y="1495527"/>
                      </a:cubicBezTo>
                      <a:cubicBezTo>
                        <a:pt x="1126032" y="1498511"/>
                        <a:pt x="1118539" y="1501495"/>
                        <a:pt x="1113294" y="1503733"/>
                      </a:cubicBezTo>
                      <a:cubicBezTo>
                        <a:pt x="1107300" y="1495527"/>
                        <a:pt x="1102055" y="1485083"/>
                        <a:pt x="1096061" y="1483591"/>
                      </a:cubicBezTo>
                      <a:cubicBezTo>
                        <a:pt x="1088568" y="1482099"/>
                        <a:pt x="1076579" y="1486575"/>
                        <a:pt x="1072833" y="1492543"/>
                      </a:cubicBezTo>
                      <a:cubicBezTo>
                        <a:pt x="1069087" y="1498511"/>
                        <a:pt x="1072833" y="1509700"/>
                        <a:pt x="1072833" y="1519398"/>
                      </a:cubicBezTo>
                      <a:cubicBezTo>
                        <a:pt x="1072084" y="1520144"/>
                        <a:pt x="1067588" y="1521636"/>
                        <a:pt x="1064591" y="1522382"/>
                      </a:cubicBezTo>
                      <a:cubicBezTo>
                        <a:pt x="1066089" y="1493289"/>
                        <a:pt x="1067588" y="1464195"/>
                        <a:pt x="1069087" y="1430626"/>
                      </a:cubicBezTo>
                      <a:close/>
                      <a:moveTo>
                        <a:pt x="496956" y="1429519"/>
                      </a:moveTo>
                      <a:cubicBezTo>
                        <a:pt x="511998" y="1430264"/>
                        <a:pt x="518015" y="1439952"/>
                        <a:pt x="520271" y="1454110"/>
                      </a:cubicBezTo>
                      <a:cubicBezTo>
                        <a:pt x="523279" y="1470504"/>
                        <a:pt x="528544" y="1485408"/>
                        <a:pt x="534561" y="1501057"/>
                      </a:cubicBezTo>
                      <a:cubicBezTo>
                        <a:pt x="540578" y="1484663"/>
                        <a:pt x="554115" y="1470504"/>
                        <a:pt x="548851" y="1448894"/>
                      </a:cubicBezTo>
                      <a:cubicBezTo>
                        <a:pt x="553363" y="1451129"/>
                        <a:pt x="558628" y="1453365"/>
                        <a:pt x="559380" y="1453365"/>
                      </a:cubicBezTo>
                      <a:cubicBezTo>
                        <a:pt x="549603" y="1478701"/>
                        <a:pt x="539826" y="1501802"/>
                        <a:pt x="527792" y="1530119"/>
                      </a:cubicBezTo>
                      <a:cubicBezTo>
                        <a:pt x="512750" y="1503292"/>
                        <a:pt x="512750" y="1474975"/>
                        <a:pt x="498460" y="1449639"/>
                      </a:cubicBezTo>
                      <a:cubicBezTo>
                        <a:pt x="492443" y="1468269"/>
                        <a:pt x="485674" y="1487644"/>
                        <a:pt x="478906" y="1507018"/>
                      </a:cubicBezTo>
                      <a:cubicBezTo>
                        <a:pt x="477401" y="1506273"/>
                        <a:pt x="472889" y="1504783"/>
                        <a:pt x="467624" y="1503292"/>
                      </a:cubicBezTo>
                      <a:cubicBezTo>
                        <a:pt x="480410" y="1496586"/>
                        <a:pt x="500716" y="1444423"/>
                        <a:pt x="496956" y="1429519"/>
                      </a:cubicBezTo>
                      <a:close/>
                      <a:moveTo>
                        <a:pt x="459841" y="1409620"/>
                      </a:moveTo>
                      <a:cubicBezTo>
                        <a:pt x="464351" y="1411861"/>
                        <a:pt x="471868" y="1416343"/>
                        <a:pt x="480889" y="1420824"/>
                      </a:cubicBezTo>
                      <a:cubicBezTo>
                        <a:pt x="466606" y="1427547"/>
                        <a:pt x="443302" y="1475352"/>
                        <a:pt x="446309" y="1492532"/>
                      </a:cubicBezTo>
                      <a:cubicBezTo>
                        <a:pt x="438040" y="1488050"/>
                        <a:pt x="430523" y="1484316"/>
                        <a:pt x="424509" y="1481328"/>
                      </a:cubicBezTo>
                      <a:cubicBezTo>
                        <a:pt x="435785" y="1458172"/>
                        <a:pt x="447813" y="1434270"/>
                        <a:pt x="459841" y="1409620"/>
                      </a:cubicBezTo>
                      <a:close/>
                      <a:moveTo>
                        <a:pt x="1134266" y="1404094"/>
                      </a:moveTo>
                      <a:cubicBezTo>
                        <a:pt x="1145559" y="1424179"/>
                        <a:pt x="1155347" y="1445007"/>
                        <a:pt x="1167393" y="1464348"/>
                      </a:cubicBezTo>
                      <a:cubicBezTo>
                        <a:pt x="1172663" y="1473275"/>
                        <a:pt x="1181698" y="1468068"/>
                        <a:pt x="1184709" y="1460629"/>
                      </a:cubicBezTo>
                      <a:cubicBezTo>
                        <a:pt x="1188473" y="1453190"/>
                        <a:pt x="1189226" y="1444264"/>
                        <a:pt x="1191485" y="1433105"/>
                      </a:cubicBezTo>
                      <a:cubicBezTo>
                        <a:pt x="1195249" y="1441288"/>
                        <a:pt x="1199014" y="1447983"/>
                        <a:pt x="1202778" y="1455422"/>
                      </a:cubicBezTo>
                      <a:cubicBezTo>
                        <a:pt x="1186968" y="1465092"/>
                        <a:pt x="1171157" y="1474019"/>
                        <a:pt x="1155347" y="1483689"/>
                      </a:cubicBezTo>
                      <a:cubicBezTo>
                        <a:pt x="1144054" y="1459141"/>
                        <a:pt x="1135772" y="1433849"/>
                        <a:pt x="1115444" y="1414508"/>
                      </a:cubicBezTo>
                      <a:cubicBezTo>
                        <a:pt x="1122220" y="1410789"/>
                        <a:pt x="1129749" y="1406326"/>
                        <a:pt x="1134266" y="1404094"/>
                      </a:cubicBezTo>
                      <a:close/>
                      <a:moveTo>
                        <a:pt x="415186" y="1385299"/>
                      </a:moveTo>
                      <a:cubicBezTo>
                        <a:pt x="420379" y="1388289"/>
                        <a:pt x="427797" y="1393522"/>
                        <a:pt x="432248" y="1396512"/>
                      </a:cubicBezTo>
                      <a:cubicBezTo>
                        <a:pt x="418153" y="1418938"/>
                        <a:pt x="404800" y="1440616"/>
                        <a:pt x="390705" y="1463789"/>
                      </a:cubicBezTo>
                      <a:cubicBezTo>
                        <a:pt x="386254" y="1460799"/>
                        <a:pt x="381061" y="1457809"/>
                        <a:pt x="375868" y="1454071"/>
                      </a:cubicBezTo>
                      <a:cubicBezTo>
                        <a:pt x="390705" y="1432393"/>
                        <a:pt x="404800" y="1409967"/>
                        <a:pt x="415186" y="1385299"/>
                      </a:cubicBezTo>
                      <a:close/>
                      <a:moveTo>
                        <a:pt x="377160" y="1359873"/>
                      </a:moveTo>
                      <a:cubicBezTo>
                        <a:pt x="382486" y="1363593"/>
                        <a:pt x="388574" y="1367312"/>
                        <a:pt x="394661" y="1371031"/>
                      </a:cubicBezTo>
                      <a:cubicBezTo>
                        <a:pt x="380204" y="1393348"/>
                        <a:pt x="363463" y="1414176"/>
                        <a:pt x="354332" y="1439468"/>
                      </a:cubicBezTo>
                      <a:cubicBezTo>
                        <a:pt x="349006" y="1436493"/>
                        <a:pt x="341397" y="1431285"/>
                        <a:pt x="336070" y="1427566"/>
                      </a:cubicBezTo>
                      <a:cubicBezTo>
                        <a:pt x="352810" y="1405994"/>
                        <a:pt x="365746" y="1384421"/>
                        <a:pt x="377160" y="1359873"/>
                      </a:cubicBezTo>
                      <a:close/>
                      <a:moveTo>
                        <a:pt x="1215204" y="1354346"/>
                      </a:moveTo>
                      <a:cubicBezTo>
                        <a:pt x="1230947" y="1375206"/>
                        <a:pt x="1239944" y="1400537"/>
                        <a:pt x="1264684" y="1413202"/>
                      </a:cubicBezTo>
                      <a:cubicBezTo>
                        <a:pt x="1254188" y="1422142"/>
                        <a:pt x="1246691" y="1422887"/>
                        <a:pt x="1237695" y="1411712"/>
                      </a:cubicBezTo>
                      <a:cubicBezTo>
                        <a:pt x="1229448" y="1402027"/>
                        <a:pt x="1222701" y="1390852"/>
                        <a:pt x="1214454" y="1381167"/>
                      </a:cubicBezTo>
                      <a:cubicBezTo>
                        <a:pt x="1210705" y="1375951"/>
                        <a:pt x="1204708" y="1372226"/>
                        <a:pt x="1199460" y="1367011"/>
                      </a:cubicBezTo>
                      <a:cubicBezTo>
                        <a:pt x="1203958" y="1363286"/>
                        <a:pt x="1210705" y="1358071"/>
                        <a:pt x="1215204" y="1354346"/>
                      </a:cubicBezTo>
                      <a:close/>
                      <a:moveTo>
                        <a:pt x="343506" y="1337438"/>
                      </a:moveTo>
                      <a:lnTo>
                        <a:pt x="360391" y="1351192"/>
                      </a:lnTo>
                      <a:cubicBezTo>
                        <a:pt x="355169" y="1357174"/>
                        <a:pt x="350693" y="1362409"/>
                        <a:pt x="345471" y="1368392"/>
                      </a:cubicBezTo>
                      <a:cubicBezTo>
                        <a:pt x="346217" y="1359418"/>
                        <a:pt x="347709" y="1352687"/>
                        <a:pt x="346963" y="1345209"/>
                      </a:cubicBezTo>
                      <a:close/>
                      <a:moveTo>
                        <a:pt x="332765" y="1328690"/>
                      </a:moveTo>
                      <a:lnTo>
                        <a:pt x="341182" y="1332215"/>
                      </a:lnTo>
                      <a:lnTo>
                        <a:pt x="343506" y="1337438"/>
                      </a:lnTo>
                      <a:close/>
                      <a:moveTo>
                        <a:pt x="1251204" y="1326709"/>
                      </a:moveTo>
                      <a:cubicBezTo>
                        <a:pt x="1263187" y="1346857"/>
                        <a:pt x="1275918" y="1366258"/>
                        <a:pt x="1287900" y="1386406"/>
                      </a:cubicBezTo>
                      <a:cubicBezTo>
                        <a:pt x="1272922" y="1369243"/>
                        <a:pt x="1266182" y="1345364"/>
                        <a:pt x="1241469" y="1334171"/>
                      </a:cubicBezTo>
                      <a:cubicBezTo>
                        <a:pt x="1245213" y="1331933"/>
                        <a:pt x="1248958" y="1328202"/>
                        <a:pt x="1251204" y="1326709"/>
                      </a:cubicBezTo>
                      <a:close/>
                      <a:moveTo>
                        <a:pt x="302950" y="1320811"/>
                      </a:moveTo>
                      <a:cubicBezTo>
                        <a:pt x="310410" y="1318287"/>
                        <a:pt x="318243" y="1318287"/>
                        <a:pt x="324584" y="1322026"/>
                      </a:cubicBezTo>
                      <a:lnTo>
                        <a:pt x="332765" y="1328690"/>
                      </a:lnTo>
                      <a:lnTo>
                        <a:pt x="327568" y="1326513"/>
                      </a:lnTo>
                      <a:cubicBezTo>
                        <a:pt x="305934" y="1325765"/>
                        <a:pt x="279079" y="1363905"/>
                        <a:pt x="286538" y="1384097"/>
                      </a:cubicBezTo>
                      <a:cubicBezTo>
                        <a:pt x="287284" y="1387088"/>
                        <a:pt x="288776" y="1389331"/>
                        <a:pt x="289522" y="1390827"/>
                      </a:cubicBezTo>
                      <a:cubicBezTo>
                        <a:pt x="271619" y="1375123"/>
                        <a:pt x="268635" y="1354931"/>
                        <a:pt x="283555" y="1334739"/>
                      </a:cubicBezTo>
                      <a:cubicBezTo>
                        <a:pt x="288404" y="1328383"/>
                        <a:pt x="295490" y="1323335"/>
                        <a:pt x="302950" y="1320811"/>
                      </a:cubicBezTo>
                      <a:close/>
                      <a:moveTo>
                        <a:pt x="205418" y="1313679"/>
                      </a:moveTo>
                      <a:lnTo>
                        <a:pt x="222038" y="1318019"/>
                      </a:lnTo>
                      <a:cubicBezTo>
                        <a:pt x="228609" y="1318019"/>
                        <a:pt x="234449" y="1316494"/>
                        <a:pt x="243210" y="1314969"/>
                      </a:cubicBezTo>
                      <a:cubicBezTo>
                        <a:pt x="235910" y="1321831"/>
                        <a:pt x="230799" y="1327168"/>
                        <a:pt x="221308" y="1335554"/>
                      </a:cubicBezTo>
                      <a:close/>
                      <a:moveTo>
                        <a:pt x="204517" y="1313444"/>
                      </a:moveTo>
                      <a:cubicBezTo>
                        <a:pt x="204517" y="1313444"/>
                        <a:pt x="205247" y="1313444"/>
                        <a:pt x="205247" y="1313444"/>
                      </a:cubicBezTo>
                      <a:lnTo>
                        <a:pt x="205418" y="1313679"/>
                      </a:lnTo>
                      <a:close/>
                      <a:moveTo>
                        <a:pt x="204464" y="1312848"/>
                      </a:moveTo>
                      <a:lnTo>
                        <a:pt x="204915" y="1313443"/>
                      </a:lnTo>
                      <a:lnTo>
                        <a:pt x="204163" y="1313443"/>
                      </a:lnTo>
                      <a:close/>
                      <a:moveTo>
                        <a:pt x="1314958" y="1267013"/>
                      </a:moveTo>
                      <a:cubicBezTo>
                        <a:pt x="1331365" y="1287128"/>
                        <a:pt x="1347772" y="1306499"/>
                        <a:pt x="1364179" y="1326614"/>
                      </a:cubicBezTo>
                      <a:cubicBezTo>
                        <a:pt x="1363433" y="1328104"/>
                        <a:pt x="1363433" y="1329594"/>
                        <a:pt x="1363433" y="1331084"/>
                      </a:cubicBezTo>
                      <a:cubicBezTo>
                        <a:pt x="1337331" y="1331829"/>
                        <a:pt x="1312721" y="1320654"/>
                        <a:pt x="1284382" y="1322144"/>
                      </a:cubicBezTo>
                      <a:cubicBezTo>
                        <a:pt x="1297805" y="1336299"/>
                        <a:pt x="1311229" y="1350454"/>
                        <a:pt x="1326145" y="1366844"/>
                      </a:cubicBezTo>
                      <a:cubicBezTo>
                        <a:pt x="1326145" y="1366844"/>
                        <a:pt x="1323907" y="1369079"/>
                        <a:pt x="1323162" y="1369824"/>
                      </a:cubicBezTo>
                      <a:cubicBezTo>
                        <a:pt x="1305263" y="1349709"/>
                        <a:pt x="1288110" y="1331084"/>
                        <a:pt x="1270212" y="1310969"/>
                      </a:cubicBezTo>
                      <a:cubicBezTo>
                        <a:pt x="1274686" y="1302028"/>
                        <a:pt x="1282890" y="1299793"/>
                        <a:pt x="1295568" y="1303518"/>
                      </a:cubicBezTo>
                      <a:cubicBezTo>
                        <a:pt x="1311229" y="1307244"/>
                        <a:pt x="1326890" y="1309479"/>
                        <a:pt x="1343297" y="1312459"/>
                      </a:cubicBezTo>
                      <a:cubicBezTo>
                        <a:pt x="1338077" y="1295323"/>
                        <a:pt x="1321670" y="1278933"/>
                        <a:pt x="1306009" y="1275208"/>
                      </a:cubicBezTo>
                      <a:cubicBezTo>
                        <a:pt x="1310483" y="1271483"/>
                        <a:pt x="1313467" y="1268503"/>
                        <a:pt x="1314958" y="1267013"/>
                      </a:cubicBezTo>
                      <a:close/>
                      <a:moveTo>
                        <a:pt x="240247" y="1231637"/>
                      </a:moveTo>
                      <a:cubicBezTo>
                        <a:pt x="247013" y="1240561"/>
                        <a:pt x="253778" y="1247998"/>
                        <a:pt x="259792" y="1254691"/>
                      </a:cubicBezTo>
                      <a:cubicBezTo>
                        <a:pt x="253026" y="1258410"/>
                        <a:pt x="247013" y="1261385"/>
                        <a:pt x="242502" y="1265103"/>
                      </a:cubicBezTo>
                      <a:cubicBezTo>
                        <a:pt x="232729" y="1273284"/>
                        <a:pt x="222957" y="1281464"/>
                        <a:pt x="215439" y="1291132"/>
                      </a:cubicBezTo>
                      <a:lnTo>
                        <a:pt x="204464" y="1312848"/>
                      </a:lnTo>
                      <a:lnTo>
                        <a:pt x="184618" y="1286670"/>
                      </a:lnTo>
                      <a:cubicBezTo>
                        <a:pt x="199653" y="1287414"/>
                        <a:pt x="240247" y="1248742"/>
                        <a:pt x="240247" y="1231637"/>
                      </a:cubicBezTo>
                      <a:close/>
                      <a:moveTo>
                        <a:pt x="1347453" y="1227215"/>
                      </a:moveTo>
                      <a:cubicBezTo>
                        <a:pt x="1360184" y="1251420"/>
                        <a:pt x="1381901" y="1266547"/>
                        <a:pt x="1402870" y="1284701"/>
                      </a:cubicBezTo>
                      <a:cubicBezTo>
                        <a:pt x="1399125" y="1289239"/>
                        <a:pt x="1393883" y="1294534"/>
                        <a:pt x="1390888" y="1299072"/>
                      </a:cubicBezTo>
                      <a:cubicBezTo>
                        <a:pt x="1371417" y="1280162"/>
                        <a:pt x="1352695" y="1262765"/>
                        <a:pt x="1333224" y="1244612"/>
                      </a:cubicBezTo>
                      <a:cubicBezTo>
                        <a:pt x="1336219" y="1240830"/>
                        <a:pt x="1342210" y="1234023"/>
                        <a:pt x="1347453" y="1227215"/>
                      </a:cubicBezTo>
                      <a:close/>
                      <a:moveTo>
                        <a:pt x="1373823" y="1195155"/>
                      </a:moveTo>
                      <a:cubicBezTo>
                        <a:pt x="1381227" y="1207896"/>
                        <a:pt x="1416024" y="1219888"/>
                        <a:pt x="1428611" y="1212393"/>
                      </a:cubicBezTo>
                      <a:cubicBezTo>
                        <a:pt x="1433053" y="1221387"/>
                        <a:pt x="1436755" y="1228882"/>
                        <a:pt x="1440457" y="1236377"/>
                      </a:cubicBezTo>
                      <a:cubicBezTo>
                        <a:pt x="1439716" y="1237876"/>
                        <a:pt x="1438236" y="1238626"/>
                        <a:pt x="1436755" y="1239375"/>
                      </a:cubicBezTo>
                      <a:cubicBezTo>
                        <a:pt x="1411582" y="1231131"/>
                        <a:pt x="1386409" y="1222886"/>
                        <a:pt x="1359756" y="1213892"/>
                      </a:cubicBezTo>
                      <a:cubicBezTo>
                        <a:pt x="1364198" y="1208646"/>
                        <a:pt x="1369381" y="1201901"/>
                        <a:pt x="1373823" y="1195155"/>
                      </a:cubicBezTo>
                      <a:close/>
                      <a:moveTo>
                        <a:pt x="213361" y="1190734"/>
                      </a:moveTo>
                      <a:cubicBezTo>
                        <a:pt x="204402" y="1207022"/>
                        <a:pt x="197683" y="1220349"/>
                        <a:pt x="190964" y="1232935"/>
                      </a:cubicBezTo>
                      <a:cubicBezTo>
                        <a:pt x="183498" y="1245522"/>
                        <a:pt x="176779" y="1258108"/>
                        <a:pt x="169313" y="1271435"/>
                      </a:cubicBezTo>
                      <a:cubicBezTo>
                        <a:pt x="165580" y="1265512"/>
                        <a:pt x="160354" y="1258848"/>
                        <a:pt x="155875" y="1252185"/>
                      </a:cubicBezTo>
                      <a:cubicBezTo>
                        <a:pt x="173793" y="1241079"/>
                        <a:pt x="175286" y="1232935"/>
                        <a:pt x="164087" y="1218128"/>
                      </a:cubicBezTo>
                      <a:cubicBezTo>
                        <a:pt x="167820" y="1220349"/>
                        <a:pt x="171553" y="1223310"/>
                        <a:pt x="176779" y="1226272"/>
                      </a:cubicBezTo>
                      <a:lnTo>
                        <a:pt x="177005" y="1225836"/>
                      </a:lnTo>
                      <a:lnTo>
                        <a:pt x="164719" y="1218002"/>
                      </a:lnTo>
                      <a:lnTo>
                        <a:pt x="170683" y="1201840"/>
                      </a:lnTo>
                      <a:lnTo>
                        <a:pt x="170227" y="1201840"/>
                      </a:lnTo>
                      <a:lnTo>
                        <a:pt x="164250" y="1218002"/>
                      </a:lnTo>
                      <a:cubicBezTo>
                        <a:pt x="153008" y="1205473"/>
                        <a:pt x="144763" y="1206947"/>
                        <a:pt x="134270" y="1221687"/>
                      </a:cubicBezTo>
                      <a:cubicBezTo>
                        <a:pt x="131272" y="1217265"/>
                        <a:pt x="128274" y="1212843"/>
                        <a:pt x="126026" y="1209895"/>
                      </a:cubicBezTo>
                      <a:cubicBezTo>
                        <a:pt x="141016" y="1206947"/>
                        <a:pt x="156006" y="1203999"/>
                        <a:pt x="170246" y="1201788"/>
                      </a:cubicBezTo>
                      <a:lnTo>
                        <a:pt x="170244" y="1201792"/>
                      </a:lnTo>
                      <a:close/>
                      <a:moveTo>
                        <a:pt x="1450006" y="1145407"/>
                      </a:moveTo>
                      <a:lnTo>
                        <a:pt x="1450152" y="1146515"/>
                      </a:lnTo>
                      <a:cubicBezTo>
                        <a:pt x="1450152" y="1146515"/>
                        <a:pt x="1450152" y="1145790"/>
                        <a:pt x="1449387" y="1145790"/>
                      </a:cubicBezTo>
                      <a:close/>
                      <a:moveTo>
                        <a:pt x="1447091" y="1123299"/>
                      </a:moveTo>
                      <a:cubicBezTo>
                        <a:pt x="1453979" y="1126927"/>
                        <a:pt x="1460102" y="1130554"/>
                        <a:pt x="1466990" y="1134907"/>
                      </a:cubicBezTo>
                      <a:lnTo>
                        <a:pt x="1450006" y="1145407"/>
                      </a:lnTo>
                      <a:close/>
                      <a:moveTo>
                        <a:pt x="153921" y="1116800"/>
                      </a:moveTo>
                      <a:cubicBezTo>
                        <a:pt x="144856" y="1121330"/>
                        <a:pt x="136546" y="1127370"/>
                        <a:pt x="128237" y="1132654"/>
                      </a:cubicBezTo>
                      <a:cubicBezTo>
                        <a:pt x="132769" y="1136429"/>
                        <a:pt x="137302" y="1143979"/>
                        <a:pt x="142590" y="1144734"/>
                      </a:cubicBezTo>
                      <a:cubicBezTo>
                        <a:pt x="152410" y="1146244"/>
                        <a:pt x="160720" y="1140204"/>
                        <a:pt x="162986" y="1125105"/>
                      </a:cubicBezTo>
                      <a:cubicBezTo>
                        <a:pt x="160720" y="1123595"/>
                        <a:pt x="155432" y="1116045"/>
                        <a:pt x="153921" y="1116800"/>
                      </a:cubicBezTo>
                      <a:close/>
                      <a:moveTo>
                        <a:pt x="150899" y="1095661"/>
                      </a:moveTo>
                      <a:cubicBezTo>
                        <a:pt x="155432" y="1105475"/>
                        <a:pt x="161475" y="1116045"/>
                        <a:pt x="166763" y="1127370"/>
                      </a:cubicBezTo>
                      <a:cubicBezTo>
                        <a:pt x="171296" y="1137184"/>
                        <a:pt x="173562" y="1148509"/>
                        <a:pt x="163741" y="1156058"/>
                      </a:cubicBezTo>
                      <a:cubicBezTo>
                        <a:pt x="153166" y="1164363"/>
                        <a:pt x="144856" y="1158323"/>
                        <a:pt x="137302" y="1150773"/>
                      </a:cubicBezTo>
                      <a:cubicBezTo>
                        <a:pt x="136546" y="1150019"/>
                        <a:pt x="135036" y="1149264"/>
                        <a:pt x="133525" y="1149264"/>
                      </a:cubicBezTo>
                      <a:cubicBezTo>
                        <a:pt x="128237" y="1162098"/>
                        <a:pt x="122949" y="1174932"/>
                        <a:pt x="116906" y="1188522"/>
                      </a:cubicBezTo>
                      <a:cubicBezTo>
                        <a:pt x="114639" y="1186257"/>
                        <a:pt x="107841" y="1181727"/>
                        <a:pt x="105574" y="1175687"/>
                      </a:cubicBezTo>
                      <a:cubicBezTo>
                        <a:pt x="104819" y="1171913"/>
                        <a:pt x="109351" y="1165118"/>
                        <a:pt x="112373" y="1160588"/>
                      </a:cubicBezTo>
                      <a:cubicBezTo>
                        <a:pt x="116150" y="1155303"/>
                        <a:pt x="122194" y="1151528"/>
                        <a:pt x="125971" y="1146999"/>
                      </a:cubicBezTo>
                      <a:cubicBezTo>
                        <a:pt x="127481" y="1144734"/>
                        <a:pt x="127481" y="1139449"/>
                        <a:pt x="125971" y="1137939"/>
                      </a:cubicBezTo>
                      <a:cubicBezTo>
                        <a:pt x="124460" y="1135674"/>
                        <a:pt x="119172" y="1134919"/>
                        <a:pt x="116906" y="1136429"/>
                      </a:cubicBezTo>
                      <a:cubicBezTo>
                        <a:pt x="108596" y="1140959"/>
                        <a:pt x="101042" y="1146999"/>
                        <a:pt x="92732" y="1153038"/>
                      </a:cubicBezTo>
                      <a:cubicBezTo>
                        <a:pt x="90466" y="1149264"/>
                        <a:pt x="85934" y="1142469"/>
                        <a:pt x="82912" y="1137184"/>
                      </a:cubicBezTo>
                      <a:cubicBezTo>
                        <a:pt x="105574" y="1123595"/>
                        <a:pt x="127481" y="1110005"/>
                        <a:pt x="150899" y="1095661"/>
                      </a:cubicBezTo>
                      <a:close/>
                      <a:moveTo>
                        <a:pt x="1435875" y="1093450"/>
                      </a:moveTo>
                      <a:cubicBezTo>
                        <a:pt x="1442635" y="1097223"/>
                        <a:pt x="1449394" y="1100996"/>
                        <a:pt x="1459158" y="1105523"/>
                      </a:cubicBezTo>
                      <a:cubicBezTo>
                        <a:pt x="1449394" y="1107032"/>
                        <a:pt x="1441884" y="1105523"/>
                        <a:pt x="1437377" y="1108541"/>
                      </a:cubicBezTo>
                      <a:cubicBezTo>
                        <a:pt x="1430618" y="1113068"/>
                        <a:pt x="1424609" y="1119104"/>
                        <a:pt x="1422356" y="1125895"/>
                      </a:cubicBezTo>
                      <a:cubicBezTo>
                        <a:pt x="1420854" y="1128913"/>
                        <a:pt x="1428365" y="1137213"/>
                        <a:pt x="1432871" y="1140232"/>
                      </a:cubicBezTo>
                      <a:cubicBezTo>
                        <a:pt x="1438129" y="1144004"/>
                        <a:pt x="1444888" y="1144759"/>
                        <a:pt x="1450897" y="1147022"/>
                      </a:cubicBezTo>
                      <a:lnTo>
                        <a:pt x="1450897" y="1146268"/>
                      </a:lnTo>
                      <a:cubicBezTo>
                        <a:pt x="1460660" y="1153059"/>
                        <a:pt x="1469673" y="1163622"/>
                        <a:pt x="1480188" y="1164377"/>
                      </a:cubicBezTo>
                      <a:cubicBezTo>
                        <a:pt x="1490703" y="1165131"/>
                        <a:pt x="1492205" y="1139477"/>
                        <a:pt x="1480188" y="1117595"/>
                      </a:cubicBezTo>
                      <a:cubicBezTo>
                        <a:pt x="1489201" y="1122877"/>
                        <a:pt x="1495209" y="1126650"/>
                        <a:pt x="1503471" y="1131177"/>
                      </a:cubicBezTo>
                      <a:cubicBezTo>
                        <a:pt x="1492956" y="1151550"/>
                        <a:pt x="1482441" y="1171168"/>
                        <a:pt x="1472677" y="1188522"/>
                      </a:cubicBezTo>
                      <a:cubicBezTo>
                        <a:pt x="1451648" y="1171922"/>
                        <a:pt x="1430618" y="1156831"/>
                        <a:pt x="1405082" y="1148532"/>
                      </a:cubicBezTo>
                      <a:cubicBezTo>
                        <a:pt x="1414095" y="1131932"/>
                        <a:pt x="1424609" y="1113823"/>
                        <a:pt x="1435875" y="1093450"/>
                      </a:cubicBezTo>
                      <a:close/>
                      <a:moveTo>
                        <a:pt x="1466240" y="1041731"/>
                      </a:moveTo>
                      <a:cubicBezTo>
                        <a:pt x="1463994" y="1044719"/>
                        <a:pt x="1459500" y="1049948"/>
                        <a:pt x="1455756" y="1054429"/>
                      </a:cubicBezTo>
                      <a:cubicBezTo>
                        <a:pt x="1463994" y="1059658"/>
                        <a:pt x="1472231" y="1064887"/>
                        <a:pt x="1481218" y="1070115"/>
                      </a:cubicBezTo>
                      <a:cubicBezTo>
                        <a:pt x="1481218" y="1070115"/>
                        <a:pt x="1487958" y="1062646"/>
                        <a:pt x="1487958" y="1058911"/>
                      </a:cubicBezTo>
                      <a:cubicBezTo>
                        <a:pt x="1489456" y="1046213"/>
                        <a:pt x="1480469" y="1043225"/>
                        <a:pt x="1466240" y="1041731"/>
                      </a:cubicBezTo>
                      <a:close/>
                      <a:moveTo>
                        <a:pt x="1481218" y="1026045"/>
                      </a:moveTo>
                      <a:cubicBezTo>
                        <a:pt x="1491702" y="1029033"/>
                        <a:pt x="1494698" y="1036502"/>
                        <a:pt x="1493949" y="1046960"/>
                      </a:cubicBezTo>
                      <a:cubicBezTo>
                        <a:pt x="1493200" y="1049201"/>
                        <a:pt x="1493949" y="1051441"/>
                        <a:pt x="1493949" y="1054429"/>
                      </a:cubicBezTo>
                      <a:cubicBezTo>
                        <a:pt x="1494698" y="1055176"/>
                        <a:pt x="1495447" y="1056670"/>
                        <a:pt x="1496196" y="1058164"/>
                      </a:cubicBezTo>
                      <a:cubicBezTo>
                        <a:pt x="1503684" y="1041731"/>
                        <a:pt x="1524653" y="1058164"/>
                        <a:pt x="1535137" y="1040237"/>
                      </a:cubicBezTo>
                      <a:cubicBezTo>
                        <a:pt x="1534388" y="1046960"/>
                        <a:pt x="1536635" y="1054429"/>
                        <a:pt x="1533640" y="1058911"/>
                      </a:cubicBezTo>
                      <a:cubicBezTo>
                        <a:pt x="1529895" y="1063393"/>
                        <a:pt x="1521658" y="1065634"/>
                        <a:pt x="1516415" y="1065634"/>
                      </a:cubicBezTo>
                      <a:cubicBezTo>
                        <a:pt x="1507429" y="1065634"/>
                        <a:pt x="1494698" y="1056670"/>
                        <a:pt x="1491702" y="1068621"/>
                      </a:cubicBezTo>
                      <a:cubicBezTo>
                        <a:pt x="1487958" y="1082067"/>
                        <a:pt x="1504433" y="1077585"/>
                        <a:pt x="1511173" y="1083561"/>
                      </a:cubicBezTo>
                      <a:cubicBezTo>
                        <a:pt x="1513420" y="1085801"/>
                        <a:pt x="1518662" y="1085054"/>
                        <a:pt x="1523155" y="1086548"/>
                      </a:cubicBezTo>
                      <a:cubicBezTo>
                        <a:pt x="1520160" y="1093271"/>
                        <a:pt x="1517913" y="1099994"/>
                        <a:pt x="1515667" y="1106716"/>
                      </a:cubicBezTo>
                      <a:cubicBezTo>
                        <a:pt x="1493200" y="1091777"/>
                        <a:pt x="1469985" y="1082067"/>
                        <a:pt x="1443774" y="1076838"/>
                      </a:cubicBezTo>
                      <a:cubicBezTo>
                        <a:pt x="1449016" y="1064887"/>
                        <a:pt x="1454258" y="1051441"/>
                        <a:pt x="1460249" y="1038743"/>
                      </a:cubicBezTo>
                      <a:cubicBezTo>
                        <a:pt x="1463994" y="1029780"/>
                        <a:pt x="1470734" y="1023804"/>
                        <a:pt x="1481218" y="1026045"/>
                      </a:cubicBezTo>
                      <a:close/>
                      <a:moveTo>
                        <a:pt x="114767" y="1012749"/>
                      </a:moveTo>
                      <a:cubicBezTo>
                        <a:pt x="123797" y="1036884"/>
                        <a:pt x="132827" y="1059510"/>
                        <a:pt x="142609" y="1083645"/>
                      </a:cubicBezTo>
                      <a:cubicBezTo>
                        <a:pt x="135084" y="1086662"/>
                        <a:pt x="128312" y="1089679"/>
                        <a:pt x="120035" y="1092696"/>
                      </a:cubicBezTo>
                      <a:cubicBezTo>
                        <a:pt x="124549" y="1083645"/>
                        <a:pt x="129064" y="1077611"/>
                        <a:pt x="131322" y="1070069"/>
                      </a:cubicBezTo>
                      <a:cubicBezTo>
                        <a:pt x="132074" y="1067807"/>
                        <a:pt x="124549" y="1060264"/>
                        <a:pt x="123044" y="1061019"/>
                      </a:cubicBezTo>
                      <a:cubicBezTo>
                        <a:pt x="104232" y="1068561"/>
                        <a:pt x="85420" y="1076857"/>
                        <a:pt x="66608" y="1085154"/>
                      </a:cubicBezTo>
                      <a:cubicBezTo>
                        <a:pt x="65104" y="1085908"/>
                        <a:pt x="64351" y="1089679"/>
                        <a:pt x="62846" y="1093450"/>
                      </a:cubicBezTo>
                      <a:cubicBezTo>
                        <a:pt x="58331" y="1082891"/>
                        <a:pt x="55321" y="1074594"/>
                        <a:pt x="53064" y="1067807"/>
                      </a:cubicBezTo>
                      <a:cubicBezTo>
                        <a:pt x="60589" y="1065544"/>
                        <a:pt x="68113" y="1064035"/>
                        <a:pt x="74886" y="1061019"/>
                      </a:cubicBezTo>
                      <a:cubicBezTo>
                        <a:pt x="86925" y="1056493"/>
                        <a:pt x="98965" y="1051968"/>
                        <a:pt x="111005" y="1046689"/>
                      </a:cubicBezTo>
                      <a:cubicBezTo>
                        <a:pt x="114767" y="1044426"/>
                        <a:pt x="117025" y="1041409"/>
                        <a:pt x="120787" y="1038392"/>
                      </a:cubicBezTo>
                      <a:cubicBezTo>
                        <a:pt x="117025" y="1034621"/>
                        <a:pt x="114015" y="1029342"/>
                        <a:pt x="109500" y="1027079"/>
                      </a:cubicBezTo>
                      <a:cubicBezTo>
                        <a:pt x="105737" y="1024816"/>
                        <a:pt x="100470" y="1024816"/>
                        <a:pt x="92193" y="1022554"/>
                      </a:cubicBezTo>
                      <a:cubicBezTo>
                        <a:pt x="100470" y="1018783"/>
                        <a:pt x="107242" y="1016520"/>
                        <a:pt x="114767" y="1012749"/>
                      </a:cubicBezTo>
                      <a:close/>
                      <a:moveTo>
                        <a:pt x="1543448" y="960822"/>
                      </a:moveTo>
                      <a:cubicBezTo>
                        <a:pt x="1549424" y="963064"/>
                        <a:pt x="1552411" y="975022"/>
                        <a:pt x="1556146" y="982496"/>
                      </a:cubicBezTo>
                      <a:cubicBezTo>
                        <a:pt x="1557640" y="984738"/>
                        <a:pt x="1556146" y="988475"/>
                        <a:pt x="1556146" y="988475"/>
                      </a:cubicBezTo>
                      <a:cubicBezTo>
                        <a:pt x="1553905" y="984738"/>
                        <a:pt x="1550171" y="976517"/>
                        <a:pt x="1545689" y="975022"/>
                      </a:cubicBezTo>
                      <a:cubicBezTo>
                        <a:pt x="1540460" y="974275"/>
                        <a:pt x="1533738" y="980254"/>
                        <a:pt x="1528509" y="983991"/>
                      </a:cubicBezTo>
                      <a:cubicBezTo>
                        <a:pt x="1524027" y="988475"/>
                        <a:pt x="1521039" y="994454"/>
                        <a:pt x="1516558" y="998939"/>
                      </a:cubicBezTo>
                      <a:cubicBezTo>
                        <a:pt x="1508341" y="1008655"/>
                        <a:pt x="1497884" y="1011644"/>
                        <a:pt x="1488173" y="1003423"/>
                      </a:cubicBezTo>
                      <a:cubicBezTo>
                        <a:pt x="1478463" y="995202"/>
                        <a:pt x="1474728" y="985486"/>
                        <a:pt x="1482945" y="973528"/>
                      </a:cubicBezTo>
                      <a:cubicBezTo>
                        <a:pt x="1485185" y="979507"/>
                        <a:pt x="1486679" y="985486"/>
                        <a:pt x="1488173" y="991465"/>
                      </a:cubicBezTo>
                      <a:cubicBezTo>
                        <a:pt x="1494149" y="989223"/>
                        <a:pt x="1500872" y="987728"/>
                        <a:pt x="1506100" y="983991"/>
                      </a:cubicBezTo>
                      <a:cubicBezTo>
                        <a:pt x="1511329" y="979507"/>
                        <a:pt x="1513570" y="971286"/>
                        <a:pt x="1518798" y="968296"/>
                      </a:cubicBezTo>
                      <a:cubicBezTo>
                        <a:pt x="1526268" y="963812"/>
                        <a:pt x="1536725" y="958580"/>
                        <a:pt x="1543448" y="960822"/>
                      </a:cubicBezTo>
                      <a:close/>
                      <a:moveTo>
                        <a:pt x="1490826" y="947525"/>
                      </a:moveTo>
                      <a:cubicBezTo>
                        <a:pt x="1496907" y="949769"/>
                        <a:pt x="1502987" y="951264"/>
                        <a:pt x="1506787" y="952760"/>
                      </a:cubicBezTo>
                      <a:cubicBezTo>
                        <a:pt x="1498427" y="959491"/>
                        <a:pt x="1490826" y="966221"/>
                        <a:pt x="1482466" y="972952"/>
                      </a:cubicBezTo>
                      <a:cubicBezTo>
                        <a:pt x="1485506" y="964726"/>
                        <a:pt x="1487786" y="956499"/>
                        <a:pt x="1490826" y="947525"/>
                      </a:cubicBezTo>
                      <a:close/>
                      <a:moveTo>
                        <a:pt x="93252" y="937576"/>
                      </a:moveTo>
                      <a:cubicBezTo>
                        <a:pt x="97764" y="945836"/>
                        <a:pt x="95508" y="954846"/>
                        <a:pt x="87235" y="965359"/>
                      </a:cubicBezTo>
                      <a:cubicBezTo>
                        <a:pt x="75953" y="978124"/>
                        <a:pt x="66928" y="991640"/>
                        <a:pt x="57903" y="1006658"/>
                      </a:cubicBezTo>
                      <a:cubicBezTo>
                        <a:pt x="75201" y="1002904"/>
                        <a:pt x="92500" y="1002904"/>
                        <a:pt x="106789" y="989388"/>
                      </a:cubicBezTo>
                      <a:cubicBezTo>
                        <a:pt x="108294" y="993893"/>
                        <a:pt x="109798" y="999149"/>
                        <a:pt x="110550" y="1002904"/>
                      </a:cubicBezTo>
                      <a:cubicBezTo>
                        <a:pt x="104533" y="1002904"/>
                        <a:pt x="98516" y="1002153"/>
                        <a:pt x="92500" y="1002904"/>
                      </a:cubicBezTo>
                      <a:cubicBezTo>
                        <a:pt x="77458" y="1006658"/>
                        <a:pt x="62416" y="1011915"/>
                        <a:pt x="46622" y="1015669"/>
                      </a:cubicBezTo>
                      <a:cubicBezTo>
                        <a:pt x="42861" y="1017171"/>
                        <a:pt x="38348" y="1016420"/>
                        <a:pt x="34588" y="1016420"/>
                      </a:cubicBezTo>
                      <a:cubicBezTo>
                        <a:pt x="35340" y="1012665"/>
                        <a:pt x="36092" y="1008160"/>
                        <a:pt x="38348" y="1004406"/>
                      </a:cubicBezTo>
                      <a:cubicBezTo>
                        <a:pt x="48878" y="989388"/>
                        <a:pt x="60159" y="975121"/>
                        <a:pt x="70689" y="960103"/>
                      </a:cubicBezTo>
                      <a:cubicBezTo>
                        <a:pt x="73697" y="957099"/>
                        <a:pt x="75953" y="952594"/>
                        <a:pt x="76705" y="948088"/>
                      </a:cubicBezTo>
                      <a:cubicBezTo>
                        <a:pt x="57903" y="954846"/>
                        <a:pt x="36092" y="951843"/>
                        <a:pt x="21050" y="969114"/>
                      </a:cubicBezTo>
                      <a:cubicBezTo>
                        <a:pt x="20298" y="966110"/>
                        <a:pt x="18794" y="961605"/>
                        <a:pt x="18794" y="959352"/>
                      </a:cubicBezTo>
                      <a:cubicBezTo>
                        <a:pt x="43613" y="951843"/>
                        <a:pt x="67680" y="945085"/>
                        <a:pt x="93252" y="937576"/>
                      </a:cubicBezTo>
                      <a:close/>
                      <a:moveTo>
                        <a:pt x="46623" y="882773"/>
                      </a:moveTo>
                      <a:lnTo>
                        <a:pt x="59061" y="900840"/>
                      </a:lnTo>
                      <a:cubicBezTo>
                        <a:pt x="52281" y="901584"/>
                        <a:pt x="45502" y="902328"/>
                        <a:pt x="37969" y="903816"/>
                      </a:cubicBezTo>
                      <a:close/>
                      <a:moveTo>
                        <a:pt x="47762" y="880005"/>
                      </a:moveTo>
                      <a:lnTo>
                        <a:pt x="46623" y="882773"/>
                      </a:lnTo>
                      <a:lnTo>
                        <a:pt x="46255" y="882238"/>
                      </a:lnTo>
                      <a:lnTo>
                        <a:pt x="47219" y="880017"/>
                      </a:lnTo>
                      <a:close/>
                      <a:moveTo>
                        <a:pt x="80154" y="850242"/>
                      </a:moveTo>
                      <a:cubicBezTo>
                        <a:pt x="82413" y="871820"/>
                        <a:pt x="84673" y="893399"/>
                        <a:pt x="87687" y="915721"/>
                      </a:cubicBezTo>
                      <a:cubicBezTo>
                        <a:pt x="79400" y="917210"/>
                        <a:pt x="72621" y="918698"/>
                        <a:pt x="66594" y="920186"/>
                      </a:cubicBezTo>
                      <a:cubicBezTo>
                        <a:pt x="77140" y="907537"/>
                        <a:pt x="88440" y="894887"/>
                        <a:pt x="78647" y="879261"/>
                      </a:cubicBezTo>
                      <a:cubicBezTo>
                        <a:pt x="75634" y="874797"/>
                        <a:pt x="59061" y="877773"/>
                        <a:pt x="48515" y="877029"/>
                      </a:cubicBezTo>
                      <a:lnTo>
                        <a:pt x="47219" y="880017"/>
                      </a:lnTo>
                      <a:lnTo>
                        <a:pt x="25445" y="880470"/>
                      </a:lnTo>
                      <a:cubicBezTo>
                        <a:pt x="18760" y="880749"/>
                        <a:pt x="13110" y="882610"/>
                        <a:pt x="9343" y="890423"/>
                      </a:cubicBezTo>
                      <a:cubicBezTo>
                        <a:pt x="4823" y="900096"/>
                        <a:pt x="16123" y="914233"/>
                        <a:pt x="36462" y="924651"/>
                      </a:cubicBezTo>
                      <a:cubicBezTo>
                        <a:pt x="30436" y="926139"/>
                        <a:pt x="25163" y="927627"/>
                        <a:pt x="19889" y="927627"/>
                      </a:cubicBezTo>
                      <a:cubicBezTo>
                        <a:pt x="16123" y="926883"/>
                        <a:pt x="10850" y="923162"/>
                        <a:pt x="10097" y="920186"/>
                      </a:cubicBezTo>
                      <a:cubicBezTo>
                        <a:pt x="7083" y="900840"/>
                        <a:pt x="5577" y="881494"/>
                        <a:pt x="3317" y="861403"/>
                      </a:cubicBezTo>
                      <a:cubicBezTo>
                        <a:pt x="19889" y="868100"/>
                        <a:pt x="70361" y="860659"/>
                        <a:pt x="80154" y="850242"/>
                      </a:cubicBezTo>
                      <a:close/>
                      <a:moveTo>
                        <a:pt x="1508677" y="807128"/>
                      </a:moveTo>
                      <a:cubicBezTo>
                        <a:pt x="1516860" y="807879"/>
                        <a:pt x="1523555" y="807879"/>
                        <a:pt x="1530250" y="808630"/>
                      </a:cubicBezTo>
                      <a:cubicBezTo>
                        <a:pt x="1522067" y="816895"/>
                        <a:pt x="1514628" y="824408"/>
                        <a:pt x="1507190" y="831921"/>
                      </a:cubicBezTo>
                      <a:cubicBezTo>
                        <a:pt x="1507933" y="833424"/>
                        <a:pt x="1509421" y="834926"/>
                        <a:pt x="1510165" y="837180"/>
                      </a:cubicBezTo>
                      <a:cubicBezTo>
                        <a:pt x="1533969" y="837932"/>
                        <a:pt x="1557773" y="839434"/>
                        <a:pt x="1583065" y="840937"/>
                      </a:cubicBezTo>
                      <a:cubicBezTo>
                        <a:pt x="1583065" y="845445"/>
                        <a:pt x="1582321" y="854460"/>
                        <a:pt x="1582321" y="860471"/>
                      </a:cubicBezTo>
                      <a:cubicBezTo>
                        <a:pt x="1557029" y="858217"/>
                        <a:pt x="1533225" y="855963"/>
                        <a:pt x="1510165" y="853709"/>
                      </a:cubicBezTo>
                      <a:cubicBezTo>
                        <a:pt x="1508677" y="855212"/>
                        <a:pt x="1507190" y="857466"/>
                        <a:pt x="1506446" y="858968"/>
                      </a:cubicBezTo>
                      <a:cubicBezTo>
                        <a:pt x="1512397" y="867233"/>
                        <a:pt x="1517604" y="875497"/>
                        <a:pt x="1523555" y="884513"/>
                      </a:cubicBezTo>
                      <a:cubicBezTo>
                        <a:pt x="1518348" y="883762"/>
                        <a:pt x="1512397" y="883762"/>
                        <a:pt x="1503470" y="883010"/>
                      </a:cubicBezTo>
                      <a:cubicBezTo>
                        <a:pt x="1504958" y="856714"/>
                        <a:pt x="1507190" y="832672"/>
                        <a:pt x="1508677" y="807128"/>
                      </a:cubicBezTo>
                      <a:close/>
                      <a:moveTo>
                        <a:pt x="43339" y="760648"/>
                      </a:moveTo>
                      <a:cubicBezTo>
                        <a:pt x="50251" y="762043"/>
                        <a:pt x="56790" y="765579"/>
                        <a:pt x="62767" y="770417"/>
                      </a:cubicBezTo>
                      <a:cubicBezTo>
                        <a:pt x="75470" y="780837"/>
                        <a:pt x="78459" y="794978"/>
                        <a:pt x="75470" y="810609"/>
                      </a:cubicBezTo>
                      <a:cubicBezTo>
                        <a:pt x="74723" y="817307"/>
                        <a:pt x="73229" y="824006"/>
                        <a:pt x="71734" y="831449"/>
                      </a:cubicBezTo>
                      <a:cubicBezTo>
                        <a:pt x="67251" y="831449"/>
                        <a:pt x="60526" y="831449"/>
                        <a:pt x="51559" y="831449"/>
                      </a:cubicBezTo>
                      <a:cubicBezTo>
                        <a:pt x="57537" y="826983"/>
                        <a:pt x="62767" y="824006"/>
                        <a:pt x="66503" y="820284"/>
                      </a:cubicBezTo>
                      <a:cubicBezTo>
                        <a:pt x="80701" y="808376"/>
                        <a:pt x="76965" y="789024"/>
                        <a:pt x="59778" y="782325"/>
                      </a:cubicBezTo>
                      <a:cubicBezTo>
                        <a:pt x="37361" y="773394"/>
                        <a:pt x="12703" y="779348"/>
                        <a:pt x="0" y="797956"/>
                      </a:cubicBezTo>
                      <a:cubicBezTo>
                        <a:pt x="0" y="780837"/>
                        <a:pt x="7472" y="770417"/>
                        <a:pt x="21670" y="763718"/>
                      </a:cubicBezTo>
                      <a:cubicBezTo>
                        <a:pt x="29142" y="759996"/>
                        <a:pt x="36427" y="759252"/>
                        <a:pt x="43339" y="760648"/>
                      </a:cubicBezTo>
                      <a:close/>
                      <a:moveTo>
                        <a:pt x="1506787" y="728637"/>
                      </a:moveTo>
                      <a:cubicBezTo>
                        <a:pt x="1530816" y="754835"/>
                        <a:pt x="1568361" y="763817"/>
                        <a:pt x="1586382" y="748098"/>
                      </a:cubicBezTo>
                      <a:cubicBezTo>
                        <a:pt x="1586382" y="757829"/>
                        <a:pt x="1586382" y="767559"/>
                        <a:pt x="1586382" y="776542"/>
                      </a:cubicBezTo>
                      <a:cubicBezTo>
                        <a:pt x="1565357" y="762320"/>
                        <a:pt x="1534570" y="780284"/>
                        <a:pt x="1509791" y="800494"/>
                      </a:cubicBezTo>
                      <a:cubicBezTo>
                        <a:pt x="1509791" y="789266"/>
                        <a:pt x="1509791" y="779536"/>
                        <a:pt x="1509791" y="772050"/>
                      </a:cubicBezTo>
                      <a:cubicBezTo>
                        <a:pt x="1524809" y="777290"/>
                        <a:pt x="1533068" y="765314"/>
                        <a:pt x="1545834" y="757829"/>
                      </a:cubicBezTo>
                      <a:cubicBezTo>
                        <a:pt x="1533068" y="751092"/>
                        <a:pt x="1524058" y="739865"/>
                        <a:pt x="1508289" y="749595"/>
                      </a:cubicBezTo>
                      <a:cubicBezTo>
                        <a:pt x="1507538" y="742859"/>
                        <a:pt x="1507538" y="736122"/>
                        <a:pt x="1506787" y="728637"/>
                      </a:cubicBezTo>
                      <a:close/>
                      <a:moveTo>
                        <a:pt x="1336496" y="308550"/>
                      </a:moveTo>
                      <a:cubicBezTo>
                        <a:pt x="1337248" y="310067"/>
                        <a:pt x="1338001" y="310826"/>
                        <a:pt x="1338753" y="312344"/>
                      </a:cubicBezTo>
                      <a:cubicBezTo>
                        <a:pt x="1331230" y="315378"/>
                        <a:pt x="1320697" y="316896"/>
                        <a:pt x="1319192" y="322206"/>
                      </a:cubicBezTo>
                      <a:cubicBezTo>
                        <a:pt x="1316935" y="328276"/>
                        <a:pt x="1322201" y="337380"/>
                        <a:pt x="1324459" y="344967"/>
                      </a:cubicBezTo>
                      <a:cubicBezTo>
                        <a:pt x="1323706" y="345726"/>
                        <a:pt x="1322954" y="346484"/>
                        <a:pt x="1322201" y="347243"/>
                      </a:cubicBezTo>
                      <a:cubicBezTo>
                        <a:pt x="1319944" y="343450"/>
                        <a:pt x="1317687" y="339656"/>
                        <a:pt x="1314678" y="335863"/>
                      </a:cubicBezTo>
                      <a:cubicBezTo>
                        <a:pt x="1304898" y="339656"/>
                        <a:pt x="1295869" y="343450"/>
                        <a:pt x="1284584" y="347243"/>
                      </a:cubicBezTo>
                      <a:cubicBezTo>
                        <a:pt x="1284584" y="331311"/>
                        <a:pt x="1289098" y="325241"/>
                        <a:pt x="1301136" y="327517"/>
                      </a:cubicBezTo>
                      <a:cubicBezTo>
                        <a:pt x="1308659" y="329035"/>
                        <a:pt x="1311669" y="327517"/>
                        <a:pt x="1316183" y="319930"/>
                      </a:cubicBezTo>
                      <a:cubicBezTo>
                        <a:pt x="1319192" y="313861"/>
                        <a:pt x="1329725" y="312344"/>
                        <a:pt x="1336496" y="308550"/>
                      </a:cubicBezTo>
                      <a:close/>
                      <a:moveTo>
                        <a:pt x="1290133" y="266541"/>
                      </a:moveTo>
                      <a:cubicBezTo>
                        <a:pt x="1301295" y="271924"/>
                        <a:pt x="1311712" y="277308"/>
                        <a:pt x="1326594" y="284229"/>
                      </a:cubicBezTo>
                      <a:cubicBezTo>
                        <a:pt x="1287901" y="279615"/>
                        <a:pt x="1287901" y="279615"/>
                        <a:pt x="1290133" y="266541"/>
                      </a:cubicBezTo>
                      <a:close/>
                      <a:moveTo>
                        <a:pt x="294090" y="264330"/>
                      </a:moveTo>
                      <a:cubicBezTo>
                        <a:pt x="295583" y="265076"/>
                        <a:pt x="297075" y="265822"/>
                        <a:pt x="298567" y="265822"/>
                      </a:cubicBezTo>
                      <a:cubicBezTo>
                        <a:pt x="295583" y="274026"/>
                        <a:pt x="293344" y="282977"/>
                        <a:pt x="288867" y="289690"/>
                      </a:cubicBezTo>
                      <a:cubicBezTo>
                        <a:pt x="278420" y="306099"/>
                        <a:pt x="287374" y="315795"/>
                        <a:pt x="297821" y="326238"/>
                      </a:cubicBezTo>
                      <a:cubicBezTo>
                        <a:pt x="306029" y="333696"/>
                        <a:pt x="313492" y="341155"/>
                        <a:pt x="321700" y="348614"/>
                      </a:cubicBezTo>
                      <a:cubicBezTo>
                        <a:pt x="320954" y="349360"/>
                        <a:pt x="320207" y="350106"/>
                        <a:pt x="319461" y="350851"/>
                      </a:cubicBezTo>
                      <a:cubicBezTo>
                        <a:pt x="306776" y="340409"/>
                        <a:pt x="294090" y="329967"/>
                        <a:pt x="280658" y="318779"/>
                      </a:cubicBezTo>
                      <a:cubicBezTo>
                        <a:pt x="274689" y="343393"/>
                        <a:pt x="269465" y="365769"/>
                        <a:pt x="264242" y="388145"/>
                      </a:cubicBezTo>
                      <a:cubicBezTo>
                        <a:pt x="262003" y="387399"/>
                        <a:pt x="259765" y="386653"/>
                        <a:pt x="256780" y="385908"/>
                      </a:cubicBezTo>
                      <a:cubicBezTo>
                        <a:pt x="262003" y="368007"/>
                        <a:pt x="266480" y="350106"/>
                        <a:pt x="269465" y="338917"/>
                      </a:cubicBezTo>
                      <a:cubicBezTo>
                        <a:pt x="254541" y="321017"/>
                        <a:pt x="243348" y="307591"/>
                        <a:pt x="232901" y="293419"/>
                      </a:cubicBezTo>
                      <a:cubicBezTo>
                        <a:pt x="240363" y="288198"/>
                        <a:pt x="240363" y="288198"/>
                        <a:pt x="257526" y="308337"/>
                      </a:cubicBezTo>
                      <a:cubicBezTo>
                        <a:pt x="259018" y="288198"/>
                        <a:pt x="241856" y="282977"/>
                        <a:pt x="232155" y="272535"/>
                      </a:cubicBezTo>
                      <a:cubicBezTo>
                        <a:pt x="232901" y="271789"/>
                        <a:pt x="233647" y="270297"/>
                        <a:pt x="233647" y="268805"/>
                      </a:cubicBezTo>
                      <a:cubicBezTo>
                        <a:pt x="238871" y="270297"/>
                        <a:pt x="244094" y="271043"/>
                        <a:pt x="247825" y="274772"/>
                      </a:cubicBezTo>
                      <a:cubicBezTo>
                        <a:pt x="257526" y="283723"/>
                        <a:pt x="265734" y="293419"/>
                        <a:pt x="276181" y="304607"/>
                      </a:cubicBezTo>
                      <a:cubicBezTo>
                        <a:pt x="282897" y="289690"/>
                        <a:pt x="288867" y="277010"/>
                        <a:pt x="294090" y="264330"/>
                      </a:cubicBezTo>
                      <a:close/>
                      <a:moveTo>
                        <a:pt x="174377" y="251055"/>
                      </a:moveTo>
                      <a:cubicBezTo>
                        <a:pt x="177465" y="248536"/>
                        <a:pt x="181461" y="248163"/>
                        <a:pt x="187272" y="251894"/>
                      </a:cubicBezTo>
                      <a:cubicBezTo>
                        <a:pt x="190178" y="253387"/>
                        <a:pt x="192358" y="262342"/>
                        <a:pt x="190178" y="264580"/>
                      </a:cubicBezTo>
                      <a:cubicBezTo>
                        <a:pt x="183640" y="274281"/>
                        <a:pt x="175649" y="272042"/>
                        <a:pt x="166931" y="263088"/>
                      </a:cubicBezTo>
                      <a:cubicBezTo>
                        <a:pt x="169110" y="258237"/>
                        <a:pt x="171290" y="253573"/>
                        <a:pt x="174377" y="251055"/>
                      </a:cubicBezTo>
                      <a:close/>
                      <a:moveTo>
                        <a:pt x="1367469" y="242221"/>
                      </a:moveTo>
                      <a:cubicBezTo>
                        <a:pt x="1367469" y="245220"/>
                        <a:pt x="1368221" y="248968"/>
                        <a:pt x="1366717" y="251218"/>
                      </a:cubicBezTo>
                      <a:cubicBezTo>
                        <a:pt x="1363708" y="254966"/>
                        <a:pt x="1359948" y="258715"/>
                        <a:pt x="1353179" y="264712"/>
                      </a:cubicBezTo>
                      <a:cubicBezTo>
                        <a:pt x="1366717" y="260964"/>
                        <a:pt x="1377246" y="257965"/>
                        <a:pt x="1387023" y="254966"/>
                      </a:cubicBezTo>
                      <a:cubicBezTo>
                        <a:pt x="1387775" y="255716"/>
                        <a:pt x="1388528" y="257215"/>
                        <a:pt x="1389280" y="257965"/>
                      </a:cubicBezTo>
                      <a:cubicBezTo>
                        <a:pt x="1381759" y="263213"/>
                        <a:pt x="1374238" y="268461"/>
                        <a:pt x="1364460" y="275208"/>
                      </a:cubicBezTo>
                      <a:cubicBezTo>
                        <a:pt x="1387023" y="281206"/>
                        <a:pt x="1403569" y="272209"/>
                        <a:pt x="1422372" y="263213"/>
                      </a:cubicBezTo>
                      <a:cubicBezTo>
                        <a:pt x="1420116" y="270710"/>
                        <a:pt x="1417107" y="274458"/>
                        <a:pt x="1417859" y="276707"/>
                      </a:cubicBezTo>
                      <a:cubicBezTo>
                        <a:pt x="1423876" y="293951"/>
                        <a:pt x="1416355" y="292451"/>
                        <a:pt x="1404322" y="287953"/>
                      </a:cubicBezTo>
                      <a:cubicBezTo>
                        <a:pt x="1396048" y="285704"/>
                        <a:pt x="1387775" y="281955"/>
                        <a:pt x="1384015" y="296200"/>
                      </a:cubicBezTo>
                      <a:cubicBezTo>
                        <a:pt x="1381007" y="307445"/>
                        <a:pt x="1372733" y="302947"/>
                        <a:pt x="1367469" y="297699"/>
                      </a:cubicBezTo>
                      <a:cubicBezTo>
                        <a:pt x="1371981" y="293951"/>
                        <a:pt x="1375742" y="290952"/>
                        <a:pt x="1380254" y="287203"/>
                      </a:cubicBezTo>
                      <a:cubicBezTo>
                        <a:pt x="1379502" y="285704"/>
                        <a:pt x="1378750" y="284204"/>
                        <a:pt x="1377998" y="282705"/>
                      </a:cubicBezTo>
                      <a:cubicBezTo>
                        <a:pt x="1369725" y="284954"/>
                        <a:pt x="1360700" y="287203"/>
                        <a:pt x="1347914" y="290202"/>
                      </a:cubicBezTo>
                      <a:cubicBezTo>
                        <a:pt x="1354683" y="281955"/>
                        <a:pt x="1359196" y="275958"/>
                        <a:pt x="1364460" y="269210"/>
                      </a:cubicBezTo>
                      <a:cubicBezTo>
                        <a:pt x="1353931" y="272959"/>
                        <a:pt x="1344154" y="276707"/>
                        <a:pt x="1335129" y="281206"/>
                      </a:cubicBezTo>
                      <a:cubicBezTo>
                        <a:pt x="1333624" y="279706"/>
                        <a:pt x="1332872" y="278207"/>
                        <a:pt x="1332120" y="276707"/>
                      </a:cubicBezTo>
                      <a:cubicBezTo>
                        <a:pt x="1335129" y="272959"/>
                        <a:pt x="1338137" y="269210"/>
                        <a:pt x="1341897" y="265462"/>
                      </a:cubicBezTo>
                      <a:cubicBezTo>
                        <a:pt x="1347914" y="258715"/>
                        <a:pt x="1353179" y="251967"/>
                        <a:pt x="1359948" y="245970"/>
                      </a:cubicBezTo>
                      <a:cubicBezTo>
                        <a:pt x="1361452" y="243721"/>
                        <a:pt x="1364460" y="243721"/>
                        <a:pt x="1367469" y="242221"/>
                      </a:cubicBezTo>
                      <a:close/>
                      <a:moveTo>
                        <a:pt x="246373" y="241115"/>
                      </a:moveTo>
                      <a:cubicBezTo>
                        <a:pt x="250115" y="248546"/>
                        <a:pt x="253108" y="256719"/>
                        <a:pt x="256102" y="264893"/>
                      </a:cubicBezTo>
                      <a:cubicBezTo>
                        <a:pt x="276307" y="263407"/>
                        <a:pt x="280797" y="268608"/>
                        <a:pt x="273313" y="286441"/>
                      </a:cubicBezTo>
                      <a:cubicBezTo>
                        <a:pt x="271068" y="280497"/>
                        <a:pt x="271068" y="275295"/>
                        <a:pt x="268075" y="272323"/>
                      </a:cubicBezTo>
                      <a:cubicBezTo>
                        <a:pt x="265830" y="270094"/>
                        <a:pt x="260592" y="270837"/>
                        <a:pt x="254605" y="270094"/>
                      </a:cubicBezTo>
                      <a:cubicBezTo>
                        <a:pt x="256850" y="259691"/>
                        <a:pt x="232155" y="256719"/>
                        <a:pt x="241135" y="241858"/>
                      </a:cubicBezTo>
                      <a:cubicBezTo>
                        <a:pt x="242632" y="241858"/>
                        <a:pt x="244877" y="241115"/>
                        <a:pt x="246373" y="241115"/>
                      </a:cubicBezTo>
                      <a:close/>
                      <a:moveTo>
                        <a:pt x="208940" y="240423"/>
                      </a:moveTo>
                      <a:cubicBezTo>
                        <a:pt x="208940" y="240423"/>
                        <a:pt x="208940" y="241176"/>
                        <a:pt x="208940" y="241176"/>
                      </a:cubicBezTo>
                      <a:lnTo>
                        <a:pt x="208883" y="240554"/>
                      </a:lnTo>
                      <a:close/>
                      <a:moveTo>
                        <a:pt x="222574" y="240093"/>
                      </a:moveTo>
                      <a:cubicBezTo>
                        <a:pt x="225338" y="242338"/>
                        <a:pt x="226627" y="246827"/>
                        <a:pt x="226996" y="252438"/>
                      </a:cubicBezTo>
                      <a:cubicBezTo>
                        <a:pt x="227733" y="260668"/>
                        <a:pt x="226996" y="268898"/>
                        <a:pt x="226996" y="280120"/>
                      </a:cubicBezTo>
                      <a:cubicBezTo>
                        <a:pt x="224785" y="274883"/>
                        <a:pt x="224048" y="273387"/>
                        <a:pt x="220363" y="267401"/>
                      </a:cubicBezTo>
                      <a:cubicBezTo>
                        <a:pt x="220363" y="280120"/>
                        <a:pt x="221100" y="289846"/>
                        <a:pt x="220363" y="298824"/>
                      </a:cubicBezTo>
                      <a:cubicBezTo>
                        <a:pt x="219626" y="302565"/>
                        <a:pt x="215204" y="305557"/>
                        <a:pt x="212993" y="308550"/>
                      </a:cubicBezTo>
                      <a:cubicBezTo>
                        <a:pt x="210782" y="304809"/>
                        <a:pt x="207834" y="301069"/>
                        <a:pt x="207834" y="296580"/>
                      </a:cubicBezTo>
                      <a:cubicBezTo>
                        <a:pt x="207834" y="277876"/>
                        <a:pt x="208571" y="259171"/>
                        <a:pt x="209308" y="240467"/>
                      </a:cubicBezTo>
                      <a:lnTo>
                        <a:pt x="209308" y="241216"/>
                      </a:lnTo>
                      <a:cubicBezTo>
                        <a:pt x="215572" y="237849"/>
                        <a:pt x="219810" y="237849"/>
                        <a:pt x="222574" y="240093"/>
                      </a:cubicBezTo>
                      <a:close/>
                      <a:moveTo>
                        <a:pt x="198757" y="188453"/>
                      </a:moveTo>
                      <a:cubicBezTo>
                        <a:pt x="201667" y="189206"/>
                        <a:pt x="204576" y="195984"/>
                        <a:pt x="205303" y="201257"/>
                      </a:cubicBezTo>
                      <a:lnTo>
                        <a:pt x="208883" y="240554"/>
                      </a:lnTo>
                      <a:lnTo>
                        <a:pt x="202394" y="255487"/>
                      </a:lnTo>
                      <a:cubicBezTo>
                        <a:pt x="196576" y="235151"/>
                        <a:pt x="202394" y="211802"/>
                        <a:pt x="181302" y="193725"/>
                      </a:cubicBezTo>
                      <a:cubicBezTo>
                        <a:pt x="188575" y="191465"/>
                        <a:pt x="194394" y="186946"/>
                        <a:pt x="198757" y="188453"/>
                      </a:cubicBezTo>
                      <a:close/>
                      <a:moveTo>
                        <a:pt x="1156347" y="148254"/>
                      </a:moveTo>
                      <a:cubicBezTo>
                        <a:pt x="1163836" y="161757"/>
                        <a:pt x="1172074" y="175260"/>
                        <a:pt x="1179563" y="188013"/>
                      </a:cubicBezTo>
                      <a:cubicBezTo>
                        <a:pt x="1167581" y="190263"/>
                        <a:pt x="1163087" y="188013"/>
                        <a:pt x="1160092" y="176010"/>
                      </a:cubicBezTo>
                      <a:cubicBezTo>
                        <a:pt x="1158594" y="167008"/>
                        <a:pt x="1157096" y="157256"/>
                        <a:pt x="1156347" y="148254"/>
                      </a:cubicBezTo>
                      <a:close/>
                      <a:moveTo>
                        <a:pt x="1183507" y="94084"/>
                      </a:moveTo>
                      <a:cubicBezTo>
                        <a:pt x="1178252" y="102353"/>
                        <a:pt x="1176001" y="106112"/>
                        <a:pt x="1172247" y="110622"/>
                      </a:cubicBezTo>
                      <a:cubicBezTo>
                        <a:pt x="1177502" y="113629"/>
                        <a:pt x="1182756" y="115884"/>
                        <a:pt x="1189512" y="118891"/>
                      </a:cubicBezTo>
                      <a:cubicBezTo>
                        <a:pt x="1167744" y="130167"/>
                        <a:pt x="1148227" y="139940"/>
                        <a:pt x="1128710" y="150464"/>
                      </a:cubicBezTo>
                      <a:cubicBezTo>
                        <a:pt x="1136967" y="139940"/>
                        <a:pt x="1156484" y="136933"/>
                        <a:pt x="1145975" y="114381"/>
                      </a:cubicBezTo>
                      <a:cubicBezTo>
                        <a:pt x="1167744" y="124905"/>
                        <a:pt x="1164741" y="97091"/>
                        <a:pt x="1183507" y="94084"/>
                      </a:cubicBezTo>
                      <a:close/>
                      <a:moveTo>
                        <a:pt x="932099" y="90768"/>
                      </a:moveTo>
                      <a:cubicBezTo>
                        <a:pt x="929095" y="102871"/>
                        <a:pt x="929095" y="114217"/>
                        <a:pt x="942612" y="119511"/>
                      </a:cubicBezTo>
                      <a:cubicBezTo>
                        <a:pt x="947868" y="121024"/>
                        <a:pt x="953875" y="119511"/>
                        <a:pt x="961384" y="119511"/>
                      </a:cubicBezTo>
                      <a:cubicBezTo>
                        <a:pt x="961384" y="121781"/>
                        <a:pt x="962886" y="127832"/>
                        <a:pt x="960633" y="131614"/>
                      </a:cubicBezTo>
                      <a:cubicBezTo>
                        <a:pt x="959132" y="133883"/>
                        <a:pt x="951623" y="133883"/>
                        <a:pt x="947117" y="133127"/>
                      </a:cubicBezTo>
                      <a:cubicBezTo>
                        <a:pt x="929846" y="128588"/>
                        <a:pt x="923088" y="109678"/>
                        <a:pt x="932099" y="90768"/>
                      </a:cubicBezTo>
                      <a:close/>
                      <a:moveTo>
                        <a:pt x="412532" y="87452"/>
                      </a:moveTo>
                      <a:cubicBezTo>
                        <a:pt x="416293" y="89713"/>
                        <a:pt x="420806" y="91221"/>
                        <a:pt x="423063" y="94236"/>
                      </a:cubicBezTo>
                      <a:cubicBezTo>
                        <a:pt x="426072" y="96497"/>
                        <a:pt x="427576" y="101020"/>
                        <a:pt x="429081" y="103281"/>
                      </a:cubicBezTo>
                      <a:cubicBezTo>
                        <a:pt x="438859" y="102527"/>
                        <a:pt x="447133" y="100266"/>
                        <a:pt x="455407" y="101773"/>
                      </a:cubicBezTo>
                      <a:cubicBezTo>
                        <a:pt x="462929" y="103281"/>
                        <a:pt x="468195" y="110065"/>
                        <a:pt x="461425" y="116848"/>
                      </a:cubicBezTo>
                      <a:cubicBezTo>
                        <a:pt x="442620" y="138707"/>
                        <a:pt x="451646" y="157551"/>
                        <a:pt x="465186" y="177148"/>
                      </a:cubicBezTo>
                      <a:cubicBezTo>
                        <a:pt x="470451" y="183932"/>
                        <a:pt x="472708" y="192223"/>
                        <a:pt x="476469" y="200514"/>
                      </a:cubicBezTo>
                      <a:cubicBezTo>
                        <a:pt x="474212" y="201268"/>
                        <a:pt x="472708" y="202022"/>
                        <a:pt x="470451" y="203529"/>
                      </a:cubicBezTo>
                      <a:cubicBezTo>
                        <a:pt x="461425" y="186947"/>
                        <a:pt x="451646" y="171118"/>
                        <a:pt x="441868" y="154536"/>
                      </a:cubicBezTo>
                      <a:cubicBezTo>
                        <a:pt x="419302" y="168103"/>
                        <a:pt x="408019" y="162827"/>
                        <a:pt x="403506" y="137199"/>
                      </a:cubicBezTo>
                      <a:cubicBezTo>
                        <a:pt x="408771" y="138707"/>
                        <a:pt x="413284" y="140214"/>
                        <a:pt x="417798" y="141722"/>
                      </a:cubicBezTo>
                      <a:cubicBezTo>
                        <a:pt x="421559" y="146244"/>
                        <a:pt x="425320" y="150767"/>
                        <a:pt x="429081" y="155289"/>
                      </a:cubicBezTo>
                      <a:cubicBezTo>
                        <a:pt x="431337" y="154536"/>
                        <a:pt x="432842" y="153782"/>
                        <a:pt x="434346" y="152274"/>
                      </a:cubicBezTo>
                      <a:cubicBezTo>
                        <a:pt x="432089" y="144737"/>
                        <a:pt x="429081" y="137199"/>
                        <a:pt x="425320" y="125893"/>
                      </a:cubicBezTo>
                      <a:cubicBezTo>
                        <a:pt x="421559" y="134184"/>
                        <a:pt x="419302" y="137953"/>
                        <a:pt x="417798" y="141722"/>
                      </a:cubicBezTo>
                      <a:cubicBezTo>
                        <a:pt x="423063" y="127401"/>
                        <a:pt x="422311" y="113080"/>
                        <a:pt x="413284" y="99512"/>
                      </a:cubicBezTo>
                      <a:cubicBezTo>
                        <a:pt x="411028" y="97251"/>
                        <a:pt x="412532" y="91221"/>
                        <a:pt x="412532" y="87452"/>
                      </a:cubicBezTo>
                      <a:close/>
                      <a:moveTo>
                        <a:pt x="955148" y="59815"/>
                      </a:moveTo>
                      <a:cubicBezTo>
                        <a:pt x="952827" y="66610"/>
                        <a:pt x="951279" y="74160"/>
                        <a:pt x="948183" y="80199"/>
                      </a:cubicBezTo>
                      <a:cubicBezTo>
                        <a:pt x="947409" y="82464"/>
                        <a:pt x="941992" y="82464"/>
                        <a:pt x="938897" y="83974"/>
                      </a:cubicBezTo>
                      <a:cubicBezTo>
                        <a:pt x="935801" y="85484"/>
                        <a:pt x="934254" y="88504"/>
                        <a:pt x="931932" y="90769"/>
                      </a:cubicBezTo>
                      <a:cubicBezTo>
                        <a:pt x="931932" y="85484"/>
                        <a:pt x="931932" y="80199"/>
                        <a:pt x="931932" y="77180"/>
                      </a:cubicBezTo>
                      <a:cubicBezTo>
                        <a:pt x="937349" y="73405"/>
                        <a:pt x="941992" y="71140"/>
                        <a:pt x="945088" y="67365"/>
                      </a:cubicBezTo>
                      <a:cubicBezTo>
                        <a:pt x="948183" y="65100"/>
                        <a:pt x="949731" y="60570"/>
                        <a:pt x="955148" y="59815"/>
                      </a:cubicBezTo>
                      <a:close/>
                      <a:moveTo>
                        <a:pt x="632148" y="46675"/>
                      </a:moveTo>
                      <a:lnTo>
                        <a:pt x="645715" y="84469"/>
                      </a:lnTo>
                      <a:lnTo>
                        <a:pt x="646346" y="85107"/>
                      </a:lnTo>
                      <a:cubicBezTo>
                        <a:pt x="647083" y="77661"/>
                        <a:pt x="648557" y="70216"/>
                        <a:pt x="650031" y="62026"/>
                      </a:cubicBezTo>
                      <a:cubicBezTo>
                        <a:pt x="652242" y="62026"/>
                        <a:pt x="653716" y="62771"/>
                        <a:pt x="655927" y="62771"/>
                      </a:cubicBezTo>
                      <a:cubicBezTo>
                        <a:pt x="657401" y="71705"/>
                        <a:pt x="659612" y="79895"/>
                        <a:pt x="661086" y="88829"/>
                      </a:cubicBezTo>
                      <a:cubicBezTo>
                        <a:pt x="657033" y="93669"/>
                        <a:pt x="654269" y="93669"/>
                        <a:pt x="651966" y="91900"/>
                      </a:cubicBezTo>
                      <a:lnTo>
                        <a:pt x="645727" y="84502"/>
                      </a:lnTo>
                      <a:lnTo>
                        <a:pt x="645978" y="85201"/>
                      </a:lnTo>
                      <a:cubicBezTo>
                        <a:pt x="645241" y="84451"/>
                        <a:pt x="645241" y="84451"/>
                        <a:pt x="645241" y="84451"/>
                      </a:cubicBezTo>
                      <a:cubicBezTo>
                        <a:pt x="645978" y="92703"/>
                        <a:pt x="645978" y="100204"/>
                        <a:pt x="646715" y="107706"/>
                      </a:cubicBezTo>
                      <a:cubicBezTo>
                        <a:pt x="644504" y="107706"/>
                        <a:pt x="643030" y="108456"/>
                        <a:pt x="640819" y="108456"/>
                      </a:cubicBezTo>
                      <a:close/>
                      <a:moveTo>
                        <a:pt x="678913" y="35494"/>
                      </a:moveTo>
                      <a:cubicBezTo>
                        <a:pt x="682368" y="44615"/>
                        <a:pt x="684440" y="49935"/>
                        <a:pt x="686513" y="55255"/>
                      </a:cubicBezTo>
                      <a:cubicBezTo>
                        <a:pt x="684440" y="60576"/>
                        <a:pt x="683058" y="66656"/>
                        <a:pt x="680986" y="71976"/>
                      </a:cubicBezTo>
                      <a:cubicBezTo>
                        <a:pt x="678913" y="71976"/>
                        <a:pt x="677531" y="71216"/>
                        <a:pt x="675458" y="71216"/>
                      </a:cubicBezTo>
                      <a:cubicBezTo>
                        <a:pt x="676840" y="59815"/>
                        <a:pt x="677531" y="49175"/>
                        <a:pt x="678913" y="35494"/>
                      </a:cubicBezTo>
                      <a:close/>
                      <a:moveTo>
                        <a:pt x="646346" y="34388"/>
                      </a:moveTo>
                      <a:cubicBezTo>
                        <a:pt x="649294" y="38133"/>
                        <a:pt x="652242" y="42626"/>
                        <a:pt x="656664" y="47868"/>
                      </a:cubicBezTo>
                      <a:cubicBezTo>
                        <a:pt x="652979" y="52362"/>
                        <a:pt x="650031" y="54609"/>
                        <a:pt x="647820" y="57604"/>
                      </a:cubicBezTo>
                      <a:cubicBezTo>
                        <a:pt x="645609" y="51613"/>
                        <a:pt x="643398" y="46371"/>
                        <a:pt x="641924" y="40379"/>
                      </a:cubicBezTo>
                      <a:cubicBezTo>
                        <a:pt x="641187" y="38882"/>
                        <a:pt x="644872" y="36635"/>
                        <a:pt x="646346" y="34388"/>
                      </a:cubicBezTo>
                      <a:close/>
                      <a:moveTo>
                        <a:pt x="692409" y="17806"/>
                      </a:moveTo>
                      <a:cubicBezTo>
                        <a:pt x="693146" y="23014"/>
                        <a:pt x="694620" y="28965"/>
                        <a:pt x="696094" y="34917"/>
                      </a:cubicBezTo>
                      <a:cubicBezTo>
                        <a:pt x="700516" y="34917"/>
                        <a:pt x="704938" y="34173"/>
                        <a:pt x="707886" y="34917"/>
                      </a:cubicBezTo>
                      <a:cubicBezTo>
                        <a:pt x="715993" y="36405"/>
                        <a:pt x="724100" y="43844"/>
                        <a:pt x="716730" y="50540"/>
                      </a:cubicBezTo>
                      <a:cubicBezTo>
                        <a:pt x="690935" y="74346"/>
                        <a:pt x="701990" y="104104"/>
                        <a:pt x="701990" y="131630"/>
                      </a:cubicBezTo>
                      <a:cubicBezTo>
                        <a:pt x="701990" y="132374"/>
                        <a:pt x="701990" y="133118"/>
                        <a:pt x="700516" y="136094"/>
                      </a:cubicBezTo>
                      <a:cubicBezTo>
                        <a:pt x="695357" y="107080"/>
                        <a:pt x="691672" y="81042"/>
                        <a:pt x="687250" y="55004"/>
                      </a:cubicBezTo>
                      <a:cubicBezTo>
                        <a:pt x="686513" y="46820"/>
                        <a:pt x="684302" y="38637"/>
                        <a:pt x="685039" y="29709"/>
                      </a:cubicBezTo>
                      <a:cubicBezTo>
                        <a:pt x="685039" y="25989"/>
                        <a:pt x="690198" y="22270"/>
                        <a:pt x="692409" y="17806"/>
                      </a:cubicBezTo>
                      <a:close/>
                      <a:moveTo>
                        <a:pt x="644865" y="4540"/>
                      </a:moveTo>
                      <a:cubicBezTo>
                        <a:pt x="644865" y="9017"/>
                        <a:pt x="645610" y="14241"/>
                        <a:pt x="644119" y="17972"/>
                      </a:cubicBezTo>
                      <a:cubicBezTo>
                        <a:pt x="640391" y="27672"/>
                        <a:pt x="635917" y="36627"/>
                        <a:pt x="632189" y="46328"/>
                      </a:cubicBezTo>
                      <a:lnTo>
                        <a:pt x="632189" y="45582"/>
                      </a:lnTo>
                      <a:lnTo>
                        <a:pt x="632021" y="45773"/>
                      </a:lnTo>
                      <a:lnTo>
                        <a:pt x="632148" y="46675"/>
                      </a:lnTo>
                      <a:lnTo>
                        <a:pt x="631975" y="46193"/>
                      </a:lnTo>
                      <a:lnTo>
                        <a:pt x="631975" y="45826"/>
                      </a:lnTo>
                      <a:lnTo>
                        <a:pt x="615787" y="64237"/>
                      </a:lnTo>
                      <a:cubicBezTo>
                        <a:pt x="615041" y="63491"/>
                        <a:pt x="614295" y="63491"/>
                        <a:pt x="613550" y="62745"/>
                      </a:cubicBezTo>
                      <a:cubicBezTo>
                        <a:pt x="621006" y="44089"/>
                        <a:pt x="627716" y="25434"/>
                        <a:pt x="635172" y="6779"/>
                      </a:cubicBezTo>
                      <a:cubicBezTo>
                        <a:pt x="635917" y="4540"/>
                        <a:pt x="641882" y="5286"/>
                        <a:pt x="644865" y="4540"/>
                      </a:cubicBezTo>
                      <a:close/>
                      <a:moveTo>
                        <a:pt x="930442" y="2738"/>
                      </a:moveTo>
                      <a:cubicBezTo>
                        <a:pt x="927462" y="10191"/>
                        <a:pt x="923737" y="16898"/>
                        <a:pt x="922247" y="23606"/>
                      </a:cubicBezTo>
                      <a:cubicBezTo>
                        <a:pt x="920757" y="29568"/>
                        <a:pt x="920012" y="36276"/>
                        <a:pt x="919267" y="42238"/>
                      </a:cubicBezTo>
                      <a:cubicBezTo>
                        <a:pt x="917777" y="48946"/>
                        <a:pt x="915542" y="55653"/>
                        <a:pt x="914052" y="63851"/>
                      </a:cubicBezTo>
                      <a:cubicBezTo>
                        <a:pt x="922247" y="67577"/>
                        <a:pt x="931932" y="72049"/>
                        <a:pt x="917777" y="83228"/>
                      </a:cubicBezTo>
                      <a:cubicBezTo>
                        <a:pt x="914797" y="85464"/>
                        <a:pt x="915542" y="92917"/>
                        <a:pt x="914797" y="99624"/>
                      </a:cubicBezTo>
                      <a:cubicBezTo>
                        <a:pt x="891702" y="98134"/>
                        <a:pt x="908837" y="123473"/>
                        <a:pt x="893937" y="131671"/>
                      </a:cubicBezTo>
                      <a:cubicBezTo>
                        <a:pt x="893192" y="123473"/>
                        <a:pt x="893192" y="116766"/>
                        <a:pt x="892447" y="109313"/>
                      </a:cubicBezTo>
                      <a:cubicBezTo>
                        <a:pt x="883506" y="112294"/>
                        <a:pt x="874566" y="115275"/>
                        <a:pt x="866371" y="119001"/>
                      </a:cubicBezTo>
                      <a:cubicBezTo>
                        <a:pt x="865626" y="117511"/>
                        <a:pt x="864881" y="116020"/>
                        <a:pt x="863391" y="114530"/>
                      </a:cubicBezTo>
                      <a:cubicBezTo>
                        <a:pt x="887231" y="110803"/>
                        <a:pt x="902132" y="100370"/>
                        <a:pt x="900642" y="72794"/>
                      </a:cubicBezTo>
                      <a:cubicBezTo>
                        <a:pt x="894682" y="79502"/>
                        <a:pt x="890212" y="84719"/>
                        <a:pt x="883506" y="92172"/>
                      </a:cubicBezTo>
                      <a:cubicBezTo>
                        <a:pt x="882016" y="80247"/>
                        <a:pt x="879781" y="72794"/>
                        <a:pt x="891702" y="70559"/>
                      </a:cubicBezTo>
                      <a:cubicBezTo>
                        <a:pt x="907347" y="68323"/>
                        <a:pt x="909582" y="63851"/>
                        <a:pt x="903622" y="53417"/>
                      </a:cubicBezTo>
                      <a:cubicBezTo>
                        <a:pt x="908837" y="40748"/>
                        <a:pt x="912562" y="30313"/>
                        <a:pt x="917032" y="19880"/>
                      </a:cubicBezTo>
                      <a:cubicBezTo>
                        <a:pt x="915542" y="19134"/>
                        <a:pt x="914052" y="18389"/>
                        <a:pt x="913307" y="17644"/>
                      </a:cubicBezTo>
                      <a:cubicBezTo>
                        <a:pt x="909582" y="19134"/>
                        <a:pt x="906602" y="20625"/>
                        <a:pt x="902877" y="22115"/>
                      </a:cubicBezTo>
                      <a:cubicBezTo>
                        <a:pt x="912562" y="17644"/>
                        <a:pt x="909582" y="-988"/>
                        <a:pt x="930442" y="2738"/>
                      </a:cubicBezTo>
                      <a:close/>
                      <a:moveTo>
                        <a:pt x="978363" y="1223"/>
                      </a:moveTo>
                      <a:cubicBezTo>
                        <a:pt x="972539" y="15378"/>
                        <a:pt x="968899" y="25809"/>
                        <a:pt x="964531" y="35494"/>
                      </a:cubicBezTo>
                      <a:cubicBezTo>
                        <a:pt x="963075" y="35494"/>
                        <a:pt x="961619" y="34749"/>
                        <a:pt x="960163" y="34004"/>
                      </a:cubicBezTo>
                      <a:cubicBezTo>
                        <a:pt x="960163" y="30279"/>
                        <a:pt x="960163" y="26554"/>
                        <a:pt x="960163" y="22083"/>
                      </a:cubicBezTo>
                      <a:cubicBezTo>
                        <a:pt x="955794" y="24319"/>
                        <a:pt x="952154" y="26554"/>
                        <a:pt x="948514" y="28789"/>
                      </a:cubicBezTo>
                      <a:cubicBezTo>
                        <a:pt x="957250" y="19848"/>
                        <a:pt x="960163" y="4203"/>
                        <a:pt x="978363" y="1223"/>
                      </a:cubicBezTo>
                      <a:close/>
                      <a:moveTo>
                        <a:pt x="711939" y="203"/>
                      </a:moveTo>
                      <a:cubicBezTo>
                        <a:pt x="705306" y="5560"/>
                        <a:pt x="698673" y="11683"/>
                        <a:pt x="692040" y="17806"/>
                      </a:cubicBezTo>
                      <a:cubicBezTo>
                        <a:pt x="691303" y="15510"/>
                        <a:pt x="690566" y="13214"/>
                        <a:pt x="689829" y="10153"/>
                      </a:cubicBezTo>
                      <a:cubicBezTo>
                        <a:pt x="683196" y="15510"/>
                        <a:pt x="677300" y="20868"/>
                        <a:pt x="669930" y="27756"/>
                      </a:cubicBezTo>
                      <a:cubicBezTo>
                        <a:pt x="672878" y="15510"/>
                        <a:pt x="697199" y="-2093"/>
                        <a:pt x="711939" y="20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</p:grpSp>
      </p:grpSp>
      <p:sp>
        <p:nvSpPr>
          <p:cNvPr id="32" name="平行四边形 16"/>
          <p:cNvSpPr/>
          <p:nvPr>
            <p:custDataLst>
              <p:tags r:id="rId24"/>
            </p:custDataLst>
          </p:nvPr>
        </p:nvSpPr>
        <p:spPr>
          <a:xfrm>
            <a:off x="8331835" y="5337810"/>
            <a:ext cx="2614295" cy="594360"/>
          </a:xfrm>
          <a:custGeom>
            <a:avLst/>
            <a:gdLst>
              <a:gd name="connsiteX0" fmla="*/ 5465 w 4188813"/>
              <a:gd name="connsiteY0" fmla="*/ 562923 h 786579"/>
              <a:gd name="connsiteX1" fmla="*/ 112110 w 4188813"/>
              <a:gd name="connsiteY1" fmla="*/ 136344 h 786579"/>
              <a:gd name="connsiteX2" fmla="*/ 286736 w 4188813"/>
              <a:gd name="connsiteY2" fmla="*/ 0 h 786579"/>
              <a:gd name="connsiteX3" fmla="*/ 4008723 w 4188813"/>
              <a:gd name="connsiteY3" fmla="*/ 0 h 786579"/>
              <a:gd name="connsiteX4" fmla="*/ 4183349 w 4188813"/>
              <a:gd name="connsiteY4" fmla="*/ 223657 h 786579"/>
              <a:gd name="connsiteX5" fmla="*/ 4076704 w 4188813"/>
              <a:gd name="connsiteY5" fmla="*/ 650236 h 786579"/>
              <a:gd name="connsiteX6" fmla="*/ 3902078 w 4188813"/>
              <a:gd name="connsiteY6" fmla="*/ 786579 h 786579"/>
              <a:gd name="connsiteX7" fmla="*/ 180091 w 4188813"/>
              <a:gd name="connsiteY7" fmla="*/ 786579 h 786579"/>
              <a:gd name="connsiteX8" fmla="*/ 5465 w 4188813"/>
              <a:gd name="connsiteY8" fmla="*/ 562923 h 78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88813" h="786579">
                <a:moveTo>
                  <a:pt x="5465" y="562923"/>
                </a:moveTo>
                <a:lnTo>
                  <a:pt x="112110" y="136344"/>
                </a:lnTo>
                <a:cubicBezTo>
                  <a:pt x="132153" y="56174"/>
                  <a:pt x="204098" y="0"/>
                  <a:pt x="286736" y="0"/>
                </a:cubicBezTo>
                <a:lnTo>
                  <a:pt x="4008723" y="0"/>
                </a:lnTo>
                <a:cubicBezTo>
                  <a:pt x="4125838" y="0"/>
                  <a:pt x="4211753" y="110039"/>
                  <a:pt x="4183349" y="223657"/>
                </a:cubicBezTo>
                <a:lnTo>
                  <a:pt x="4076704" y="650236"/>
                </a:lnTo>
                <a:cubicBezTo>
                  <a:pt x="4056661" y="730406"/>
                  <a:pt x="3984716" y="786579"/>
                  <a:pt x="3902078" y="786579"/>
                </a:cubicBezTo>
                <a:lnTo>
                  <a:pt x="180091" y="786579"/>
                </a:lnTo>
                <a:cubicBezTo>
                  <a:pt x="62977" y="786579"/>
                  <a:pt x="-22939" y="676540"/>
                  <a:pt x="5465" y="562923"/>
                </a:cubicBezTo>
              </a:path>
            </a:pathLst>
          </a:custGeom>
          <a:solidFill>
            <a:srgbClr val="0056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2026</a:t>
            </a:r>
            <a:r>
              <a:rPr lang="zh-CN" altLang="en-US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r>
              <a:rPr lang="en-US" altLang="zh-CN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</a:t>
            </a:r>
            <a:r>
              <a:rPr lang="zh-CN" altLang="en-US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日</a:t>
            </a:r>
            <a:endParaRPr lang="zh-CN" altLang="en-US" sz="20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3" name="Picture 38" descr="1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7050328" y="197723"/>
            <a:ext cx="700441" cy="61499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" name="Picture 39" descr="2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8767012" y="196598"/>
            <a:ext cx="700440" cy="61499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" name="Picture 40" descr="3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11332075" y="186874"/>
            <a:ext cx="700440" cy="61499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" name="Picture 41" descr="4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10484820" y="182613"/>
            <a:ext cx="700441" cy="61499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" name="Picture 42" descr="5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910254" y="197723"/>
            <a:ext cx="700441" cy="61499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" name="Picture 43" descr="6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9623770" y="196598"/>
            <a:ext cx="701565" cy="61611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53496" y="323380"/>
            <a:ext cx="838591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反思的基本概念</a:t>
            </a:r>
            <a:endParaRPr lang="zh-CN" altLang="en-US" sz="2800" b="1" dirty="0">
              <a:ln w="3175">
                <a:noFill/>
              </a:ln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573405" y="1635125"/>
            <a:ext cx="5840095" cy="47428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40000"/>
              </a:lnSpc>
              <a:spcAft>
                <a:spcPts val="1400"/>
              </a:spcAft>
              <a:buFont typeface="Wingdings" panose="05000000000000000000"/>
              <a:buChar char="Ø"/>
            </a:pPr>
            <a:r>
              <a: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定义：</a:t>
            </a:r>
            <a:br>
              <a: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反思是智能体对自身产出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（答案、代码、文章、行动计划等）</a:t>
            </a:r>
            <a:r>
              <a:rPr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或执行过程进行评估，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并利用评估结果修正产出、调整策略的机制。</a:t>
            </a:r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40000"/>
              </a:lnSpc>
              <a:spcAft>
                <a:spcPts val="1400"/>
              </a:spcAft>
              <a:buFont typeface="Wingdings" panose="05000000000000000000"/>
              <a:buChar char="Ø"/>
            </a:pPr>
            <a:r>
              <a:rPr lang="zh-CN"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评估方式</a:t>
            </a:r>
            <a:r>
              <a: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br>
              <a: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智能体可以进行自我评估，也可以由专职审阅者检查其产出。评估围绕任务要求展开，检查准确性、完整性、连贯性及是否遵循指令等。</a:t>
            </a:r>
            <a:endParaRPr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40000"/>
              </a:lnSpc>
              <a:spcAft>
                <a:spcPts val="1400"/>
              </a:spcAft>
              <a:buFont typeface="Wingdings" panose="05000000000000000000"/>
              <a:buChar char="Ø"/>
            </a:pPr>
            <a:r>
              <a: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核心特征：</a:t>
            </a:r>
            <a:br>
              <a: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反思在工作流中引入反馈环，将评估发现的问题用于修订产出或调整策略，并可通过多轮迭代持续改进。</a:t>
            </a:r>
            <a:endParaRPr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1"/>
          <p:cNvSpPr>
            <a:spLocks noGrp="1"/>
          </p:cNvSpPr>
          <p:nvPr/>
        </p:nvSpPr>
        <p:spPr>
          <a:xfrm>
            <a:off x="675640" y="1130935"/>
            <a:ext cx="10566400" cy="50419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566D"/>
          </a:solidFill>
        </p:spPr>
        <p:txBody>
          <a:bodyPr wrap="square" anchor="ctr">
            <a:noAutofit/>
          </a:bodyPr>
          <a:lstStyle/>
          <a:p>
            <a:pPr lvl="0" algn="ctr" defTabSz="457200">
              <a:buNone/>
            </a:pPr>
            <a:r>
              <a:rPr lang="zh-CN"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为什么需要反思：第一版结果可能存在错误、遗漏或不满足任务约束，因此需要评估与</a:t>
            </a:r>
            <a:r>
              <a:rPr lang="zh-CN"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修正</a:t>
            </a:r>
            <a:endParaRPr lang="zh-CN" sz="2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4135" y="2272665"/>
            <a:ext cx="5622290" cy="37484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53496" y="323380"/>
            <a:ext cx="838591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n w="3175">
                  <a:noFill/>
                </a:ln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反思机制</a:t>
            </a:r>
            <a:endParaRPr lang="zh-CN" altLang="en-US" sz="2800" b="1" dirty="0">
              <a:ln w="3175">
                <a:noFill/>
              </a:ln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3"/>
          <p:cNvSpPr>
            <a:spLocks noGrp="1"/>
          </p:cNvSpPr>
          <p:nvPr/>
        </p:nvSpPr>
        <p:spPr>
          <a:xfrm>
            <a:off x="449580" y="1520190"/>
            <a:ext cx="6318250" cy="4302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sz="20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执行：</a:t>
            </a: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根据任务要求生成第一版答案、代码或计划。</a:t>
            </a:r>
            <a:endParaRPr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lang="zh-CN" sz="20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评估</a:t>
            </a:r>
            <a:r>
              <a:rPr lang="en-US" altLang="zh-CN" sz="20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20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批评</a:t>
            </a:r>
            <a:r>
              <a:rPr sz="20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对照任务要求，检查准确性、逻辑、完整性及指令遵循情况，指出具体问题</a:t>
            </a: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lang="zh-CN" sz="20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反思</a:t>
            </a:r>
            <a:r>
              <a:rPr lang="en-US" altLang="zh-CN" sz="20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20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精炼</a:t>
            </a:r>
            <a:r>
              <a:rPr sz="20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根据评估意见修订产出，必要时调整原有策略</a:t>
            </a: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sz="20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迭代与停止：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再次评估修订版，直到达标或达到最大轮数。达到轮数上限不代表结果已经通过评估</a:t>
            </a: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4985" y="1212850"/>
            <a:ext cx="5034915" cy="52190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53496" y="323380"/>
            <a:ext cx="838591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n w="3175">
                  <a:noFill/>
                </a:ln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反思</a:t>
            </a:r>
            <a:r>
              <a:rPr lang="zh-CN" altLang="en-US" sz="2800" b="1" dirty="0">
                <a:ln w="3175">
                  <a:noFill/>
                </a:ln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</a:t>
            </a:r>
            <a:endParaRPr lang="zh-CN" altLang="en-US" sz="2800" b="1" dirty="0">
              <a:ln w="3175">
                <a:noFill/>
              </a:ln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3"/>
          <p:cNvSpPr>
            <a:spLocks noGrp="1"/>
          </p:cNvSpPr>
          <p:nvPr/>
        </p:nvSpPr>
        <p:spPr>
          <a:xfrm>
            <a:off x="449580" y="1520190"/>
            <a:ext cx="6318250" cy="430276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 algn="l"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marL="342900" indent="-342900" algn="l">
              <a:spcAft>
                <a:spcPts val="2000"/>
              </a:spcAft>
              <a:buChar char="➢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b="1">
                <a:solidFill>
                  <a:srgbClr val="00566D"/>
                </a:solidFill>
              </a:rPr>
              <a:t>关键区别：</a:t>
            </a:r>
            <a:r>
              <a:rPr>
                <a:solidFill>
                  <a:srgbClr val="000000"/>
                </a:solidFill>
              </a:rPr>
              <a:t>提示链把输出继续往后传；反思把评估结果往回送，送回生成这一步。</a:t>
            </a:r>
            <a:endParaRPr>
              <a:solidFill>
                <a:srgbClr val="000000"/>
              </a:solidFill>
            </a:endParaRPr>
          </a:p>
          <a:p>
            <a:pPr marL="342900" indent="-342900" algn="l">
              <a:spcAft>
                <a:spcPts val="2000"/>
              </a:spcAft>
              <a:buChar char="➢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b="1">
                <a:solidFill>
                  <a:srgbClr val="00566D"/>
                </a:solidFill>
              </a:rPr>
              <a:t>反馈回边：</a:t>
            </a:r>
            <a:r>
              <a:rPr>
                <a:solidFill>
                  <a:srgbClr val="000000"/>
                </a:solidFill>
              </a:rPr>
              <a:t>评估意见与当前版本一起进入下一轮，修订可以沿用，也可以推翻重来。</a:t>
            </a:r>
            <a:endParaRPr>
              <a:solidFill>
                <a:srgbClr val="000000"/>
              </a:solidFill>
            </a:endParaRPr>
          </a:p>
          <a:p>
            <a:pPr marL="342900" indent="-342900" algn="l">
              <a:spcAft>
                <a:spcPts val="2000"/>
              </a:spcAft>
              <a:buChar char="➢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b="1">
                <a:solidFill>
                  <a:srgbClr val="00566D"/>
                </a:solidFill>
              </a:rPr>
              <a:t>停止条件：</a:t>
            </a:r>
            <a:r>
              <a:rPr>
                <a:solidFill>
                  <a:srgbClr val="000000"/>
                </a:solidFill>
              </a:rPr>
              <a:t>达标即停，否则到轮数上限收口。</a:t>
            </a:r>
            <a:endParaRPr>
              <a:solidFill>
                <a:srgbClr val="000000"/>
              </a:solidFill>
            </a:endParaRPr>
          </a:p>
          <a:p>
            <a:pPr marL="342900" indent="-342900" algn="l">
              <a:spcAft>
                <a:spcPts val="2000"/>
              </a:spcAft>
              <a:buChar char="➢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b="1">
                <a:solidFill>
                  <a:srgbClr val="00566D"/>
                </a:solidFill>
              </a:rPr>
              <a:t>闭环的作用：</a:t>
            </a:r>
            <a:r>
              <a:rPr>
                <a:solidFill>
                  <a:srgbClr val="000000"/>
                </a:solidFill>
              </a:rPr>
              <a:t>让多轮修订遵循同一套评估标准。</a:t>
            </a:r>
            <a:endParaRPr>
              <a:solidFill>
                <a:srgbClr val="000000"/>
              </a:solidFill>
            </a:endParaRPr>
          </a:p>
        </p:txBody>
      </p:sp>
      <p:cxnSp>
        <p:nvCxnSpPr>
          <p:cNvPr id="19" name="直接箭头连接符 18"/>
          <p:cNvCxnSpPr>
            <a:stCxn id="16" idx="3"/>
            <a:endCxn id="17" idx="1"/>
          </p:cNvCxnSpPr>
          <p:nvPr/>
        </p:nvCxnSpPr>
        <p:spPr>
          <a:xfrm>
            <a:off x="10096500" y="4371975"/>
            <a:ext cx="371475" cy="0"/>
          </a:xfrm>
          <a:prstGeom prst="straightConnector1">
            <a:avLst/>
          </a:prstGeom>
          <a:ln w="14288">
            <a:solidFill>
              <a:srgbClr val="00566D"/>
            </a:solidFill>
            <a:prstDash val="solid"/>
            <a:tailEnd type="triangle" w="med" len="med"/>
          </a:ln>
        </p:spPr>
      </p:cxnSp>
      <p:cxnSp>
        <p:nvCxnSpPr>
          <p:cNvPr id="18" name="直接箭头连接符 17"/>
          <p:cNvCxnSpPr>
            <a:stCxn id="15" idx="3"/>
            <a:endCxn id="16" idx="1"/>
          </p:cNvCxnSpPr>
          <p:nvPr/>
        </p:nvCxnSpPr>
        <p:spPr>
          <a:xfrm>
            <a:off x="8296275" y="4371975"/>
            <a:ext cx="371475" cy="0"/>
          </a:xfrm>
          <a:prstGeom prst="straightConnector1">
            <a:avLst/>
          </a:prstGeom>
          <a:ln w="14288">
            <a:solidFill>
              <a:srgbClr val="00566D"/>
            </a:solidFill>
            <a:prstDash val="solid"/>
            <a:tailEnd type="triangle" w="med" len="med"/>
          </a:ln>
        </p:spPr>
      </p:cxnSp>
      <p:cxnSp>
        <p:nvCxnSpPr>
          <p:cNvPr id="12" name="直接箭头连接符 11"/>
          <p:cNvCxnSpPr>
            <a:stCxn id="9" idx="3"/>
            <a:endCxn id="4" idx="1"/>
          </p:cNvCxnSpPr>
          <p:nvPr/>
        </p:nvCxnSpPr>
        <p:spPr>
          <a:xfrm>
            <a:off x="10096500" y="2809875"/>
            <a:ext cx="371475" cy="0"/>
          </a:xfrm>
          <a:prstGeom prst="straightConnector1">
            <a:avLst/>
          </a:prstGeom>
          <a:ln w="14288">
            <a:solidFill>
              <a:srgbClr val="00566D"/>
            </a:solidFill>
            <a:prstDash val="solid"/>
            <a:tailEnd type="triangle" w="med" len="med"/>
          </a:ln>
        </p:spPr>
      </p:cxnSp>
      <p:cxnSp>
        <p:nvCxnSpPr>
          <p:cNvPr id="11" name="直接箭头连接符 10"/>
          <p:cNvCxnSpPr>
            <a:stCxn id="8" idx="3"/>
            <a:endCxn id="9" idx="1"/>
          </p:cNvCxnSpPr>
          <p:nvPr/>
        </p:nvCxnSpPr>
        <p:spPr>
          <a:xfrm>
            <a:off x="8296275" y="2809875"/>
            <a:ext cx="371475" cy="0"/>
          </a:xfrm>
          <a:prstGeom prst="straightConnector1">
            <a:avLst/>
          </a:prstGeom>
          <a:ln w="14288">
            <a:solidFill>
              <a:srgbClr val="00566D"/>
            </a:solidFill>
            <a:prstDash val="solid"/>
            <a:tailEnd type="triangle" w="med" len="med"/>
          </a:ln>
        </p:spPr>
      </p:cxnSp>
      <p:sp>
        <p:nvSpPr>
          <p:cNvPr id="7" name="label-a"/>
          <p:cNvSpPr>
            <a:spLocks noGrp="1"/>
          </p:cNvSpPr>
          <p:nvPr/>
        </p:nvSpPr>
        <p:spPr>
          <a:xfrm>
            <a:off x="6867525" y="220027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l">
              <a:defRPr sz="15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提示链：单向流转</a:t>
            </a:r>
            <a:endParaRPr sz="1500" b="1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chain-1"/>
          <p:cNvSpPr>
            <a:spLocks noGrp="1"/>
          </p:cNvSpPr>
          <p:nvPr/>
        </p:nvSpPr>
        <p:spPr>
          <a:xfrm>
            <a:off x="6867525" y="2524125"/>
            <a:ext cx="142875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00566D"/>
            </a:solidFill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275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提示</a:t>
            </a:r>
            <a:endParaRPr sz="1275" b="1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chain-2"/>
          <p:cNvSpPr>
            <a:spLocks noGrp="1"/>
          </p:cNvSpPr>
          <p:nvPr/>
        </p:nvSpPr>
        <p:spPr>
          <a:xfrm>
            <a:off x="8667750" y="2524125"/>
            <a:ext cx="142875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00566D"/>
            </a:solidFill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275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</a:t>
            </a:r>
            <a:endParaRPr sz="1275" b="1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chain-3"/>
          <p:cNvSpPr>
            <a:spLocks noGrp="1"/>
          </p:cNvSpPr>
          <p:nvPr/>
        </p:nvSpPr>
        <p:spPr>
          <a:xfrm>
            <a:off x="10467975" y="2524125"/>
            <a:ext cx="142875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00566D"/>
            </a:solidFill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275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</a:t>
            </a:r>
            <a:endParaRPr sz="1275" b="1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cap-a"/>
          <p:cNvSpPr>
            <a:spLocks noGrp="1"/>
          </p:cNvSpPr>
          <p:nvPr/>
        </p:nvSpPr>
        <p:spPr>
          <a:xfrm>
            <a:off x="6867525" y="3133725"/>
            <a:ext cx="502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15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015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15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输出继续向后传递，流程到此结束</a:t>
            </a:r>
            <a:endParaRPr sz="1015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label-b"/>
          <p:cNvSpPr>
            <a:spLocks noGrp="1"/>
          </p:cNvSpPr>
          <p:nvPr/>
        </p:nvSpPr>
        <p:spPr>
          <a:xfrm>
            <a:off x="6867525" y="376237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l">
              <a:defRPr sz="15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反思：带回边的循环</a:t>
            </a:r>
            <a:endParaRPr sz="1500" b="1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loop-1"/>
          <p:cNvSpPr>
            <a:spLocks noGrp="1"/>
          </p:cNvSpPr>
          <p:nvPr/>
        </p:nvSpPr>
        <p:spPr>
          <a:xfrm>
            <a:off x="6867525" y="4086225"/>
            <a:ext cx="142875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00566D"/>
            </a:solidFill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275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</a:t>
            </a:r>
            <a:endParaRPr sz="1275" b="1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loop-2"/>
          <p:cNvSpPr>
            <a:spLocks noGrp="1"/>
          </p:cNvSpPr>
          <p:nvPr/>
        </p:nvSpPr>
        <p:spPr>
          <a:xfrm>
            <a:off x="8667750" y="4086225"/>
            <a:ext cx="142875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00566D"/>
            </a:solidFill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275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评估</a:t>
            </a:r>
            <a:endParaRPr sz="1275" b="1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loop-3"/>
          <p:cNvSpPr>
            <a:spLocks noGrp="1"/>
          </p:cNvSpPr>
          <p:nvPr/>
        </p:nvSpPr>
        <p:spPr>
          <a:xfrm>
            <a:off x="10467975" y="4086225"/>
            <a:ext cx="142875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00566D"/>
            </a:solidFill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275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修订</a:t>
            </a:r>
            <a:endParaRPr sz="1275" b="1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0" name="back-down"/>
          <p:cNvCxnSpPr/>
          <p:nvPr/>
        </p:nvCxnSpPr>
        <p:spPr>
          <a:xfrm>
            <a:off x="11182350" y="4657725"/>
            <a:ext cx="0" cy="247650"/>
          </a:xfrm>
          <a:prstGeom prst="straightConnector1">
            <a:avLst/>
          </a:prstGeom>
          <a:ln w="14288">
            <a:solidFill>
              <a:srgbClr val="00566D"/>
            </a:solidFill>
            <a:prstDash val="solid"/>
          </a:ln>
        </p:spPr>
      </p:cxnSp>
      <p:cxnSp>
        <p:nvCxnSpPr>
          <p:cNvPr id="21" name="back-across"/>
          <p:cNvCxnSpPr/>
          <p:nvPr/>
        </p:nvCxnSpPr>
        <p:spPr>
          <a:xfrm>
            <a:off x="7581900" y="4905375"/>
            <a:ext cx="3600450" cy="0"/>
          </a:xfrm>
          <a:prstGeom prst="straightConnector1">
            <a:avLst/>
          </a:prstGeom>
          <a:ln w="14288">
            <a:solidFill>
              <a:srgbClr val="00566D"/>
            </a:solidFill>
            <a:prstDash val="solid"/>
          </a:ln>
        </p:spPr>
      </p:cxnSp>
      <p:cxnSp>
        <p:nvCxnSpPr>
          <p:cNvPr id="22" name="back-up"/>
          <p:cNvCxnSpPr/>
          <p:nvPr/>
        </p:nvCxnSpPr>
        <p:spPr>
          <a:xfrm>
            <a:off x="7581900" y="4657725"/>
            <a:ext cx="0" cy="247650"/>
          </a:xfrm>
          <a:prstGeom prst="straightConnector1">
            <a:avLst/>
          </a:prstGeom>
          <a:ln w="14288">
            <a:solidFill>
              <a:srgbClr val="00566D"/>
            </a:solidFill>
            <a:prstDash val="solid"/>
            <a:headEnd type="triangle" w="med" len="med"/>
          </a:ln>
        </p:spPr>
      </p:cxnSp>
      <p:sp>
        <p:nvSpPr>
          <p:cNvPr id="23" name="cap-b"/>
          <p:cNvSpPr>
            <a:spLocks noGrp="1"/>
          </p:cNvSpPr>
          <p:nvPr/>
        </p:nvSpPr>
        <p:spPr>
          <a:xfrm>
            <a:off x="6867525" y="5057775"/>
            <a:ext cx="5029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125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125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评估结果送回生成，这条回边就是闭环</a:t>
            </a:r>
            <a:endParaRPr sz="1125" b="1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53496" y="323380"/>
            <a:ext cx="838591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n w="3175">
                  <a:noFill/>
                </a:ln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角色</a:t>
            </a:r>
            <a:r>
              <a:rPr lang="zh-CN" altLang="en-US" sz="2800" b="1" dirty="0">
                <a:ln w="3175">
                  <a:noFill/>
                </a:ln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分工</a:t>
            </a:r>
            <a:endParaRPr lang="zh-CN" altLang="en-US" sz="2800" b="1" dirty="0">
              <a:ln w="3175">
                <a:noFill/>
              </a:ln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3"/>
          <p:cNvSpPr>
            <a:spLocks noGrp="1"/>
          </p:cNvSpPr>
          <p:nvPr/>
        </p:nvSpPr>
        <p:spPr>
          <a:xfrm>
            <a:off x="449580" y="1520190"/>
            <a:ext cx="6318250" cy="430276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 algn="l"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marL="342900" indent="-342900" algn="l">
              <a:spcAft>
                <a:spcPts val="2000"/>
              </a:spcAft>
              <a:buChar char="➢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b="1">
                <a:solidFill>
                  <a:srgbClr val="00566D"/>
                </a:solidFill>
              </a:rPr>
              <a:t>生产者：</a:t>
            </a:r>
            <a:r>
              <a:rPr>
                <a:solidFill>
                  <a:srgbClr val="000000"/>
                </a:solidFill>
              </a:rPr>
              <a:t>专注完成任务，按审查意见修改产出。</a:t>
            </a:r>
            <a:endParaRPr>
              <a:solidFill>
                <a:srgbClr val="000000"/>
              </a:solidFill>
            </a:endParaRPr>
          </a:p>
          <a:p>
            <a:pPr marL="342900" indent="-342900" algn="l">
              <a:spcAft>
                <a:spcPts val="2000"/>
              </a:spcAft>
              <a:buChar char="➢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b="1">
                <a:solidFill>
                  <a:srgbClr val="00566D"/>
                </a:solidFill>
              </a:rPr>
              <a:t>批评者：</a:t>
            </a:r>
            <a:r>
              <a:rPr>
                <a:solidFill>
                  <a:srgbClr val="000000"/>
                </a:solidFill>
              </a:rPr>
              <a:t>以审阅者视角找缺陷，给出具体、可操作的改进意见。</a:t>
            </a:r>
            <a:endParaRPr>
              <a:solidFill>
                <a:srgbClr val="000000"/>
              </a:solidFill>
            </a:endParaRPr>
          </a:p>
          <a:p>
            <a:pPr marL="342900" indent="-342900" algn="l">
              <a:spcAft>
                <a:spcPts val="2000"/>
              </a:spcAft>
              <a:buChar char="➢"/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b="1">
                <a:solidFill>
                  <a:srgbClr val="00566D"/>
                </a:solidFill>
              </a:rPr>
              <a:t>两种实现：</a:t>
            </a:r>
            <a:r>
              <a:rPr>
                <a:solidFill>
                  <a:srgbClr val="000000"/>
                </a:solidFill>
              </a:rPr>
              <a:t>同一模型配两套系统提示，或由两个智能体分别担任，角色是逻辑分工。</a:t>
            </a:r>
            <a:endParaRPr>
              <a:solidFill>
                <a:srgbClr val="000000"/>
              </a:solidFill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6867525" y="2381250"/>
          <a:ext cx="5029200" cy="2209800"/>
        </p:xfrm>
        <a:graphic>
          <a:graphicData uri="http://schemas.openxmlformats.org/drawingml/2006/table">
            <a:tbl>
              <a:tblPr firstRow="1"/>
              <a:tblGrid>
                <a:gridCol w="952500"/>
                <a:gridCol w="2038350"/>
                <a:gridCol w="2038350"/>
              </a:tblGrid>
              <a:tr h="5524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角色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6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生产者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6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批评者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66D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566D"/>
                          </a:solidFill>
                        </a:rPr>
                        <a:t>关注点</a:t>
                      </a:r>
                      <a:endParaRPr sz="1200" b="1">
                        <a:solidFill>
                          <a:srgbClr val="00566D"/>
                        </a:solidFill>
                      </a:endParaRPr>
                    </a:p>
                  </a:txBody>
                  <a:tcPr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把任务做完、做对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找出缺陷与不合规处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2F7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566D"/>
                          </a:solidFill>
                        </a:rPr>
                        <a:t>输入</a:t>
                      </a:r>
                      <a:endParaRPr sz="1200" b="1">
                        <a:solidFill>
                          <a:srgbClr val="00566D"/>
                        </a:solidFill>
                      </a:endParaRPr>
                    </a:p>
                  </a:txBody>
                  <a:tcPr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任务要求、上一轮意见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任务要求、当前版本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2F7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566D"/>
                          </a:solidFill>
                        </a:rPr>
                        <a:t>输出</a:t>
                      </a:r>
                      <a:endParaRPr sz="1200" b="1">
                        <a:solidFill>
                          <a:srgbClr val="00566D"/>
                        </a:solidFill>
                      </a:endParaRPr>
                    </a:p>
                  </a:txBody>
                  <a:tcPr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新一版答案或代码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具体、可操作的修改意见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  <p:sp>
        <p:nvSpPr>
          <p:cNvPr id="8" name="role-note"/>
          <p:cNvSpPr>
            <a:spLocks noGrp="1"/>
          </p:cNvSpPr>
          <p:nvPr/>
        </p:nvSpPr>
        <p:spPr>
          <a:xfrm>
            <a:off x="6867525" y="4810125"/>
            <a:ext cx="5029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15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l">
              <a:defRPr sz="1015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15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独立视角能减少自评偏差，但批评者同样会出错，最终还要靠测试与原文对照</a:t>
            </a:r>
            <a:endParaRPr sz="1015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53496" y="323380"/>
            <a:ext cx="838591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n w="3175">
                  <a:noFill/>
                </a:ln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lang="zh-CN" altLang="en-US" sz="2800" b="1" dirty="0">
                <a:ln w="3175">
                  <a:noFill/>
                </a:ln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与反馈</a:t>
            </a:r>
            <a:endParaRPr lang="zh-CN" altLang="en-US" sz="2800" b="1" dirty="0">
              <a:ln w="3175">
                <a:noFill/>
              </a:ln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442595" y="1818005"/>
            <a:ext cx="11051540" cy="42157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写作与摘要：</a:t>
            </a:r>
            <a:r>
              <a:rPr 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对于写博文的智能体可以检</a:t>
            </a:r>
            <a:r>
              <a:rPr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查表达、结构与语气，对照原文补遗漏、纠正事实偏差。</a:t>
            </a:r>
            <a:endParaRPr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代码与规划：</a:t>
            </a:r>
            <a:r>
              <a:rPr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检查边界情况、测试结果、计划可行性和硬约束。</a:t>
            </a:r>
            <a:endParaRPr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</a:pPr>
            <a:endParaRPr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笼统反馈：</a:t>
            </a:r>
            <a:r>
              <a:rPr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“代码不够好，请优化。”没有指明问题，难以指导修订。</a:t>
            </a:r>
            <a:endParaRPr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有效反馈：</a:t>
            </a:r>
            <a:r>
              <a:rPr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指出“输入 5</a:t>
            </a:r>
            <a:r>
              <a:rPr 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！</a:t>
            </a:r>
            <a:r>
              <a:rPr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返回 24”，说明预期为 120，并定位循环边界问题。</a:t>
            </a:r>
            <a:endParaRPr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反馈</a:t>
            </a:r>
            <a:r>
              <a:rPr lang="zh-CN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三要素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定位问题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——指出具体位置或现象；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说明预期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——明确正确结果应该是什么；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给出依据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——说明为什么这是错的。</a:t>
            </a:r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1"/>
          <p:cNvSpPr>
            <a:spLocks noGrp="1"/>
          </p:cNvSpPr>
          <p:nvPr/>
        </p:nvSpPr>
        <p:spPr>
          <a:xfrm>
            <a:off x="675640" y="1130935"/>
            <a:ext cx="3427730" cy="50419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566D"/>
          </a:solidFill>
        </p:spPr>
        <p:txBody>
          <a:bodyPr wrap="square" anchor="ctr">
            <a:noAutofit/>
          </a:bodyPr>
          <a:lstStyle/>
          <a:p>
            <a:pPr lvl="0" algn="ctr" defTabSz="457200">
              <a:buNone/>
            </a:pPr>
            <a:r>
              <a:rPr lang="zh-CN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</a:t>
            </a:r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场景</a:t>
            </a:r>
            <a:endParaRPr b="1" kern="0">
              <a:solidFill>
                <a:schemeClr val="bg1"/>
              </a:solidFill>
              <a:latin typeface="思源宋体 CN"/>
              <a:ea typeface="思源宋体 CN"/>
              <a:cs typeface="思源宋体 CN"/>
            </a:endParaRPr>
          </a:p>
        </p:txBody>
      </p:sp>
      <p:sp>
        <p:nvSpPr>
          <p:cNvPr id="5" name="文本框 1"/>
          <p:cNvSpPr>
            <a:spLocks noGrp="1"/>
          </p:cNvSpPr>
          <p:nvPr/>
        </p:nvSpPr>
        <p:spPr>
          <a:xfrm>
            <a:off x="675640" y="3119755"/>
            <a:ext cx="3427730" cy="50419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566D"/>
          </a:solidFill>
        </p:spPr>
        <p:txBody>
          <a:bodyPr wrap="square" anchor="ctr">
            <a:noAutofit/>
          </a:bodyPr>
          <a:lstStyle/>
          <a:p>
            <a:pPr lvl="0" algn="ctr" defTabSz="457200">
              <a:buNone/>
            </a:pPr>
            <a:r>
              <a:rPr lang="zh-CN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反馈质量</a:t>
            </a:r>
            <a:endParaRPr lang="zh-CN" sz="16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53496" y="323380"/>
            <a:ext cx="838591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n w="3175">
                  <a:noFill/>
                </a:ln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收益与</a:t>
            </a:r>
            <a:r>
              <a:rPr lang="zh-CN" altLang="en-US" sz="2800" b="1" dirty="0">
                <a:ln w="3175">
                  <a:noFill/>
                </a:ln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局限</a:t>
            </a:r>
            <a:endParaRPr lang="zh-CN" altLang="en-US" sz="2800" b="1" dirty="0">
              <a:ln w="3175">
                <a:noFill/>
              </a:ln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3"/>
          <p:cNvSpPr>
            <a:spLocks noGrp="1"/>
          </p:cNvSpPr>
          <p:nvPr/>
        </p:nvSpPr>
        <p:spPr>
          <a:xfrm>
            <a:off x="422910" y="1818005"/>
            <a:ext cx="11071225" cy="42951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lang="zh-CN"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准确度提升</a:t>
            </a:r>
            <a:r>
              <a: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多轮审查纠正事实错误与逻辑漏洞</a:t>
            </a:r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lang="zh-CN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完整度改善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：补充遗漏的边界情况与异常处理</a:t>
            </a:r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lang="zh-CN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指令遵守增强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：对照原始要求逐项核对，减少偏离</a:t>
            </a:r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</a:pPr>
            <a:endParaRPr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调用成本：</a:t>
            </a:r>
            <a:r>
              <a:rPr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每轮生成和审查都会增加费用与等待时间。</a:t>
            </a:r>
            <a:endParaRPr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上下文压力：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旧稿、批评、修订稿逐轮累积，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 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持续增长</a:t>
            </a:r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lang="zh-CN"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管理负担</a:t>
            </a:r>
            <a:r>
              <a: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需控制历史长度与轮数，避免上下文溢出</a:t>
            </a:r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endParaRPr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1"/>
          <p:cNvSpPr>
            <a:spLocks noGrp="1"/>
          </p:cNvSpPr>
          <p:nvPr/>
        </p:nvSpPr>
        <p:spPr>
          <a:xfrm>
            <a:off x="675640" y="1130935"/>
            <a:ext cx="3427730" cy="50419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566D"/>
          </a:solidFill>
        </p:spPr>
        <p:txBody>
          <a:bodyPr wrap="square" anchor="ctr">
            <a:noAutofit/>
          </a:bodyPr>
          <a:lstStyle/>
          <a:p>
            <a:pPr lvl="0" algn="ctr" defTabSz="457200">
              <a:buNone/>
            </a:pPr>
            <a:r>
              <a:rPr lang="zh-CN" altLang="en-US" sz="2000" b="1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CN"/>
              </a:rPr>
              <a:t>主要收益</a:t>
            </a:r>
            <a:endParaRPr lang="zh-CN" altLang="en-US" sz="2000" b="1" ker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CN"/>
            </a:endParaRPr>
          </a:p>
        </p:txBody>
      </p:sp>
      <p:sp>
        <p:nvSpPr>
          <p:cNvPr id="8" name="文本框 1"/>
          <p:cNvSpPr>
            <a:spLocks noGrp="1"/>
          </p:cNvSpPr>
          <p:nvPr/>
        </p:nvSpPr>
        <p:spPr>
          <a:xfrm>
            <a:off x="675640" y="3713480"/>
            <a:ext cx="3427730" cy="50419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566D"/>
          </a:solidFill>
        </p:spPr>
        <p:txBody>
          <a:bodyPr wrap="square" anchor="ctr">
            <a:noAutofit/>
          </a:bodyPr>
          <a:lstStyle/>
          <a:p>
            <a:pPr lvl="0" algn="ctr" defTabSz="457200">
              <a:buNone/>
            </a:pPr>
            <a:r>
              <a:rPr lang="zh-CN" sz="2000" b="1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CN"/>
              </a:rPr>
              <a:t>成本与局限</a:t>
            </a:r>
            <a:endParaRPr lang="zh-CN" sz="2000" b="1" ker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CN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288530" y="1426845"/>
            <a:ext cx="1341120" cy="87757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381875" y="1568450"/>
            <a:ext cx="1203325" cy="7359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解逻辑题模型</a:t>
            </a:r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7962265" y="2304415"/>
            <a:ext cx="6350" cy="4394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7288530" y="2743835"/>
            <a:ext cx="1462405" cy="129413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381875" y="2827020"/>
            <a:ext cx="1126490" cy="1715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在庞大搜索空间里更少走死胡同</a:t>
            </a:r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9721215" y="1478280"/>
            <a:ext cx="1440815" cy="89217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9897110" y="1635125"/>
            <a:ext cx="1265555" cy="5962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长文摘要智能体</a:t>
            </a:r>
            <a:endParaRPr lang="zh-CN" altLang="en-US"/>
          </a:p>
        </p:txBody>
      </p:sp>
      <p:cxnSp>
        <p:nvCxnSpPr>
          <p:cNvPr id="16" name="直接箭头连接符 15"/>
          <p:cNvCxnSpPr>
            <a:stCxn id="14" idx="2"/>
          </p:cNvCxnSpPr>
          <p:nvPr/>
        </p:nvCxnSpPr>
        <p:spPr>
          <a:xfrm>
            <a:off x="10441940" y="2370455"/>
            <a:ext cx="3175" cy="4178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9721850" y="2820035"/>
            <a:ext cx="1440180" cy="113982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820275" y="2945130"/>
            <a:ext cx="1341755" cy="970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 更少漏点、更少事实漂移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53496" y="323380"/>
            <a:ext cx="838591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n w="3175">
                  <a:noFill/>
                </a:ln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LangChain </a:t>
            </a:r>
            <a:r>
              <a:rPr lang="zh-CN" altLang="en-US" sz="2800" b="1" dirty="0">
                <a:ln w="3175">
                  <a:noFill/>
                </a:ln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多轮反思</a:t>
            </a:r>
            <a:r>
              <a:rPr lang="zh-CN" altLang="en-US" sz="2800" b="1" dirty="0">
                <a:ln w="3175">
                  <a:noFill/>
                </a:ln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endParaRPr lang="zh-CN" altLang="en-US" sz="2800" b="1" dirty="0">
              <a:ln w="3175">
                <a:noFill/>
              </a:ln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1"/>
          <p:cNvSpPr>
            <a:spLocks noGrp="1"/>
          </p:cNvSpPr>
          <p:nvPr/>
        </p:nvSpPr>
        <p:spPr>
          <a:xfrm>
            <a:off x="675640" y="1130935"/>
            <a:ext cx="3427730" cy="50419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566D"/>
          </a:solidFill>
        </p:spPr>
        <p:txBody>
          <a:bodyPr wrap="square" anchor="ctr">
            <a:noAutofit/>
          </a:bodyPr>
          <a:lstStyle>
            <a:defPPr algn="ctr">
              <a:def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lvl="0" algn="ctr" defTabSz="457200">
              <a:buNone/>
              <a:def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阶乘任务与模型</a:t>
            </a:r>
            <a:endParaRPr b="1" kern="0">
              <a:solidFill>
                <a:schemeClr val="bg1"/>
              </a:solidFill>
              <a:latin typeface="思源宋体 CN"/>
              <a:ea typeface="思源宋体 CN"/>
              <a:cs typeface="思源宋体 CN"/>
            </a:endParaRPr>
          </a:p>
        </p:txBody>
      </p:sp>
      <p:sp>
        <p:nvSpPr>
          <p:cNvPr id="5" name="文本框 1"/>
          <p:cNvSpPr>
            <a:spLocks noGrp="1"/>
          </p:cNvSpPr>
          <p:nvPr/>
        </p:nvSpPr>
        <p:spPr>
          <a:xfrm>
            <a:off x="675646" y="3314700"/>
            <a:ext cx="3427733" cy="504196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566D"/>
          </a:solidFill>
        </p:spPr>
        <p:txBody>
          <a:bodyPr wrap="square" anchor="ctr">
            <a:noAutofit/>
          </a:bodyPr>
          <a:lstStyle>
            <a:defPPr algn="ctr">
              <a:def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lvl="0" algn="ctr" defTabSz="457200">
              <a:buNone/>
              <a:def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生成、审查与修订</a:t>
            </a:r>
            <a:endParaRPr sz="16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bullet-任务要求："/>
          <p:cNvSpPr>
            <a:spLocks noGrp="1"/>
          </p:cNvSpPr>
          <p:nvPr/>
        </p:nvSpPr>
        <p:spPr>
          <a:xfrm>
            <a:off x="523875" y="1933575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>
              <a:defRPr sz="1800" b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➢</a:t>
            </a:r>
            <a:endParaRPr sz="1800" b="0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任务要求："/>
          <p:cNvSpPr>
            <a:spLocks noGrp="1"/>
          </p:cNvSpPr>
          <p:nvPr/>
        </p:nvSpPr>
        <p:spPr>
          <a:xfrm>
            <a:off x="876300" y="1933575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>
              <a:defRPr sz="18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任务要求：</a:t>
            </a:r>
            <a:r>
              <a:rPr sz="18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 calculate_factorial(n)，计算 n!，并包含清晰的文档说明。</a:t>
            </a:r>
            <a:endParaRPr sz="18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bullet-边界处理："/>
          <p:cNvSpPr>
            <a:spLocks noGrp="1"/>
          </p:cNvSpPr>
          <p:nvPr/>
        </p:nvSpPr>
        <p:spPr>
          <a:xfrm>
            <a:off x="523875" y="2409825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>
              <a:defRPr sz="1800" b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➢</a:t>
            </a:r>
            <a:endParaRPr sz="1800" b="0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边界处理："/>
          <p:cNvSpPr>
            <a:spLocks noGrp="1"/>
          </p:cNvSpPr>
          <p:nvPr/>
        </p:nvSpPr>
        <p:spPr>
          <a:xfrm>
            <a:off x="876300" y="2409825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>
              <a:defRPr sz="18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边界处理：</a:t>
            </a:r>
            <a:r>
              <a:rPr sz="18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 = 0 时返回 1，负数输入抛出 ValueError。</a:t>
            </a:r>
            <a:endParaRPr sz="18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model-config"/>
          <p:cNvSpPr>
            <a:spLocks noGrp="1"/>
          </p:cNvSpPr>
          <p:nvPr/>
        </p:nvSpPr>
        <p:spPr>
          <a:xfrm>
            <a:off x="876300" y="2876550"/>
            <a:ext cx="10668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>
              <a:defRPr sz="1575" b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75" b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模型配置：ChatOpenAI(model="gpt-4o", temperature=0.1)</a:t>
            </a:r>
            <a:endParaRPr sz="1575" b="0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bullet-首轮生成："/>
          <p:cNvSpPr>
            <a:spLocks noGrp="1"/>
          </p:cNvSpPr>
          <p:nvPr/>
        </p:nvSpPr>
        <p:spPr>
          <a:xfrm>
            <a:off x="523875" y="4124325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>
              <a:defRPr sz="1800" b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➢</a:t>
            </a:r>
            <a:endParaRPr sz="1800" b="0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首轮生成："/>
          <p:cNvSpPr>
            <a:spLocks noGrp="1"/>
          </p:cNvSpPr>
          <p:nvPr/>
        </p:nvSpPr>
        <p:spPr>
          <a:xfrm>
            <a:off x="876300" y="4124325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>
              <a:defRPr sz="18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首轮生成：</a:t>
            </a:r>
            <a:r>
              <a:rPr sz="18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llm.invoke(message_history) 返回初稿，并将模型回复写入历史。</a:t>
            </a:r>
            <a:endParaRPr sz="18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bullet-审查代码："/>
          <p:cNvSpPr>
            <a:spLocks noGrp="1"/>
          </p:cNvSpPr>
          <p:nvPr/>
        </p:nvSpPr>
        <p:spPr>
          <a:xfrm>
            <a:off x="523875" y="4714875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>
              <a:defRPr sz="1800" b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➢</a:t>
            </a:r>
            <a:endParaRPr sz="1800" b="0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审查代码："/>
          <p:cNvSpPr>
            <a:spLocks noGrp="1"/>
          </p:cNvSpPr>
          <p:nvPr/>
        </p:nvSpPr>
        <p:spPr>
          <a:xfrm>
            <a:off x="876300" y="4714875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>
              <a:defRPr sz="18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审查代码：</a:t>
            </a:r>
            <a:r>
              <a:rPr sz="18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同一模型切换为“资深工程师”，对照原始任务检查当前代码。</a:t>
            </a:r>
            <a:endParaRPr sz="18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bullet-反馈修订："/>
          <p:cNvSpPr>
            <a:spLocks noGrp="1"/>
          </p:cNvSpPr>
          <p:nvPr/>
        </p:nvSpPr>
        <p:spPr>
          <a:xfrm>
            <a:off x="523875" y="5305425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>
              <a:defRPr sz="1800" b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➢</a:t>
            </a:r>
            <a:endParaRPr sz="1800" b="0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反馈修订："/>
          <p:cNvSpPr>
            <a:spLocks noGrp="1"/>
          </p:cNvSpPr>
          <p:nvPr/>
        </p:nvSpPr>
        <p:spPr>
          <a:xfrm>
            <a:off x="876300" y="5305425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>
              <a:defRPr sz="18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反馈修订：</a:t>
            </a:r>
            <a:r>
              <a:rPr sz="18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将批评作为 HumanMessage 写回历史，下一轮据此修改代码。</a:t>
            </a:r>
            <a:endParaRPr sz="18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review-scope"/>
          <p:cNvSpPr>
            <a:spLocks noGrp="1"/>
          </p:cNvSpPr>
          <p:nvPr/>
        </p:nvSpPr>
        <p:spPr>
          <a:xfrm>
            <a:off x="876300" y="59340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>
              <a:defRPr sz="1425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审查关注：逻辑错误、文档说明、边界情况与任务要求。</a:t>
            </a:r>
            <a:endParaRPr sz="1425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53496" y="323380"/>
            <a:ext cx="838591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n w="3175">
                  <a:noFill/>
                </a:ln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LangChain </a:t>
            </a:r>
            <a:r>
              <a:rPr lang="zh-CN" altLang="en-US" sz="2800" b="1" dirty="0">
                <a:ln w="3175">
                  <a:noFill/>
                </a:ln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历史与停止</a:t>
            </a:r>
            <a:r>
              <a:rPr lang="zh-CN" altLang="en-US" sz="2800" b="1" dirty="0">
                <a:ln w="3175">
                  <a:noFill/>
                </a:ln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endParaRPr lang="zh-CN" altLang="en-US" sz="2800" b="1" dirty="0">
              <a:ln w="3175">
                <a:noFill/>
              </a:ln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675646" y="1238250"/>
            <a:ext cx="4476750" cy="504196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566D"/>
          </a:solidFill>
        </p:spPr>
        <p:txBody>
          <a:bodyPr wrap="square" anchor="ctr">
            <a:noAutofit/>
          </a:bodyPr>
          <a:lstStyle>
            <a:defPPr algn="ctr">
              <a:def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lvl="0" algn="ctr" defTabSz="457200">
              <a:buNone/>
              <a:def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反馈与停止条件</a:t>
            </a:r>
            <a:endParaRPr sz="2000" b="1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1"/>
          <p:cNvSpPr>
            <a:spLocks noGrp="1"/>
          </p:cNvSpPr>
          <p:nvPr/>
        </p:nvSpPr>
        <p:spPr>
          <a:xfrm>
            <a:off x="6191250" y="1238250"/>
            <a:ext cx="5286375" cy="504196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566D"/>
          </a:solidFill>
        </p:spPr>
        <p:txBody>
          <a:bodyPr wrap="square" anchor="ctr">
            <a:noAutofit/>
          </a:bodyPr>
          <a:lstStyle>
            <a:defPPr algn="ctr">
              <a:def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lvl="0" algn="ctr" defTabSz="457200">
              <a:buNone/>
              <a:def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循环控制代码（节选）</a:t>
            </a:r>
            <a:endParaRPr sz="2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label-message_history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2028825"/>
            <a:ext cx="51911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>
              <a:def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message_history</a:t>
            </a:r>
            <a:endParaRPr sz="1800" b="1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body-message_history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85800" y="2409825"/>
            <a:ext cx="519112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>
              <a:defRPr sz="1725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保留任务、每版代码与批评，</a:t>
            </a:r>
            <a:endParaRPr sz="1725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defRPr sz="1725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为下一轮修订提供上下文。</a:t>
            </a:r>
            <a:endParaRPr sz="1725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label-max_iterations =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85800" y="3190875"/>
            <a:ext cx="51911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>
              <a:def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max_iterations = 3</a:t>
            </a:r>
            <a:endParaRPr sz="1800" b="1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body-max_iterations = 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5800" y="3571875"/>
            <a:ext cx="519112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>
              <a:defRPr sz="1725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最多运行 3 轮生成或修订与审查，</a:t>
            </a:r>
            <a:endParaRPr sz="1725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defRPr sz="1725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防止无休止地循环。</a:t>
            </a:r>
            <a:endParaRPr sz="1725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label-CODE_IS_PERFECT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85800" y="4352925"/>
            <a:ext cx="51911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>
              <a:def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CODE_IS_PERFECT</a:t>
            </a:r>
            <a:endParaRPr sz="1800" b="1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body-CODE_IS_PERFECT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85800" y="4733925"/>
            <a:ext cx="519112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>
              <a:defRPr sz="1725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审查回复包含该标记时提前停止。</a:t>
            </a:r>
            <a:endParaRPr sz="1725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defRPr sz="1725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达到轮数上限时，仍输出最后一版代码。</a:t>
            </a:r>
            <a:endParaRPr sz="1725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loop-code"/>
          <p:cNvSpPr>
            <a:spLocks noGrp="1"/>
          </p:cNvSpPr>
          <p:nvPr/>
        </p:nvSpPr>
        <p:spPr>
          <a:xfrm>
            <a:off x="6315075" y="2019300"/>
            <a:ext cx="5257800" cy="3209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65" b="0">
                <a:solidFill>
                  <a:srgbClr val="224D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>
              <a:lnSpc>
                <a:spcPct val="125000"/>
              </a:lnSpc>
              <a:buNone/>
              <a:defRPr sz="1465" b="0">
                <a:solidFill>
                  <a:srgbClr val="224D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65" b="0">
                <a:solidFill>
                  <a:srgbClr val="224D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max_iterations = 3</a:t>
            </a:r>
            <a:endParaRPr sz="1465" b="0">
              <a:solidFill>
                <a:srgbClr val="224D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5000"/>
              </a:lnSpc>
              <a:buNone/>
              <a:defRPr sz="1465" b="0">
                <a:solidFill>
                  <a:srgbClr val="224D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65" b="0">
                <a:solidFill>
                  <a:srgbClr val="224D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 i in range(max_iterations):</a:t>
            </a:r>
            <a:endParaRPr sz="1465" b="0">
              <a:solidFill>
                <a:srgbClr val="224D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5000"/>
              </a:lnSpc>
              <a:buNone/>
              <a:defRPr sz="1465" b="0">
                <a:solidFill>
                  <a:srgbClr val="224D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65" b="0">
                <a:solidFill>
                  <a:srgbClr val="224D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# 生成 / 修订，写入历史（略）</a:t>
            </a:r>
            <a:endParaRPr sz="1465" b="0">
              <a:solidFill>
                <a:srgbClr val="224D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5000"/>
              </a:lnSpc>
              <a:buNone/>
              <a:defRPr sz="1465" b="0">
                <a:solidFill>
                  <a:srgbClr val="224D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65" b="0">
                <a:solidFill>
                  <a:srgbClr val="224D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# 审查原始任务与当前代码（略）</a:t>
            </a:r>
            <a:endParaRPr sz="1465" b="0">
              <a:solidFill>
                <a:srgbClr val="224D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5000"/>
              </a:lnSpc>
              <a:buNone/>
              <a:defRPr sz="1465" b="0">
                <a:solidFill>
                  <a:srgbClr val="224D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65" b="0">
                <a:solidFill>
                  <a:srgbClr val="224D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critique = llm.invoke(</a:t>
            </a:r>
            <a:endParaRPr sz="1465" b="0">
              <a:solidFill>
                <a:srgbClr val="224D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5000"/>
              </a:lnSpc>
              <a:buNone/>
              <a:defRPr sz="1465" b="0">
                <a:solidFill>
                  <a:srgbClr val="224D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65" b="0">
                <a:solidFill>
                  <a:srgbClr val="224D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reflector_prompt).content</a:t>
            </a:r>
            <a:endParaRPr sz="1465" b="0">
              <a:solidFill>
                <a:srgbClr val="224D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5000"/>
              </a:lnSpc>
              <a:buNone/>
              <a:defRPr sz="1465" b="0">
                <a:solidFill>
                  <a:srgbClr val="224D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65" b="0">
                <a:solidFill>
                  <a:srgbClr val="224D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if "CODE_IS_PERFECT" in critique:</a:t>
            </a:r>
            <a:endParaRPr sz="1465" b="0">
              <a:solidFill>
                <a:srgbClr val="224D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5000"/>
              </a:lnSpc>
              <a:buNone/>
              <a:defRPr sz="1465" b="0">
                <a:solidFill>
                  <a:srgbClr val="224D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65" b="0">
                <a:solidFill>
                  <a:srgbClr val="224D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break</a:t>
            </a:r>
            <a:endParaRPr sz="1465" b="0">
              <a:solidFill>
                <a:srgbClr val="224D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5000"/>
              </a:lnSpc>
              <a:buNone/>
              <a:defRPr sz="1465" b="0">
                <a:solidFill>
                  <a:srgbClr val="224D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65" b="0">
                <a:solidFill>
                  <a:srgbClr val="224D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message_history.append(</a:t>
            </a:r>
            <a:endParaRPr sz="1465" b="0">
              <a:solidFill>
                <a:srgbClr val="224D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5000"/>
              </a:lnSpc>
              <a:buNone/>
              <a:defRPr sz="1465" b="0">
                <a:solidFill>
                  <a:srgbClr val="224D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65" b="0">
                <a:solidFill>
                  <a:srgbClr val="224D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HumanMessage(content=critique))</a:t>
            </a:r>
            <a:endParaRPr sz="1465" b="0">
              <a:solidFill>
                <a:srgbClr val="224D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5000"/>
              </a:lnSpc>
              <a:buNone/>
              <a:defRPr sz="1465" b="0">
                <a:solidFill>
                  <a:srgbClr val="224D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65" b="0">
                <a:solidFill>
                  <a:srgbClr val="224D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print(current_code)</a:t>
            </a:r>
            <a:endParaRPr sz="1465" b="0">
              <a:solidFill>
                <a:srgbClr val="224D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snippet-disclosure"/>
          <p:cNvSpPr>
            <a:spLocks noGrp="1"/>
          </p:cNvSpPr>
          <p:nvPr/>
        </p:nvSpPr>
        <p:spPr>
          <a:xfrm>
            <a:off x="6315075" y="5314950"/>
            <a:ext cx="5257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>
              <a:defRPr sz="1275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节选省略生成步骤与批评前缀。</a:t>
            </a:r>
            <a:endParaRPr sz="1275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validation"/>
          <p:cNvSpPr>
            <a:spLocks noGrp="1"/>
          </p:cNvSpPr>
          <p:nvPr/>
        </p:nvSpPr>
        <p:spPr>
          <a:xfrm>
            <a:off x="685800" y="6029325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>
              <a:defRPr sz="1575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75" b="1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结果验证：5! = 120，0! = 1，负数抛出 ValueError。审查标记不能代替实际测试。</a:t>
            </a:r>
            <a:endParaRPr sz="1575" b="1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53496" y="323380"/>
            <a:ext cx="838591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n w="3175">
                  <a:noFill/>
                </a:ln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Google ADK </a:t>
            </a:r>
            <a:r>
              <a:rPr lang="zh-CN" altLang="en-US" sz="2800" b="1" dirty="0">
                <a:ln w="3175">
                  <a:noFill/>
                </a:ln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zh-CN" altLang="en-US" sz="2800" b="1" dirty="0">
                <a:ln w="3175">
                  <a:noFill/>
                </a:ln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详解</a:t>
            </a:r>
            <a:endParaRPr lang="zh-CN" altLang="en-US" sz="2800" b="1" dirty="0">
              <a:ln w="3175">
                <a:noFill/>
              </a:ln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1"/>
          <p:cNvSpPr>
            <a:spLocks noGrp="1"/>
          </p:cNvSpPr>
          <p:nvPr/>
        </p:nvSpPr>
        <p:spPr>
          <a:xfrm>
            <a:off x="561340" y="1086378"/>
            <a:ext cx="2921000" cy="50419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566D"/>
          </a:solidFill>
        </p:spPr>
        <p:txBody>
          <a:bodyPr wrap="square" anchor="ctr">
            <a:noAutofit/>
          </a:bodyPr>
          <a:lstStyle/>
          <a:p>
            <a:pPr lvl="0" algn="ctr" defTabSz="457200">
              <a:buNone/>
            </a:pPr>
            <a:r>
              <a:rPr lang="zh-CN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生成器</a:t>
            </a:r>
            <a:endParaRPr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文本框 3"/>
          <p:cNvSpPr>
            <a:spLocks noGrp="1"/>
          </p:cNvSpPr>
          <p:nvPr/>
        </p:nvSpPr>
        <p:spPr>
          <a:xfrm>
            <a:off x="320675" y="1746885"/>
            <a:ext cx="11275060" cy="3556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lang="zh-CN" sz="24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生成器 generator：LlmAgent 由大模型驱动，设定角色后调用模型生成结果。</a:t>
            </a:r>
            <a:endParaRPr lang="zh-CN" sz="2400" dirty="0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lang="zh-CN" sz="24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重要参数：name</a:t>
            </a:r>
            <a:r>
              <a:rPr lang="en-US" altLang="zh-CN" sz="24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智能体名称</a:t>
            </a:r>
            <a:r>
              <a:rPr lang="en-US" altLang="zh-CN" sz="24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sz="24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、description</a:t>
            </a:r>
            <a:r>
              <a:rPr lang="en-US" altLang="zh-CN" sz="24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智能体用途</a:t>
            </a:r>
            <a:r>
              <a:rPr lang="en-US" altLang="zh-CN" sz="24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sz="24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、instruction</a:t>
            </a:r>
            <a:r>
              <a:rPr lang="en-US" altLang="zh-CN" sz="24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告诉模型应该做什么</a:t>
            </a:r>
            <a:r>
              <a:rPr lang="en-US" altLang="zh-CN" sz="24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sz="24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、output_key</a:t>
            </a:r>
            <a:r>
              <a:rPr lang="en-US" altLang="zh-CN" sz="24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指定把模型输出保持到哪个状态变量</a:t>
            </a:r>
            <a:r>
              <a:rPr lang="en-US" altLang="zh-CN" sz="24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sz="24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sz="2400" dirty="0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lang="zh-CN" sz="24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output_key="draft_text" 将结果保存到会话状态，供审核者读取。</a:t>
            </a:r>
            <a:endParaRPr lang="zh-CN" sz="2400" dirty="0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Aft>
                <a:spcPts val="1600"/>
              </a:spcAft>
            </a:pPr>
            <a:endParaRPr lang="zh-CN" sz="2400" dirty="0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795" y="4554855"/>
            <a:ext cx="9500870" cy="16490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53496" y="323380"/>
            <a:ext cx="838591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n w="3175">
                  <a:noFill/>
                </a:ln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Google ADK </a:t>
            </a:r>
            <a:r>
              <a:rPr lang="zh-CN" altLang="en-US" sz="2800" b="1" dirty="0">
                <a:ln w="3175">
                  <a:noFill/>
                </a:ln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zh-CN" altLang="en-US" sz="2800" b="1" dirty="0">
                <a:ln w="3175">
                  <a:noFill/>
                </a:ln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详解</a:t>
            </a:r>
            <a:endParaRPr lang="zh-CN" altLang="en-US" sz="2800" b="1" dirty="0">
              <a:ln w="3175">
                <a:noFill/>
              </a:ln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1"/>
          <p:cNvSpPr>
            <a:spLocks noGrp="1"/>
          </p:cNvSpPr>
          <p:nvPr/>
        </p:nvSpPr>
        <p:spPr>
          <a:xfrm>
            <a:off x="675640" y="1130935"/>
            <a:ext cx="2921000" cy="50419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566D"/>
          </a:solidFill>
        </p:spPr>
        <p:txBody>
          <a:bodyPr wrap="square" anchor="ctr">
            <a:noAutofit/>
          </a:bodyPr>
          <a:lstStyle/>
          <a:p>
            <a:pPr lvl="0" algn="ctr" defTabSz="457200">
              <a:buNone/>
            </a:pPr>
            <a:r>
              <a:rPr lang="zh-CN"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审核者 reviewer</a:t>
            </a:r>
            <a:endParaRPr lang="zh-CN" sz="2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" name="文本框 3"/>
          <p:cNvSpPr>
            <a:spLocks noGrp="1"/>
          </p:cNvSpPr>
          <p:nvPr/>
        </p:nvSpPr>
        <p:spPr>
          <a:xfrm>
            <a:off x="320675" y="1746885"/>
            <a:ext cx="11275060" cy="304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lang="zh-CN" sz="20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同样是 LlmAgent，但角色和任务不同。</a:t>
            </a:r>
            <a:endParaRPr lang="zh-CN" sz="2000" dirty="0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lang="zh-CN" sz="20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instruction 较长：明确规定审核标准和输出格式。</a:t>
            </a:r>
            <a:endParaRPr lang="zh-CN" sz="2000" dirty="0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lang="zh-CN" sz="20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三步流程：读取 draft_text → 检查初稿中的事实 → 输出 status 和 reasoning</a:t>
            </a:r>
            <a:r>
              <a:rPr lang="zh-CN" altLang="en-US" sz="20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保存为一个字典</a:t>
            </a:r>
            <a:r>
              <a:rPr lang="zh-CN" sz="20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sz="2000" dirty="0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lang="zh-CN" sz="20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审核结果如 {"status": "INACCURATE", "reasoning": "部分事实缺少可靠依据"}，保存到 review_output 中。</a:t>
            </a:r>
            <a:endParaRPr lang="zh-CN" sz="2000" dirty="0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endParaRPr lang="zh-CN" sz="2000" dirty="0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9935" y="4354830"/>
            <a:ext cx="8305800" cy="2225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53496" y="323380"/>
            <a:ext cx="838591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n w="3175">
                  <a:noFill/>
                </a:ln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Google ADK </a:t>
            </a:r>
            <a:r>
              <a:rPr lang="zh-CN" altLang="en-US" sz="2800" b="1" dirty="0">
                <a:ln w="3175">
                  <a:noFill/>
                </a:ln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zh-CN" altLang="en-US" sz="2800" b="1" dirty="0">
                <a:ln w="3175">
                  <a:noFill/>
                </a:ln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详解</a:t>
            </a:r>
            <a:endParaRPr lang="zh-CN" altLang="en-US" sz="2800" b="1" dirty="0">
              <a:ln w="3175">
                <a:noFill/>
              </a:ln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1"/>
          <p:cNvSpPr>
            <a:spLocks noGrp="1"/>
          </p:cNvSpPr>
          <p:nvPr/>
        </p:nvSpPr>
        <p:spPr>
          <a:xfrm>
            <a:off x="675640" y="1130935"/>
            <a:ext cx="4064000" cy="50419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566D"/>
          </a:solidFill>
        </p:spPr>
        <p:txBody>
          <a:bodyPr wrap="square" anchor="ctr">
            <a:noAutofit/>
          </a:bodyPr>
          <a:lstStyle/>
          <a:p>
            <a:pPr lvl="0" algn="ctr" defTabSz="457200">
              <a:buNone/>
            </a:pPr>
            <a:r>
              <a:rPr lang="zh-CN"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SequentialAgent 编排</a:t>
            </a:r>
            <a:endParaRPr lang="zh-CN" sz="2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2" name="文本框 3"/>
          <p:cNvSpPr>
            <a:spLocks noGrp="1"/>
          </p:cNvSpPr>
          <p:nvPr/>
        </p:nvSpPr>
        <p:spPr>
          <a:xfrm>
            <a:off x="320675" y="2089150"/>
            <a:ext cx="5301615" cy="26797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lang="zh-CN" sz="20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sub_agents：指定由哪些子智能体组成工作流</a:t>
            </a:r>
            <a:r>
              <a:rPr lang="en-US" altLang="zh-CN" sz="20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该示例里面就是</a:t>
            </a:r>
            <a:r>
              <a:rPr lang="en-US" altLang="zh-CN" sz="20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generator</a:t>
            </a:r>
            <a:r>
              <a:rPr lang="zh-CN" altLang="en-US" sz="20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reviewer)</a:t>
            </a:r>
            <a:r>
              <a:rPr lang="zh-CN" sz="20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sz="2000" dirty="0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lang="zh-CN" sz="20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[generator, reviewer]：先运行生成器，再运行审核者。</a:t>
            </a:r>
            <a:endParaRPr lang="zh-CN" sz="2000" dirty="0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endParaRPr lang="zh-CN" sz="2000" dirty="0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320675" y="4993640"/>
            <a:ext cx="11327130" cy="13493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lang="zh-CN" sz="20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SequentialAgent 本身不负责生成文本，也不负责审核事实，主要负责编排执行顺序。</a:t>
            </a:r>
            <a:endParaRPr lang="zh-CN" sz="2000" dirty="0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lang="zh-CN" sz="20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注意：当前代码只实现了“先生成、再审核”，未实现审核不通过后自动退回重写的循环。</a:t>
            </a:r>
            <a:endParaRPr lang="zh-CN" sz="2000" dirty="0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endParaRPr lang="zh-CN" sz="2000" dirty="0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1080" y="2632710"/>
            <a:ext cx="5438775" cy="13487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53496" y="323380"/>
            <a:ext cx="838591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n w="3175">
                  <a:noFill/>
                </a:ln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Google ADK </a:t>
            </a:r>
            <a:r>
              <a:rPr lang="zh-CN" altLang="en-US" sz="2800" b="1" dirty="0">
                <a:ln w="3175">
                  <a:noFill/>
                </a:ln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zh-CN" altLang="en-US" sz="2800" b="1" dirty="0">
                <a:ln w="3175">
                  <a:noFill/>
                </a:ln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详解</a:t>
            </a:r>
            <a:endParaRPr lang="zh-CN" altLang="en-US" sz="2800" b="1" dirty="0">
              <a:ln w="3175">
                <a:noFill/>
              </a:ln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1"/>
          <p:cNvSpPr>
            <a:spLocks noGrp="1"/>
          </p:cNvSpPr>
          <p:nvPr/>
        </p:nvSpPr>
        <p:spPr>
          <a:xfrm>
            <a:off x="675640" y="1130935"/>
            <a:ext cx="2794000" cy="50419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566D"/>
          </a:solidFill>
        </p:spPr>
        <p:txBody>
          <a:bodyPr wrap="square" anchor="ctr">
            <a:noAutofit/>
          </a:bodyPr>
          <a:lstStyle/>
          <a:p>
            <a:pPr lvl="0" algn="ctr" defTabSz="457200">
              <a:buNone/>
            </a:pPr>
            <a:r>
              <a:rPr lang="zh-CN"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反思模式的不足</a:t>
            </a:r>
            <a:endParaRPr lang="zh-CN" sz="2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6" name="文本框 3"/>
          <p:cNvSpPr>
            <a:spLocks noGrp="1"/>
          </p:cNvSpPr>
          <p:nvPr/>
        </p:nvSpPr>
        <p:spPr>
          <a:xfrm>
            <a:off x="320675" y="1919605"/>
            <a:ext cx="11275060" cy="3144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lang="zh-CN" sz="24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每一轮迭代都需要额外调用大语言模型，增加时间延迟和使用成本。</a:t>
            </a:r>
            <a:endParaRPr lang="zh-CN" sz="2400" dirty="0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lang="zh-CN" sz="24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不太适合对实时性要求较高的场景。</a:t>
            </a:r>
            <a:endParaRPr lang="zh-CN" sz="2400" dirty="0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lang="zh-CN" sz="24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随着迭代次数增加，历史信息不断累积，增加上下文长度和内存开销。</a:t>
            </a:r>
            <a:endParaRPr lang="zh-CN" sz="2400" dirty="0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r>
              <a:rPr lang="zh-CN" sz="2400" dirty="0">
                <a:solidFill>
                  <a:srgbClr val="0056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实际应用中需根据质量、成本和响应速度的要求，合理控制反思的迭代次数。</a:t>
            </a:r>
            <a:endParaRPr lang="zh-CN" sz="2400" dirty="0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Aft>
                <a:spcPts val="1600"/>
              </a:spcAft>
              <a:buFont typeface="Wingdings" panose="05000000000000000000"/>
              <a:buChar char="Ø"/>
            </a:pPr>
            <a:endParaRPr lang="zh-CN" sz="2400" dirty="0">
              <a:solidFill>
                <a:srgbClr val="0056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6"/>
          <p:cNvSpPr/>
          <p:nvPr/>
        </p:nvSpPr>
        <p:spPr>
          <a:xfrm>
            <a:off x="5067298" y="797606"/>
            <a:ext cx="7105652" cy="5730825"/>
          </a:xfrm>
          <a:custGeom>
            <a:avLst/>
            <a:gdLst>
              <a:gd name="connsiteX0" fmla="*/ 0 w 4955203"/>
              <a:gd name="connsiteY0" fmla="*/ 0 h 4128612"/>
              <a:gd name="connsiteX1" fmla="*/ 4955203 w 4955203"/>
              <a:gd name="connsiteY1" fmla="*/ 0 h 4128612"/>
              <a:gd name="connsiteX2" fmla="*/ 4955203 w 4955203"/>
              <a:gd name="connsiteY2" fmla="*/ 4128612 h 4128612"/>
              <a:gd name="connsiteX3" fmla="*/ 0 w 4955203"/>
              <a:gd name="connsiteY3" fmla="*/ 4128612 h 4128612"/>
              <a:gd name="connsiteX4" fmla="*/ 0 w 4955203"/>
              <a:gd name="connsiteY4" fmla="*/ 0 h 4128612"/>
              <a:gd name="connsiteX0-1" fmla="*/ 1543050 w 4955203"/>
              <a:gd name="connsiteY0-2" fmla="*/ 1352550 h 4128612"/>
              <a:gd name="connsiteX1-3" fmla="*/ 4955203 w 4955203"/>
              <a:gd name="connsiteY1-4" fmla="*/ 0 h 4128612"/>
              <a:gd name="connsiteX2-5" fmla="*/ 4955203 w 4955203"/>
              <a:gd name="connsiteY2-6" fmla="*/ 4128612 h 4128612"/>
              <a:gd name="connsiteX3-7" fmla="*/ 0 w 4955203"/>
              <a:gd name="connsiteY3-8" fmla="*/ 4128612 h 4128612"/>
              <a:gd name="connsiteX4-9" fmla="*/ 1543050 w 4955203"/>
              <a:gd name="connsiteY4-10" fmla="*/ 1352550 h 4128612"/>
              <a:gd name="connsiteX0-11" fmla="*/ 1543050 w 4955203"/>
              <a:gd name="connsiteY0-12" fmla="*/ 1352550 h 4128612"/>
              <a:gd name="connsiteX1-13" fmla="*/ 1534945 w 4955203"/>
              <a:gd name="connsiteY1-14" fmla="*/ 459227 h 4128612"/>
              <a:gd name="connsiteX2-15" fmla="*/ 4955203 w 4955203"/>
              <a:gd name="connsiteY2-16" fmla="*/ 0 h 4128612"/>
              <a:gd name="connsiteX3-17" fmla="*/ 4955203 w 4955203"/>
              <a:gd name="connsiteY3-18" fmla="*/ 4128612 h 4128612"/>
              <a:gd name="connsiteX4-19" fmla="*/ 0 w 4955203"/>
              <a:gd name="connsiteY4-20" fmla="*/ 4128612 h 4128612"/>
              <a:gd name="connsiteX5" fmla="*/ 1543050 w 4955203"/>
              <a:gd name="connsiteY5" fmla="*/ 1352550 h 4128612"/>
              <a:gd name="connsiteX0-21" fmla="*/ 1543050 w 4955203"/>
              <a:gd name="connsiteY0-22" fmla="*/ 1352550 h 4128612"/>
              <a:gd name="connsiteX1-23" fmla="*/ 1534945 w 4955203"/>
              <a:gd name="connsiteY1-24" fmla="*/ 459227 h 4128612"/>
              <a:gd name="connsiteX2-25" fmla="*/ 4955203 w 4955203"/>
              <a:gd name="connsiteY2-26" fmla="*/ 0 h 4128612"/>
              <a:gd name="connsiteX3-27" fmla="*/ 4955203 w 4955203"/>
              <a:gd name="connsiteY3-28" fmla="*/ 4128612 h 4128612"/>
              <a:gd name="connsiteX4-29" fmla="*/ 0 w 4955203"/>
              <a:gd name="connsiteY4-30" fmla="*/ 4128612 h 4128612"/>
              <a:gd name="connsiteX5-31" fmla="*/ 577836 w 4955203"/>
              <a:gd name="connsiteY5-32" fmla="*/ 2021567 h 4128612"/>
              <a:gd name="connsiteX6" fmla="*/ 1543050 w 4955203"/>
              <a:gd name="connsiteY6" fmla="*/ 1352550 h 4128612"/>
              <a:gd name="connsiteX0-33" fmla="*/ 1543050 w 4955203"/>
              <a:gd name="connsiteY0-34" fmla="*/ 1352550 h 4128612"/>
              <a:gd name="connsiteX1-35" fmla="*/ 1380118 w 4955203"/>
              <a:gd name="connsiteY1-36" fmla="*/ 36973 h 4128612"/>
              <a:gd name="connsiteX2-37" fmla="*/ 4955203 w 4955203"/>
              <a:gd name="connsiteY2-38" fmla="*/ 0 h 4128612"/>
              <a:gd name="connsiteX3-39" fmla="*/ 4955203 w 4955203"/>
              <a:gd name="connsiteY3-40" fmla="*/ 4128612 h 4128612"/>
              <a:gd name="connsiteX4-41" fmla="*/ 0 w 4955203"/>
              <a:gd name="connsiteY4-42" fmla="*/ 4128612 h 4128612"/>
              <a:gd name="connsiteX5-43" fmla="*/ 577836 w 4955203"/>
              <a:gd name="connsiteY5-44" fmla="*/ 2021567 h 4128612"/>
              <a:gd name="connsiteX6-45" fmla="*/ 1543050 w 4955203"/>
              <a:gd name="connsiteY6-46" fmla="*/ 1352550 h 4128612"/>
              <a:gd name="connsiteX0-47" fmla="*/ 1289698 w 4701851"/>
              <a:gd name="connsiteY0-48" fmla="*/ 1352550 h 4128612"/>
              <a:gd name="connsiteX1-49" fmla="*/ 1126766 w 4701851"/>
              <a:gd name="connsiteY1-50" fmla="*/ 36973 h 4128612"/>
              <a:gd name="connsiteX2-51" fmla="*/ 4701851 w 4701851"/>
              <a:gd name="connsiteY2-52" fmla="*/ 0 h 4128612"/>
              <a:gd name="connsiteX3-53" fmla="*/ 4701851 w 4701851"/>
              <a:gd name="connsiteY3-54" fmla="*/ 4128612 h 4128612"/>
              <a:gd name="connsiteX4-55" fmla="*/ 0 w 4701851"/>
              <a:gd name="connsiteY4-56" fmla="*/ 4058236 h 4128612"/>
              <a:gd name="connsiteX5-57" fmla="*/ 324484 w 4701851"/>
              <a:gd name="connsiteY5-58" fmla="*/ 2021567 h 4128612"/>
              <a:gd name="connsiteX6-59" fmla="*/ 1289698 w 4701851"/>
              <a:gd name="connsiteY6-60" fmla="*/ 1352550 h 4128612"/>
              <a:gd name="connsiteX0-61" fmla="*/ 987431 w 4399584"/>
              <a:gd name="connsiteY0-62" fmla="*/ 1352550 h 4128612"/>
              <a:gd name="connsiteX1-63" fmla="*/ 824499 w 4399584"/>
              <a:gd name="connsiteY1-64" fmla="*/ 36973 h 4128612"/>
              <a:gd name="connsiteX2-65" fmla="*/ 4399584 w 4399584"/>
              <a:gd name="connsiteY2-66" fmla="*/ 0 h 4128612"/>
              <a:gd name="connsiteX3-67" fmla="*/ 4399584 w 4399584"/>
              <a:gd name="connsiteY3-68" fmla="*/ 4128612 h 4128612"/>
              <a:gd name="connsiteX4-69" fmla="*/ 2442384 w 4399584"/>
              <a:gd name="connsiteY4-70" fmla="*/ 4086387 h 4128612"/>
              <a:gd name="connsiteX5-71" fmla="*/ 22217 w 4399584"/>
              <a:gd name="connsiteY5-72" fmla="*/ 2021567 h 4128612"/>
              <a:gd name="connsiteX6-73" fmla="*/ 987431 w 4399584"/>
              <a:gd name="connsiteY6-74" fmla="*/ 1352550 h 4128612"/>
              <a:gd name="connsiteX0-75" fmla="*/ 1289829 w 4701982"/>
              <a:gd name="connsiteY0-76" fmla="*/ 1352550 h 4128612"/>
              <a:gd name="connsiteX1-77" fmla="*/ 886 w 4701982"/>
              <a:gd name="connsiteY1-78" fmla="*/ 684429 h 4128612"/>
              <a:gd name="connsiteX2-79" fmla="*/ 1126897 w 4701982"/>
              <a:gd name="connsiteY2-80" fmla="*/ 36973 h 4128612"/>
              <a:gd name="connsiteX3-81" fmla="*/ 4701982 w 4701982"/>
              <a:gd name="connsiteY3-82" fmla="*/ 0 h 4128612"/>
              <a:gd name="connsiteX4-83" fmla="*/ 4701982 w 4701982"/>
              <a:gd name="connsiteY4-84" fmla="*/ 4128612 h 4128612"/>
              <a:gd name="connsiteX5-85" fmla="*/ 2744782 w 4701982"/>
              <a:gd name="connsiteY5-86" fmla="*/ 4086387 h 4128612"/>
              <a:gd name="connsiteX6-87" fmla="*/ 324615 w 4701982"/>
              <a:gd name="connsiteY6-88" fmla="*/ 2021567 h 4128612"/>
              <a:gd name="connsiteX7" fmla="*/ 1289829 w 4701982"/>
              <a:gd name="connsiteY7" fmla="*/ 1352550 h 4128612"/>
              <a:gd name="connsiteX0-89" fmla="*/ 0 w 4777441"/>
              <a:gd name="connsiteY0-90" fmla="*/ 1352550 h 4128612"/>
              <a:gd name="connsiteX1-91" fmla="*/ 76345 w 4777441"/>
              <a:gd name="connsiteY1-92" fmla="*/ 684429 h 4128612"/>
              <a:gd name="connsiteX2-93" fmla="*/ 1202356 w 4777441"/>
              <a:gd name="connsiteY2-94" fmla="*/ 36973 h 4128612"/>
              <a:gd name="connsiteX3-95" fmla="*/ 4777441 w 4777441"/>
              <a:gd name="connsiteY3-96" fmla="*/ 0 h 4128612"/>
              <a:gd name="connsiteX4-97" fmla="*/ 4777441 w 4777441"/>
              <a:gd name="connsiteY4-98" fmla="*/ 4128612 h 4128612"/>
              <a:gd name="connsiteX5-99" fmla="*/ 2820241 w 4777441"/>
              <a:gd name="connsiteY5-100" fmla="*/ 4086387 h 4128612"/>
              <a:gd name="connsiteX6-101" fmla="*/ 400074 w 4777441"/>
              <a:gd name="connsiteY6-102" fmla="*/ 2021567 h 4128612"/>
              <a:gd name="connsiteX7-103" fmla="*/ 0 w 4777441"/>
              <a:gd name="connsiteY7-104" fmla="*/ 1352550 h 4128612"/>
              <a:gd name="connsiteX0-105" fmla="*/ 40216 w 4817657"/>
              <a:gd name="connsiteY0-106" fmla="*/ 1352550 h 4128612"/>
              <a:gd name="connsiteX1-107" fmla="*/ 116561 w 4817657"/>
              <a:gd name="connsiteY1-108" fmla="*/ 684429 h 4128612"/>
              <a:gd name="connsiteX2-109" fmla="*/ 1242572 w 4817657"/>
              <a:gd name="connsiteY2-110" fmla="*/ 36973 h 4128612"/>
              <a:gd name="connsiteX3-111" fmla="*/ 4817657 w 4817657"/>
              <a:gd name="connsiteY3-112" fmla="*/ 0 h 4128612"/>
              <a:gd name="connsiteX4-113" fmla="*/ 4817657 w 4817657"/>
              <a:gd name="connsiteY4-114" fmla="*/ 4128612 h 4128612"/>
              <a:gd name="connsiteX5-115" fmla="*/ 2860457 w 4817657"/>
              <a:gd name="connsiteY5-116" fmla="*/ 4086387 h 4128612"/>
              <a:gd name="connsiteX6-117" fmla="*/ 440290 w 4817657"/>
              <a:gd name="connsiteY6-118" fmla="*/ 2021567 h 4128612"/>
              <a:gd name="connsiteX7-119" fmla="*/ 40216 w 4817657"/>
              <a:gd name="connsiteY7-120" fmla="*/ 1352550 h 4128612"/>
              <a:gd name="connsiteX0-121" fmla="*/ 247967 w 5025408"/>
              <a:gd name="connsiteY0-122" fmla="*/ 1352550 h 4128612"/>
              <a:gd name="connsiteX1-123" fmla="*/ 584 w 5025408"/>
              <a:gd name="connsiteY1-124" fmla="*/ 135499 h 4128612"/>
              <a:gd name="connsiteX2-125" fmla="*/ 1450323 w 5025408"/>
              <a:gd name="connsiteY2-126" fmla="*/ 36973 h 4128612"/>
              <a:gd name="connsiteX3-127" fmla="*/ 5025408 w 5025408"/>
              <a:gd name="connsiteY3-128" fmla="*/ 0 h 4128612"/>
              <a:gd name="connsiteX4-129" fmla="*/ 5025408 w 5025408"/>
              <a:gd name="connsiteY4-130" fmla="*/ 4128612 h 4128612"/>
              <a:gd name="connsiteX5-131" fmla="*/ 3068208 w 5025408"/>
              <a:gd name="connsiteY5-132" fmla="*/ 4086387 h 4128612"/>
              <a:gd name="connsiteX6-133" fmla="*/ 648041 w 5025408"/>
              <a:gd name="connsiteY6-134" fmla="*/ 2021567 h 4128612"/>
              <a:gd name="connsiteX7-135" fmla="*/ 247967 w 5025408"/>
              <a:gd name="connsiteY7-136" fmla="*/ 1352550 h 4128612"/>
              <a:gd name="connsiteX0-137" fmla="*/ 247383 w 5024824"/>
              <a:gd name="connsiteY0-138" fmla="*/ 1361641 h 4137703"/>
              <a:gd name="connsiteX1-139" fmla="*/ 0 w 5024824"/>
              <a:gd name="connsiteY1-140" fmla="*/ 144590 h 4137703"/>
              <a:gd name="connsiteX2-141" fmla="*/ 928960 w 5024824"/>
              <a:gd name="connsiteY2-142" fmla="*/ 3838 h 4137703"/>
              <a:gd name="connsiteX3-143" fmla="*/ 1449739 w 5024824"/>
              <a:gd name="connsiteY3-144" fmla="*/ 46064 h 4137703"/>
              <a:gd name="connsiteX4-145" fmla="*/ 5024824 w 5024824"/>
              <a:gd name="connsiteY4-146" fmla="*/ 9091 h 4137703"/>
              <a:gd name="connsiteX5-147" fmla="*/ 5024824 w 5024824"/>
              <a:gd name="connsiteY5-148" fmla="*/ 4137703 h 4137703"/>
              <a:gd name="connsiteX6-149" fmla="*/ 3067624 w 5024824"/>
              <a:gd name="connsiteY6-150" fmla="*/ 4095478 h 4137703"/>
              <a:gd name="connsiteX7-151" fmla="*/ 647457 w 5024824"/>
              <a:gd name="connsiteY7-152" fmla="*/ 2030658 h 4137703"/>
              <a:gd name="connsiteX8" fmla="*/ 247383 w 5024824"/>
              <a:gd name="connsiteY8" fmla="*/ 1361641 h 4137703"/>
              <a:gd name="connsiteX0-153" fmla="*/ 247383 w 5024824"/>
              <a:gd name="connsiteY0-154" fmla="*/ 1361641 h 4137703"/>
              <a:gd name="connsiteX1-155" fmla="*/ 0 w 5024824"/>
              <a:gd name="connsiteY1-156" fmla="*/ 144590 h 4137703"/>
              <a:gd name="connsiteX2-157" fmla="*/ 928960 w 5024824"/>
              <a:gd name="connsiteY2-158" fmla="*/ 3838 h 4137703"/>
              <a:gd name="connsiteX3-159" fmla="*/ 1449739 w 5024824"/>
              <a:gd name="connsiteY3-160" fmla="*/ 46064 h 4137703"/>
              <a:gd name="connsiteX4-161" fmla="*/ 5024824 w 5024824"/>
              <a:gd name="connsiteY4-162" fmla="*/ 9091 h 4137703"/>
              <a:gd name="connsiteX5-163" fmla="*/ 5024824 w 5024824"/>
              <a:gd name="connsiteY5-164" fmla="*/ 4137703 h 4137703"/>
              <a:gd name="connsiteX6-165" fmla="*/ 3067624 w 5024824"/>
              <a:gd name="connsiteY6-166" fmla="*/ 4095478 h 4137703"/>
              <a:gd name="connsiteX7-167" fmla="*/ 1069711 w 5024824"/>
              <a:gd name="connsiteY7-168" fmla="*/ 2213635 h 4137703"/>
              <a:gd name="connsiteX8-169" fmla="*/ 247383 w 5024824"/>
              <a:gd name="connsiteY8-170" fmla="*/ 1361641 h 4137703"/>
              <a:gd name="connsiteX0-171" fmla="*/ 247383 w 5024824"/>
              <a:gd name="connsiteY0-172" fmla="*/ 1361641 h 4137703"/>
              <a:gd name="connsiteX1-173" fmla="*/ 0 w 5024824"/>
              <a:gd name="connsiteY1-174" fmla="*/ 144590 h 4137703"/>
              <a:gd name="connsiteX2-175" fmla="*/ 928960 w 5024824"/>
              <a:gd name="connsiteY2-176" fmla="*/ 3838 h 4137703"/>
              <a:gd name="connsiteX3-177" fmla="*/ 1449739 w 5024824"/>
              <a:gd name="connsiteY3-178" fmla="*/ 46064 h 4137703"/>
              <a:gd name="connsiteX4-179" fmla="*/ 5024824 w 5024824"/>
              <a:gd name="connsiteY4-180" fmla="*/ 9091 h 4137703"/>
              <a:gd name="connsiteX5-181" fmla="*/ 5024824 w 5024824"/>
              <a:gd name="connsiteY5-182" fmla="*/ 4137703 h 4137703"/>
              <a:gd name="connsiteX6-183" fmla="*/ 3067624 w 5024824"/>
              <a:gd name="connsiteY6-184" fmla="*/ 4095478 h 4137703"/>
              <a:gd name="connsiteX7-185" fmla="*/ 2378699 w 5024824"/>
              <a:gd name="connsiteY7-186" fmla="*/ 3733750 h 4137703"/>
              <a:gd name="connsiteX8-187" fmla="*/ 1069711 w 5024824"/>
              <a:gd name="connsiteY8-188" fmla="*/ 2213635 h 4137703"/>
              <a:gd name="connsiteX9" fmla="*/ 247383 w 5024824"/>
              <a:gd name="connsiteY9" fmla="*/ 1361641 h 4137703"/>
              <a:gd name="connsiteX0-189" fmla="*/ 1007440 w 5024824"/>
              <a:gd name="connsiteY0-190" fmla="*/ 1178664 h 4137703"/>
              <a:gd name="connsiteX1-191" fmla="*/ 0 w 5024824"/>
              <a:gd name="connsiteY1-192" fmla="*/ 144590 h 4137703"/>
              <a:gd name="connsiteX2-193" fmla="*/ 928960 w 5024824"/>
              <a:gd name="connsiteY2-194" fmla="*/ 3838 h 4137703"/>
              <a:gd name="connsiteX3-195" fmla="*/ 1449739 w 5024824"/>
              <a:gd name="connsiteY3-196" fmla="*/ 46064 h 4137703"/>
              <a:gd name="connsiteX4-197" fmla="*/ 5024824 w 5024824"/>
              <a:gd name="connsiteY4-198" fmla="*/ 9091 h 4137703"/>
              <a:gd name="connsiteX5-199" fmla="*/ 5024824 w 5024824"/>
              <a:gd name="connsiteY5-200" fmla="*/ 4137703 h 4137703"/>
              <a:gd name="connsiteX6-201" fmla="*/ 3067624 w 5024824"/>
              <a:gd name="connsiteY6-202" fmla="*/ 4095478 h 4137703"/>
              <a:gd name="connsiteX7-203" fmla="*/ 2378699 w 5024824"/>
              <a:gd name="connsiteY7-204" fmla="*/ 3733750 h 4137703"/>
              <a:gd name="connsiteX8-205" fmla="*/ 1069711 w 5024824"/>
              <a:gd name="connsiteY8-206" fmla="*/ 2213635 h 4137703"/>
              <a:gd name="connsiteX9-207" fmla="*/ 1007440 w 5024824"/>
              <a:gd name="connsiteY9-208" fmla="*/ 1178664 h 4137703"/>
              <a:gd name="connsiteX0-209" fmla="*/ 1007440 w 5024824"/>
              <a:gd name="connsiteY0-210" fmla="*/ 1178664 h 4137703"/>
              <a:gd name="connsiteX1-211" fmla="*/ 0 w 5024824"/>
              <a:gd name="connsiteY1-212" fmla="*/ 144590 h 4137703"/>
              <a:gd name="connsiteX2-213" fmla="*/ 928960 w 5024824"/>
              <a:gd name="connsiteY2-214" fmla="*/ 3838 h 4137703"/>
              <a:gd name="connsiteX3-215" fmla="*/ 1449739 w 5024824"/>
              <a:gd name="connsiteY3-216" fmla="*/ 46064 h 4137703"/>
              <a:gd name="connsiteX4-217" fmla="*/ 5024824 w 5024824"/>
              <a:gd name="connsiteY4-218" fmla="*/ 9091 h 4137703"/>
              <a:gd name="connsiteX5-219" fmla="*/ 5024824 w 5024824"/>
              <a:gd name="connsiteY5-220" fmla="*/ 4137703 h 4137703"/>
              <a:gd name="connsiteX6-221" fmla="*/ 3067624 w 5024824"/>
              <a:gd name="connsiteY6-222" fmla="*/ 4095478 h 4137703"/>
              <a:gd name="connsiteX7-223" fmla="*/ 2378699 w 5024824"/>
              <a:gd name="connsiteY7-224" fmla="*/ 3733750 h 4137703"/>
              <a:gd name="connsiteX8-225" fmla="*/ 1548265 w 5024824"/>
              <a:gd name="connsiteY8-226" fmla="*/ 2072883 h 4137703"/>
              <a:gd name="connsiteX9-227" fmla="*/ 1007440 w 5024824"/>
              <a:gd name="connsiteY9-228" fmla="*/ 1178664 h 4137703"/>
              <a:gd name="connsiteX0-229" fmla="*/ 1007440 w 5024824"/>
              <a:gd name="connsiteY0-230" fmla="*/ 1178664 h 4137703"/>
              <a:gd name="connsiteX1-231" fmla="*/ 0 w 5024824"/>
              <a:gd name="connsiteY1-232" fmla="*/ 144590 h 4137703"/>
              <a:gd name="connsiteX2-233" fmla="*/ 928960 w 5024824"/>
              <a:gd name="connsiteY2-234" fmla="*/ 3838 h 4137703"/>
              <a:gd name="connsiteX3-235" fmla="*/ 1449739 w 5024824"/>
              <a:gd name="connsiteY3-236" fmla="*/ 46064 h 4137703"/>
              <a:gd name="connsiteX4-237" fmla="*/ 5024824 w 5024824"/>
              <a:gd name="connsiteY4-238" fmla="*/ 9091 h 4137703"/>
              <a:gd name="connsiteX5-239" fmla="*/ 5024824 w 5024824"/>
              <a:gd name="connsiteY5-240" fmla="*/ 4137703 h 4137703"/>
              <a:gd name="connsiteX6-241" fmla="*/ 3067624 w 5024824"/>
              <a:gd name="connsiteY6-242" fmla="*/ 4095478 h 4137703"/>
              <a:gd name="connsiteX7-243" fmla="*/ 2702427 w 5024824"/>
              <a:gd name="connsiteY7-244" fmla="*/ 3649299 h 4137703"/>
              <a:gd name="connsiteX8-245" fmla="*/ 1548265 w 5024824"/>
              <a:gd name="connsiteY8-246" fmla="*/ 2072883 h 4137703"/>
              <a:gd name="connsiteX9-247" fmla="*/ 1007440 w 5024824"/>
              <a:gd name="connsiteY9-248" fmla="*/ 1178664 h 4137703"/>
              <a:gd name="connsiteX0-249" fmla="*/ 1007440 w 5024824"/>
              <a:gd name="connsiteY0-250" fmla="*/ 1178664 h 4179929"/>
              <a:gd name="connsiteX1-251" fmla="*/ 0 w 5024824"/>
              <a:gd name="connsiteY1-252" fmla="*/ 144590 h 4179929"/>
              <a:gd name="connsiteX2-253" fmla="*/ 928960 w 5024824"/>
              <a:gd name="connsiteY2-254" fmla="*/ 3838 h 4179929"/>
              <a:gd name="connsiteX3-255" fmla="*/ 1449739 w 5024824"/>
              <a:gd name="connsiteY3-256" fmla="*/ 46064 h 4179929"/>
              <a:gd name="connsiteX4-257" fmla="*/ 5024824 w 5024824"/>
              <a:gd name="connsiteY4-258" fmla="*/ 9091 h 4179929"/>
              <a:gd name="connsiteX5-259" fmla="*/ 5024824 w 5024824"/>
              <a:gd name="connsiteY5-260" fmla="*/ 4137703 h 4179929"/>
              <a:gd name="connsiteX6-261" fmla="*/ 2926873 w 5024824"/>
              <a:gd name="connsiteY6-262" fmla="*/ 4179929 h 4179929"/>
              <a:gd name="connsiteX7-263" fmla="*/ 2702427 w 5024824"/>
              <a:gd name="connsiteY7-264" fmla="*/ 3649299 h 4179929"/>
              <a:gd name="connsiteX8-265" fmla="*/ 1548265 w 5024824"/>
              <a:gd name="connsiteY8-266" fmla="*/ 2072883 h 4179929"/>
              <a:gd name="connsiteX9-267" fmla="*/ 1007440 w 5024824"/>
              <a:gd name="connsiteY9-268" fmla="*/ 1178664 h 4179929"/>
              <a:gd name="connsiteX0-269" fmla="*/ 1232642 w 5250026"/>
              <a:gd name="connsiteY0-270" fmla="*/ 1198501 h 4199766"/>
              <a:gd name="connsiteX1-271" fmla="*/ 0 w 5250026"/>
              <a:gd name="connsiteY1-272" fmla="*/ 122201 h 4199766"/>
              <a:gd name="connsiteX2-273" fmla="*/ 1154162 w 5250026"/>
              <a:gd name="connsiteY2-274" fmla="*/ 23675 h 4199766"/>
              <a:gd name="connsiteX3-275" fmla="*/ 1674941 w 5250026"/>
              <a:gd name="connsiteY3-276" fmla="*/ 65901 h 4199766"/>
              <a:gd name="connsiteX4-277" fmla="*/ 5250026 w 5250026"/>
              <a:gd name="connsiteY4-278" fmla="*/ 28928 h 4199766"/>
              <a:gd name="connsiteX5-279" fmla="*/ 5250026 w 5250026"/>
              <a:gd name="connsiteY5-280" fmla="*/ 4157540 h 4199766"/>
              <a:gd name="connsiteX6-281" fmla="*/ 3152075 w 5250026"/>
              <a:gd name="connsiteY6-282" fmla="*/ 4199766 h 4199766"/>
              <a:gd name="connsiteX7-283" fmla="*/ 2927629 w 5250026"/>
              <a:gd name="connsiteY7-284" fmla="*/ 3669136 h 4199766"/>
              <a:gd name="connsiteX8-285" fmla="*/ 1773467 w 5250026"/>
              <a:gd name="connsiteY8-286" fmla="*/ 2092720 h 4199766"/>
              <a:gd name="connsiteX9-287" fmla="*/ 1232642 w 5250026"/>
              <a:gd name="connsiteY9-288" fmla="*/ 1198501 h 4199766"/>
              <a:gd name="connsiteX0-289" fmla="*/ 1035590 w 5250026"/>
              <a:gd name="connsiteY0-290" fmla="*/ 1367403 h 4199766"/>
              <a:gd name="connsiteX1-291" fmla="*/ 0 w 5250026"/>
              <a:gd name="connsiteY1-292" fmla="*/ 122201 h 4199766"/>
              <a:gd name="connsiteX2-293" fmla="*/ 1154162 w 5250026"/>
              <a:gd name="connsiteY2-294" fmla="*/ 23675 h 4199766"/>
              <a:gd name="connsiteX3-295" fmla="*/ 1674941 w 5250026"/>
              <a:gd name="connsiteY3-296" fmla="*/ 65901 h 4199766"/>
              <a:gd name="connsiteX4-297" fmla="*/ 5250026 w 5250026"/>
              <a:gd name="connsiteY4-298" fmla="*/ 28928 h 4199766"/>
              <a:gd name="connsiteX5-299" fmla="*/ 5250026 w 5250026"/>
              <a:gd name="connsiteY5-300" fmla="*/ 4157540 h 4199766"/>
              <a:gd name="connsiteX6-301" fmla="*/ 3152075 w 5250026"/>
              <a:gd name="connsiteY6-302" fmla="*/ 4199766 h 4199766"/>
              <a:gd name="connsiteX7-303" fmla="*/ 2927629 w 5250026"/>
              <a:gd name="connsiteY7-304" fmla="*/ 3669136 h 4199766"/>
              <a:gd name="connsiteX8-305" fmla="*/ 1773467 w 5250026"/>
              <a:gd name="connsiteY8-306" fmla="*/ 2092720 h 4199766"/>
              <a:gd name="connsiteX9-307" fmla="*/ 1035590 w 5250026"/>
              <a:gd name="connsiteY9-308" fmla="*/ 1367403 h 4199766"/>
              <a:gd name="connsiteX0-309" fmla="*/ 1035590 w 5250026"/>
              <a:gd name="connsiteY0-310" fmla="*/ 1367403 h 4199766"/>
              <a:gd name="connsiteX1-311" fmla="*/ 0 w 5250026"/>
              <a:gd name="connsiteY1-312" fmla="*/ 122201 h 4199766"/>
              <a:gd name="connsiteX2-313" fmla="*/ 1154162 w 5250026"/>
              <a:gd name="connsiteY2-314" fmla="*/ 23675 h 4199766"/>
              <a:gd name="connsiteX3-315" fmla="*/ 1674941 w 5250026"/>
              <a:gd name="connsiteY3-316" fmla="*/ 65901 h 4199766"/>
              <a:gd name="connsiteX4-317" fmla="*/ 5250026 w 5250026"/>
              <a:gd name="connsiteY4-318" fmla="*/ 28928 h 4199766"/>
              <a:gd name="connsiteX5-319" fmla="*/ 5250026 w 5250026"/>
              <a:gd name="connsiteY5-320" fmla="*/ 4157540 h 4199766"/>
              <a:gd name="connsiteX6-321" fmla="*/ 3152075 w 5250026"/>
              <a:gd name="connsiteY6-322" fmla="*/ 4199766 h 4199766"/>
              <a:gd name="connsiteX7-323" fmla="*/ 2167572 w 5250026"/>
              <a:gd name="connsiteY7-324" fmla="*/ 3683211 h 4199766"/>
              <a:gd name="connsiteX8-325" fmla="*/ 1773467 w 5250026"/>
              <a:gd name="connsiteY8-326" fmla="*/ 2092720 h 4199766"/>
              <a:gd name="connsiteX9-327" fmla="*/ 1035590 w 5250026"/>
              <a:gd name="connsiteY9-328" fmla="*/ 1367403 h 4199766"/>
              <a:gd name="connsiteX0-329" fmla="*/ 1035590 w 5250026"/>
              <a:gd name="connsiteY0-330" fmla="*/ 1367403 h 4199766"/>
              <a:gd name="connsiteX1-331" fmla="*/ 0 w 5250026"/>
              <a:gd name="connsiteY1-332" fmla="*/ 122201 h 4199766"/>
              <a:gd name="connsiteX2-333" fmla="*/ 1154162 w 5250026"/>
              <a:gd name="connsiteY2-334" fmla="*/ 23675 h 4199766"/>
              <a:gd name="connsiteX3-335" fmla="*/ 1674941 w 5250026"/>
              <a:gd name="connsiteY3-336" fmla="*/ 65901 h 4199766"/>
              <a:gd name="connsiteX4-337" fmla="*/ 5250026 w 5250026"/>
              <a:gd name="connsiteY4-338" fmla="*/ 28928 h 4199766"/>
              <a:gd name="connsiteX5-339" fmla="*/ 5250026 w 5250026"/>
              <a:gd name="connsiteY5-340" fmla="*/ 4157540 h 4199766"/>
              <a:gd name="connsiteX6-341" fmla="*/ 3152075 w 5250026"/>
              <a:gd name="connsiteY6-342" fmla="*/ 4199766 h 4199766"/>
              <a:gd name="connsiteX7-343" fmla="*/ 3392108 w 5250026"/>
              <a:gd name="connsiteY7-344" fmla="*/ 3626911 h 4199766"/>
              <a:gd name="connsiteX8-345" fmla="*/ 1773467 w 5250026"/>
              <a:gd name="connsiteY8-346" fmla="*/ 2092720 h 4199766"/>
              <a:gd name="connsiteX9-347" fmla="*/ 1035590 w 5250026"/>
              <a:gd name="connsiteY9-348" fmla="*/ 1367403 h 4199766"/>
              <a:gd name="connsiteX0-349" fmla="*/ 1035590 w 5250026"/>
              <a:gd name="connsiteY0-350" fmla="*/ 1367403 h 4157540"/>
              <a:gd name="connsiteX1-351" fmla="*/ 0 w 5250026"/>
              <a:gd name="connsiteY1-352" fmla="*/ 122201 h 4157540"/>
              <a:gd name="connsiteX2-353" fmla="*/ 1154162 w 5250026"/>
              <a:gd name="connsiteY2-354" fmla="*/ 23675 h 4157540"/>
              <a:gd name="connsiteX3-355" fmla="*/ 1674941 w 5250026"/>
              <a:gd name="connsiteY3-356" fmla="*/ 65901 h 4157540"/>
              <a:gd name="connsiteX4-357" fmla="*/ 5250026 w 5250026"/>
              <a:gd name="connsiteY4-358" fmla="*/ 28928 h 4157540"/>
              <a:gd name="connsiteX5-359" fmla="*/ 5250026 w 5250026"/>
              <a:gd name="connsiteY5-360" fmla="*/ 4157540 h 4157540"/>
              <a:gd name="connsiteX6-361" fmla="*/ 4137335 w 5250026"/>
              <a:gd name="connsiteY6-362" fmla="*/ 4115315 h 4157540"/>
              <a:gd name="connsiteX7-363" fmla="*/ 3392108 w 5250026"/>
              <a:gd name="connsiteY7-364" fmla="*/ 3626911 h 4157540"/>
              <a:gd name="connsiteX8-365" fmla="*/ 1773467 w 5250026"/>
              <a:gd name="connsiteY8-366" fmla="*/ 2092720 h 4157540"/>
              <a:gd name="connsiteX9-367" fmla="*/ 1035590 w 5250026"/>
              <a:gd name="connsiteY9-368" fmla="*/ 1367403 h 415754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31" y="connsiteY5-32"/>
              </a:cxn>
              <a:cxn ang="0">
                <a:pos x="connsiteX6-45" y="connsiteY6-46"/>
              </a:cxn>
              <a:cxn ang="0">
                <a:pos x="connsiteX7-103" y="connsiteY7-104"/>
              </a:cxn>
              <a:cxn ang="0">
                <a:pos x="connsiteX8-169" y="connsiteY8-170"/>
              </a:cxn>
              <a:cxn ang="0">
                <a:pos x="connsiteX9-207" y="connsiteY9-208"/>
              </a:cxn>
            </a:cxnLst>
            <a:rect l="l" t="t" r="r" b="b"/>
            <a:pathLst>
              <a:path w="5250026" h="4157540">
                <a:moveTo>
                  <a:pt x="1035590" y="1367403"/>
                </a:moveTo>
                <a:cubicBezTo>
                  <a:pt x="904222" y="1062441"/>
                  <a:pt x="27155" y="341464"/>
                  <a:pt x="0" y="122201"/>
                </a:cubicBezTo>
                <a:cubicBezTo>
                  <a:pt x="115942" y="-87678"/>
                  <a:pt x="912539" y="40096"/>
                  <a:pt x="1154162" y="23675"/>
                </a:cubicBezTo>
                <a:cubicBezTo>
                  <a:pt x="1395785" y="7254"/>
                  <a:pt x="994643" y="81446"/>
                  <a:pt x="1674941" y="65901"/>
                </a:cubicBezTo>
                <a:lnTo>
                  <a:pt x="5250026" y="28928"/>
                </a:lnTo>
                <a:lnTo>
                  <a:pt x="5250026" y="4157540"/>
                </a:lnTo>
                <a:lnTo>
                  <a:pt x="4137335" y="4115315"/>
                </a:lnTo>
                <a:cubicBezTo>
                  <a:pt x="3776073" y="4040952"/>
                  <a:pt x="3725094" y="3940552"/>
                  <a:pt x="3392108" y="3626911"/>
                </a:cubicBezTo>
                <a:cubicBezTo>
                  <a:pt x="3059122" y="3313270"/>
                  <a:pt x="2208445" y="2481034"/>
                  <a:pt x="1773467" y="2092720"/>
                </a:cubicBezTo>
                <a:lnTo>
                  <a:pt x="1035590" y="1367403"/>
                </a:lnTo>
                <a:close/>
              </a:path>
            </a:pathLst>
          </a:custGeom>
          <a:blipFill dpi="0"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3" name="任意多边形: 形状 42"/>
          <p:cNvSpPr/>
          <p:nvPr/>
        </p:nvSpPr>
        <p:spPr>
          <a:xfrm rot="18969206">
            <a:off x="6800825" y="-4027012"/>
            <a:ext cx="6421866" cy="10402253"/>
          </a:xfrm>
          <a:custGeom>
            <a:avLst/>
            <a:gdLst>
              <a:gd name="connsiteX0" fmla="*/ 6421866 w 6421866"/>
              <a:gd name="connsiteY0" fmla="*/ 5871246 h 10402253"/>
              <a:gd name="connsiteX1" fmla="*/ 2069712 w 6421866"/>
              <a:gd name="connsiteY1" fmla="*/ 10402253 h 10402253"/>
              <a:gd name="connsiteX2" fmla="*/ 1927351 w 6421866"/>
              <a:gd name="connsiteY2" fmla="*/ 10402253 h 10402253"/>
              <a:gd name="connsiteX3" fmla="*/ 0 w 6421866"/>
              <a:gd name="connsiteY3" fmla="*/ 8474902 h 10402253"/>
              <a:gd name="connsiteX4" fmla="*/ 0 w 6421866"/>
              <a:gd name="connsiteY4" fmla="*/ 1044974 h 10402253"/>
              <a:gd name="connsiteX5" fmla="*/ 232621 w 6421866"/>
              <a:gd name="connsiteY5" fmla="*/ 126284 h 10402253"/>
              <a:gd name="connsiteX6" fmla="*/ 309340 w 6421866"/>
              <a:gd name="connsiteY6" fmla="*/ 0 h 10402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21866" h="10402253">
                <a:moveTo>
                  <a:pt x="6421866" y="5871246"/>
                </a:moveTo>
                <a:lnTo>
                  <a:pt x="2069712" y="10402253"/>
                </a:lnTo>
                <a:lnTo>
                  <a:pt x="1927351" y="10402253"/>
                </a:lnTo>
                <a:cubicBezTo>
                  <a:pt x="862904" y="10402253"/>
                  <a:pt x="0" y="9539349"/>
                  <a:pt x="0" y="8474902"/>
                </a:cubicBezTo>
                <a:lnTo>
                  <a:pt x="0" y="1044974"/>
                </a:lnTo>
                <a:cubicBezTo>
                  <a:pt x="0" y="712335"/>
                  <a:pt x="84268" y="399377"/>
                  <a:pt x="232621" y="126284"/>
                </a:cubicBezTo>
                <a:lnTo>
                  <a:pt x="30934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0"/>
            <a:ext cx="12192000" cy="924560"/>
          </a:xfrm>
          <a:prstGeom prst="rect">
            <a:avLst/>
          </a:prstGeom>
          <a:solidFill>
            <a:srgbClr val="0056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878841"/>
            <a:ext cx="12192000" cy="106205"/>
          </a:xfrm>
          <a:prstGeom prst="rect">
            <a:avLst/>
          </a:prstGeom>
          <a:solidFill>
            <a:srgbClr val="224D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6604631"/>
            <a:ext cx="12192000" cy="253368"/>
          </a:xfrm>
          <a:prstGeom prst="rect">
            <a:avLst/>
          </a:prstGeom>
          <a:solidFill>
            <a:srgbClr val="0056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6489290"/>
            <a:ext cx="12192000" cy="115341"/>
          </a:xfrm>
          <a:prstGeom prst="rect">
            <a:avLst/>
          </a:prstGeom>
          <a:solidFill>
            <a:srgbClr val="224D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10" name="平行四边形 16"/>
          <p:cNvSpPr/>
          <p:nvPr/>
        </p:nvSpPr>
        <p:spPr>
          <a:xfrm>
            <a:off x="315595" y="5221605"/>
            <a:ext cx="5935980" cy="594360"/>
          </a:xfrm>
          <a:custGeom>
            <a:avLst/>
            <a:gdLst>
              <a:gd name="connsiteX0" fmla="*/ 5465 w 4188813"/>
              <a:gd name="connsiteY0" fmla="*/ 562923 h 786579"/>
              <a:gd name="connsiteX1" fmla="*/ 112110 w 4188813"/>
              <a:gd name="connsiteY1" fmla="*/ 136344 h 786579"/>
              <a:gd name="connsiteX2" fmla="*/ 286736 w 4188813"/>
              <a:gd name="connsiteY2" fmla="*/ 0 h 786579"/>
              <a:gd name="connsiteX3" fmla="*/ 4008723 w 4188813"/>
              <a:gd name="connsiteY3" fmla="*/ 0 h 786579"/>
              <a:gd name="connsiteX4" fmla="*/ 4183349 w 4188813"/>
              <a:gd name="connsiteY4" fmla="*/ 223657 h 786579"/>
              <a:gd name="connsiteX5" fmla="*/ 4076704 w 4188813"/>
              <a:gd name="connsiteY5" fmla="*/ 650236 h 786579"/>
              <a:gd name="connsiteX6" fmla="*/ 3902078 w 4188813"/>
              <a:gd name="connsiteY6" fmla="*/ 786579 h 786579"/>
              <a:gd name="connsiteX7" fmla="*/ 180091 w 4188813"/>
              <a:gd name="connsiteY7" fmla="*/ 786579 h 786579"/>
              <a:gd name="connsiteX8" fmla="*/ 5465 w 4188813"/>
              <a:gd name="connsiteY8" fmla="*/ 562923 h 78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88813" h="786579">
                <a:moveTo>
                  <a:pt x="5465" y="562923"/>
                </a:moveTo>
                <a:lnTo>
                  <a:pt x="112110" y="136344"/>
                </a:lnTo>
                <a:cubicBezTo>
                  <a:pt x="132153" y="56174"/>
                  <a:pt x="204098" y="0"/>
                  <a:pt x="286736" y="0"/>
                </a:cubicBezTo>
                <a:lnTo>
                  <a:pt x="4008723" y="0"/>
                </a:lnTo>
                <a:cubicBezTo>
                  <a:pt x="4125838" y="0"/>
                  <a:pt x="4211753" y="110039"/>
                  <a:pt x="4183349" y="223657"/>
                </a:cubicBezTo>
                <a:lnTo>
                  <a:pt x="4076704" y="650236"/>
                </a:lnTo>
                <a:cubicBezTo>
                  <a:pt x="4056661" y="730406"/>
                  <a:pt x="3984716" y="786579"/>
                  <a:pt x="3902078" y="786579"/>
                </a:cubicBezTo>
                <a:lnTo>
                  <a:pt x="180091" y="786579"/>
                </a:lnTo>
                <a:cubicBezTo>
                  <a:pt x="62977" y="786579"/>
                  <a:pt x="-22939" y="676540"/>
                  <a:pt x="5465" y="562923"/>
                </a:cubicBezTo>
              </a:path>
            </a:pathLst>
          </a:custGeom>
          <a:solidFill>
            <a:srgbClr val="0056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92506" y="2888416"/>
            <a:ext cx="613180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b="1" dirty="0">
                <a:solidFill>
                  <a:srgbClr val="00566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敬请批评指正！</a:t>
            </a:r>
            <a:endParaRPr lang="zh-CN" altLang="en-US" sz="2800" b="1" dirty="0">
              <a:solidFill>
                <a:srgbClr val="00566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27862" y="1495229"/>
            <a:ext cx="2671165" cy="661035"/>
            <a:chOff x="2351088" y="1326048"/>
            <a:chExt cx="4360985" cy="1082834"/>
          </a:xfrm>
          <a:solidFill>
            <a:srgbClr val="005768"/>
          </a:solidFill>
        </p:grpSpPr>
        <p:sp>
          <p:nvSpPr>
            <p:cNvPr id="16" name="iṧlîďè"/>
            <p:cNvSpPr/>
            <p:nvPr/>
          </p:nvSpPr>
          <p:spPr bwMode="auto">
            <a:xfrm>
              <a:off x="3668616" y="2257040"/>
              <a:ext cx="3037613" cy="107447"/>
            </a:xfrm>
            <a:custGeom>
              <a:avLst/>
              <a:gdLst>
                <a:gd name="connsiteX0" fmla="*/ 973788 w 5219281"/>
                <a:gd name="connsiteY0" fmla="*/ 55697 h 184618"/>
                <a:gd name="connsiteX1" fmla="*/ 969285 w 5219281"/>
                <a:gd name="connsiteY1" fmla="*/ 56445 h 184618"/>
                <a:gd name="connsiteX2" fmla="*/ 949773 w 5219281"/>
                <a:gd name="connsiteY2" fmla="*/ 108794 h 184618"/>
                <a:gd name="connsiteX3" fmla="*/ 995552 w 5219281"/>
                <a:gd name="connsiteY3" fmla="*/ 108794 h 184618"/>
                <a:gd name="connsiteX4" fmla="*/ 973788 w 5219281"/>
                <a:gd name="connsiteY4" fmla="*/ 55697 h 184618"/>
                <a:gd name="connsiteX5" fmla="*/ 2122010 w 5219281"/>
                <a:gd name="connsiteY5" fmla="*/ 55587 h 184618"/>
                <a:gd name="connsiteX6" fmla="*/ 2101811 w 5219281"/>
                <a:gd name="connsiteY6" fmla="*/ 108576 h 184618"/>
                <a:gd name="connsiteX7" fmla="*/ 2148194 w 5219281"/>
                <a:gd name="connsiteY7" fmla="*/ 108576 h 184618"/>
                <a:gd name="connsiteX8" fmla="*/ 2125750 w 5219281"/>
                <a:gd name="connsiteY8" fmla="*/ 55587 h 184618"/>
                <a:gd name="connsiteX9" fmla="*/ 2122010 w 5219281"/>
                <a:gd name="connsiteY9" fmla="*/ 55587 h 184618"/>
                <a:gd name="connsiteX10" fmla="*/ 3229785 w 5219281"/>
                <a:gd name="connsiteY10" fmla="*/ 54701 h 184618"/>
                <a:gd name="connsiteX11" fmla="*/ 3225298 w 5219281"/>
                <a:gd name="connsiteY11" fmla="*/ 55451 h 184618"/>
                <a:gd name="connsiteX12" fmla="*/ 3204358 w 5219281"/>
                <a:gd name="connsiteY12" fmla="*/ 108653 h 184618"/>
                <a:gd name="connsiteX13" fmla="*/ 3250724 w 5219281"/>
                <a:gd name="connsiteY13" fmla="*/ 108653 h 184618"/>
                <a:gd name="connsiteX14" fmla="*/ 3229785 w 5219281"/>
                <a:gd name="connsiteY14" fmla="*/ 54701 h 184618"/>
                <a:gd name="connsiteX15" fmla="*/ 4516565 w 5219281"/>
                <a:gd name="connsiteY15" fmla="*/ 15661 h 184618"/>
                <a:gd name="connsiteX16" fmla="*/ 4507580 w 5219281"/>
                <a:gd name="connsiteY16" fmla="*/ 34340 h 184618"/>
                <a:gd name="connsiteX17" fmla="*/ 4507580 w 5219281"/>
                <a:gd name="connsiteY17" fmla="*/ 52273 h 184618"/>
                <a:gd name="connsiteX18" fmla="*/ 4506831 w 5219281"/>
                <a:gd name="connsiteY18" fmla="*/ 74689 h 184618"/>
                <a:gd name="connsiteX19" fmla="*/ 4519560 w 5219281"/>
                <a:gd name="connsiteY19" fmla="*/ 86644 h 184618"/>
                <a:gd name="connsiteX20" fmla="*/ 4552503 w 5219281"/>
                <a:gd name="connsiteY20" fmla="*/ 62734 h 184618"/>
                <a:gd name="connsiteX21" fmla="*/ 4538278 w 5219281"/>
                <a:gd name="connsiteY21" fmla="*/ 17902 h 184618"/>
                <a:gd name="connsiteX22" fmla="*/ 4516565 w 5219281"/>
                <a:gd name="connsiteY22" fmla="*/ 15661 h 184618"/>
                <a:gd name="connsiteX23" fmla="*/ 792238 w 5219281"/>
                <a:gd name="connsiteY23" fmla="*/ 15250 h 184618"/>
                <a:gd name="connsiteX24" fmla="*/ 782953 w 5219281"/>
                <a:gd name="connsiteY24" fmla="*/ 32405 h 184618"/>
                <a:gd name="connsiteX25" fmla="*/ 782953 w 5219281"/>
                <a:gd name="connsiteY25" fmla="*/ 51798 h 184618"/>
                <a:gd name="connsiteX26" fmla="*/ 782953 w 5219281"/>
                <a:gd name="connsiteY26" fmla="*/ 75666 h 184618"/>
                <a:gd name="connsiteX27" fmla="*/ 794208 w 5219281"/>
                <a:gd name="connsiteY27" fmla="*/ 86854 h 184618"/>
                <a:gd name="connsiteX28" fmla="*/ 827973 w 5219281"/>
                <a:gd name="connsiteY28" fmla="*/ 62986 h 184618"/>
                <a:gd name="connsiteX29" fmla="*/ 812216 w 5219281"/>
                <a:gd name="connsiteY29" fmla="*/ 15996 h 184618"/>
                <a:gd name="connsiteX30" fmla="*/ 792238 w 5219281"/>
                <a:gd name="connsiteY30" fmla="*/ 15250 h 184618"/>
                <a:gd name="connsiteX31" fmla="*/ 2823572 w 5219281"/>
                <a:gd name="connsiteY31" fmla="*/ 14249 h 184618"/>
                <a:gd name="connsiteX32" fmla="*/ 2811618 w 5219281"/>
                <a:gd name="connsiteY32" fmla="*/ 27238 h 184618"/>
                <a:gd name="connsiteX33" fmla="*/ 2811618 w 5219281"/>
                <a:gd name="connsiteY33" fmla="*/ 84801 h 184618"/>
                <a:gd name="connsiteX34" fmla="*/ 2853455 w 5219281"/>
                <a:gd name="connsiteY34" fmla="*/ 69102 h 184618"/>
                <a:gd name="connsiteX35" fmla="*/ 2844490 w 5219281"/>
                <a:gd name="connsiteY35" fmla="*/ 19763 h 184618"/>
                <a:gd name="connsiteX36" fmla="*/ 2823572 w 5219281"/>
                <a:gd name="connsiteY36" fmla="*/ 14249 h 184618"/>
                <a:gd name="connsiteX37" fmla="*/ 2643651 w 5219281"/>
                <a:gd name="connsiteY37" fmla="*/ 10825 h 184618"/>
                <a:gd name="connsiteX38" fmla="*/ 2613097 w 5219281"/>
                <a:gd name="connsiteY38" fmla="*/ 34752 h 184618"/>
                <a:gd name="connsiteX39" fmla="*/ 2601174 w 5219281"/>
                <a:gd name="connsiteY39" fmla="*/ 93072 h 184618"/>
                <a:gd name="connsiteX40" fmla="*/ 2616078 w 5219281"/>
                <a:gd name="connsiteY40" fmla="*/ 155879 h 184618"/>
                <a:gd name="connsiteX41" fmla="*/ 2647377 w 5219281"/>
                <a:gd name="connsiteY41" fmla="*/ 173824 h 184618"/>
                <a:gd name="connsiteX42" fmla="*/ 2674205 w 5219281"/>
                <a:gd name="connsiteY42" fmla="*/ 154384 h 184618"/>
                <a:gd name="connsiteX43" fmla="*/ 2685384 w 5219281"/>
                <a:gd name="connsiteY43" fmla="*/ 102793 h 184618"/>
                <a:gd name="connsiteX44" fmla="*/ 2676441 w 5219281"/>
                <a:gd name="connsiteY44" fmla="*/ 32509 h 184618"/>
                <a:gd name="connsiteX45" fmla="*/ 2643651 w 5219281"/>
                <a:gd name="connsiteY45" fmla="*/ 10825 h 184618"/>
                <a:gd name="connsiteX46" fmla="*/ 5062301 w 5219281"/>
                <a:gd name="connsiteY46" fmla="*/ 5527 h 184618"/>
                <a:gd name="connsiteX47" fmla="*/ 5139664 w 5219281"/>
                <a:gd name="connsiteY47" fmla="*/ 5527 h 184618"/>
                <a:gd name="connsiteX48" fmla="*/ 5139664 w 5219281"/>
                <a:gd name="connsiteY48" fmla="*/ 9260 h 184618"/>
                <a:gd name="connsiteX49" fmla="*/ 5128398 w 5219281"/>
                <a:gd name="connsiteY49" fmla="*/ 13739 h 184618"/>
                <a:gd name="connsiteX50" fmla="*/ 5121638 w 5219281"/>
                <a:gd name="connsiteY50" fmla="*/ 22698 h 184618"/>
                <a:gd name="connsiteX51" fmla="*/ 5150180 w 5219281"/>
                <a:gd name="connsiteY51" fmla="*/ 85410 h 184618"/>
                <a:gd name="connsiteX52" fmla="*/ 5156189 w 5219281"/>
                <a:gd name="connsiteY52" fmla="*/ 85410 h 184618"/>
                <a:gd name="connsiteX53" fmla="*/ 5180224 w 5219281"/>
                <a:gd name="connsiteY53" fmla="*/ 27178 h 184618"/>
                <a:gd name="connsiteX54" fmla="*/ 5170459 w 5219281"/>
                <a:gd name="connsiteY54" fmla="*/ 12993 h 184618"/>
                <a:gd name="connsiteX55" fmla="*/ 5161446 w 5219281"/>
                <a:gd name="connsiteY55" fmla="*/ 5527 h 184618"/>
                <a:gd name="connsiteX56" fmla="*/ 5219281 w 5219281"/>
                <a:gd name="connsiteY56" fmla="*/ 5527 h 184618"/>
                <a:gd name="connsiteX57" fmla="*/ 5218530 w 5219281"/>
                <a:gd name="connsiteY57" fmla="*/ 10007 h 184618"/>
                <a:gd name="connsiteX58" fmla="*/ 5186984 w 5219281"/>
                <a:gd name="connsiteY58" fmla="*/ 44349 h 184618"/>
                <a:gd name="connsiteX59" fmla="*/ 5162948 w 5219281"/>
                <a:gd name="connsiteY59" fmla="*/ 96608 h 184618"/>
                <a:gd name="connsiteX60" fmla="*/ 5159193 w 5219281"/>
                <a:gd name="connsiteY60" fmla="*/ 161560 h 184618"/>
                <a:gd name="connsiteX61" fmla="*/ 5173464 w 5219281"/>
                <a:gd name="connsiteY61" fmla="*/ 172012 h 184618"/>
                <a:gd name="connsiteX62" fmla="*/ 5183979 w 5219281"/>
                <a:gd name="connsiteY62" fmla="*/ 174251 h 184618"/>
                <a:gd name="connsiteX63" fmla="*/ 5183979 w 5219281"/>
                <a:gd name="connsiteY63" fmla="*/ 177984 h 184618"/>
                <a:gd name="connsiteX64" fmla="*/ 5091594 w 5219281"/>
                <a:gd name="connsiteY64" fmla="*/ 177984 h 184618"/>
                <a:gd name="connsiteX65" fmla="*/ 5099105 w 5219281"/>
                <a:gd name="connsiteY65" fmla="*/ 172758 h 184618"/>
                <a:gd name="connsiteX66" fmla="*/ 5120887 w 5219281"/>
                <a:gd name="connsiteY66" fmla="*/ 150361 h 184618"/>
                <a:gd name="connsiteX67" fmla="*/ 5093847 w 5219281"/>
                <a:gd name="connsiteY67" fmla="*/ 48828 h 184618"/>
                <a:gd name="connsiteX68" fmla="*/ 5062301 w 5219281"/>
                <a:gd name="connsiteY68" fmla="*/ 5527 h 184618"/>
                <a:gd name="connsiteX69" fmla="*/ 4103839 w 5219281"/>
                <a:gd name="connsiteY69" fmla="*/ 5527 h 184618"/>
                <a:gd name="connsiteX70" fmla="*/ 4181009 w 5219281"/>
                <a:gd name="connsiteY70" fmla="*/ 5527 h 184618"/>
                <a:gd name="connsiteX71" fmla="*/ 4179510 w 5219281"/>
                <a:gd name="connsiteY71" fmla="*/ 9252 h 184618"/>
                <a:gd name="connsiteX72" fmla="*/ 4163777 w 5219281"/>
                <a:gd name="connsiteY72" fmla="*/ 42028 h 184618"/>
                <a:gd name="connsiteX73" fmla="*/ 4185504 w 5219281"/>
                <a:gd name="connsiteY73" fmla="*/ 117263 h 184618"/>
                <a:gd name="connsiteX74" fmla="*/ 4191498 w 5219281"/>
                <a:gd name="connsiteY74" fmla="*/ 129926 h 184618"/>
                <a:gd name="connsiteX75" fmla="*/ 4195993 w 5219281"/>
                <a:gd name="connsiteY75" fmla="*/ 129926 h 184618"/>
                <a:gd name="connsiteX76" fmla="*/ 4228210 w 5219281"/>
                <a:gd name="connsiteY76" fmla="*/ 30109 h 184618"/>
                <a:gd name="connsiteX77" fmla="*/ 4209479 w 5219281"/>
                <a:gd name="connsiteY77" fmla="*/ 6272 h 184618"/>
                <a:gd name="connsiteX78" fmla="*/ 4261925 w 5219281"/>
                <a:gd name="connsiteY78" fmla="*/ 6272 h 184618"/>
                <a:gd name="connsiteX79" fmla="*/ 4258928 w 5219281"/>
                <a:gd name="connsiteY79" fmla="*/ 11486 h 184618"/>
                <a:gd name="connsiteX80" fmla="*/ 4236451 w 5219281"/>
                <a:gd name="connsiteY80" fmla="*/ 37558 h 184618"/>
                <a:gd name="connsiteX81" fmla="*/ 4190749 w 5219281"/>
                <a:gd name="connsiteY81" fmla="*/ 167917 h 184618"/>
                <a:gd name="connsiteX82" fmla="*/ 4178761 w 5219281"/>
                <a:gd name="connsiteY82" fmla="*/ 179090 h 184618"/>
                <a:gd name="connsiteX83" fmla="*/ 4166774 w 5219281"/>
                <a:gd name="connsiteY83" fmla="*/ 168662 h 184618"/>
                <a:gd name="connsiteX84" fmla="*/ 4128563 w 5219281"/>
                <a:gd name="connsiteY84" fmla="*/ 46497 h 184618"/>
                <a:gd name="connsiteX85" fmla="*/ 4103839 w 5219281"/>
                <a:gd name="connsiteY85" fmla="*/ 5527 h 184618"/>
                <a:gd name="connsiteX86" fmla="*/ 3621844 w 5219281"/>
                <a:gd name="connsiteY86" fmla="*/ 5527 h 184618"/>
                <a:gd name="connsiteX87" fmla="*/ 3707304 w 5219281"/>
                <a:gd name="connsiteY87" fmla="*/ 5527 h 184618"/>
                <a:gd name="connsiteX88" fmla="*/ 3705804 w 5219281"/>
                <a:gd name="connsiteY88" fmla="*/ 9267 h 184618"/>
                <a:gd name="connsiteX89" fmla="*/ 3682565 w 5219281"/>
                <a:gd name="connsiteY89" fmla="*/ 41430 h 184618"/>
                <a:gd name="connsiteX90" fmla="*/ 3683315 w 5219281"/>
                <a:gd name="connsiteY90" fmla="*/ 137171 h 184618"/>
                <a:gd name="connsiteX91" fmla="*/ 3714050 w 5219281"/>
                <a:gd name="connsiteY91" fmla="*/ 173074 h 184618"/>
                <a:gd name="connsiteX92" fmla="*/ 3758280 w 5219281"/>
                <a:gd name="connsiteY92" fmla="*/ 145398 h 184618"/>
                <a:gd name="connsiteX93" fmla="*/ 3762028 w 5219281"/>
                <a:gd name="connsiteY93" fmla="*/ 95284 h 184618"/>
                <a:gd name="connsiteX94" fmla="*/ 3762778 w 5219281"/>
                <a:gd name="connsiteY94" fmla="*/ 47414 h 184618"/>
                <a:gd name="connsiteX95" fmla="*/ 3739539 w 5219281"/>
                <a:gd name="connsiteY95" fmla="*/ 12259 h 184618"/>
                <a:gd name="connsiteX96" fmla="*/ 3732042 w 5219281"/>
                <a:gd name="connsiteY96" fmla="*/ 5527 h 184618"/>
                <a:gd name="connsiteX97" fmla="*/ 3792764 w 5219281"/>
                <a:gd name="connsiteY97" fmla="*/ 5527 h 184618"/>
                <a:gd name="connsiteX98" fmla="*/ 3796512 w 5219281"/>
                <a:gd name="connsiteY98" fmla="*/ 9267 h 184618"/>
                <a:gd name="connsiteX99" fmla="*/ 3771024 w 5219281"/>
                <a:gd name="connsiteY99" fmla="*/ 58633 h 184618"/>
                <a:gd name="connsiteX100" fmla="*/ 3770274 w 5219281"/>
                <a:gd name="connsiteY100" fmla="*/ 134927 h 184618"/>
                <a:gd name="connsiteX101" fmla="*/ 3723796 w 5219281"/>
                <a:gd name="connsiteY101" fmla="*/ 180553 h 184618"/>
                <a:gd name="connsiteX102" fmla="*/ 3689312 w 5219281"/>
                <a:gd name="connsiteY102" fmla="*/ 179805 h 184618"/>
                <a:gd name="connsiteX103" fmla="*/ 3646582 w 5219281"/>
                <a:gd name="connsiteY103" fmla="*/ 131187 h 184618"/>
                <a:gd name="connsiteX104" fmla="*/ 3646582 w 5219281"/>
                <a:gd name="connsiteY104" fmla="*/ 50406 h 184618"/>
                <a:gd name="connsiteX105" fmla="*/ 3621844 w 5219281"/>
                <a:gd name="connsiteY105" fmla="*/ 5527 h 184618"/>
                <a:gd name="connsiteX106" fmla="*/ 3342154 w 5219281"/>
                <a:gd name="connsiteY106" fmla="*/ 5527 h 184618"/>
                <a:gd name="connsiteX107" fmla="*/ 3427770 w 5219281"/>
                <a:gd name="connsiteY107" fmla="*/ 5527 h 184618"/>
                <a:gd name="connsiteX108" fmla="*/ 3403737 w 5219281"/>
                <a:gd name="connsiteY108" fmla="*/ 42933 h 184618"/>
                <a:gd name="connsiteX109" fmla="*/ 3403737 w 5219281"/>
                <a:gd name="connsiteY109" fmla="*/ 149166 h 184618"/>
                <a:gd name="connsiteX110" fmla="*/ 3430023 w 5219281"/>
                <a:gd name="connsiteY110" fmla="*/ 170113 h 184618"/>
                <a:gd name="connsiteX111" fmla="*/ 3468324 w 5219281"/>
                <a:gd name="connsiteY111" fmla="*/ 131211 h 184618"/>
                <a:gd name="connsiteX112" fmla="*/ 3476586 w 5219281"/>
                <a:gd name="connsiteY112" fmla="*/ 113256 h 184618"/>
                <a:gd name="connsiteX113" fmla="*/ 3480341 w 5219281"/>
                <a:gd name="connsiteY113" fmla="*/ 114752 h 184618"/>
                <a:gd name="connsiteX114" fmla="*/ 3480341 w 5219281"/>
                <a:gd name="connsiteY114" fmla="*/ 179090 h 184618"/>
                <a:gd name="connsiteX115" fmla="*/ 3343656 w 5219281"/>
                <a:gd name="connsiteY115" fmla="*/ 179090 h 184618"/>
                <a:gd name="connsiteX116" fmla="*/ 3343656 w 5219281"/>
                <a:gd name="connsiteY116" fmla="*/ 175350 h 184618"/>
                <a:gd name="connsiteX117" fmla="*/ 3366186 w 5219281"/>
                <a:gd name="connsiteY117" fmla="*/ 140936 h 184618"/>
                <a:gd name="connsiteX118" fmla="*/ 3366186 w 5219281"/>
                <a:gd name="connsiteY118" fmla="*/ 40689 h 184618"/>
                <a:gd name="connsiteX119" fmla="*/ 3345909 w 5219281"/>
                <a:gd name="connsiteY119" fmla="*/ 10764 h 184618"/>
                <a:gd name="connsiteX120" fmla="*/ 3342154 w 5219281"/>
                <a:gd name="connsiteY120" fmla="*/ 5527 h 184618"/>
                <a:gd name="connsiteX121" fmla="*/ 1757653 w 5219281"/>
                <a:gd name="connsiteY121" fmla="*/ 5527 h 184618"/>
                <a:gd name="connsiteX122" fmla="*/ 1841254 w 5219281"/>
                <a:gd name="connsiteY122" fmla="*/ 5527 h 184618"/>
                <a:gd name="connsiteX123" fmla="*/ 1841254 w 5219281"/>
                <a:gd name="connsiteY123" fmla="*/ 9259 h 184618"/>
                <a:gd name="connsiteX124" fmla="*/ 1833043 w 5219281"/>
                <a:gd name="connsiteY124" fmla="*/ 12244 h 184618"/>
                <a:gd name="connsiteX125" fmla="*/ 1818115 w 5219281"/>
                <a:gd name="connsiteY125" fmla="*/ 30156 h 184618"/>
                <a:gd name="connsiteX126" fmla="*/ 1817368 w 5219281"/>
                <a:gd name="connsiteY126" fmla="*/ 151807 h 184618"/>
                <a:gd name="connsiteX127" fmla="*/ 1842001 w 5219281"/>
                <a:gd name="connsiteY127" fmla="*/ 174197 h 184618"/>
                <a:gd name="connsiteX128" fmla="*/ 1757653 w 5219281"/>
                <a:gd name="connsiteY128" fmla="*/ 175689 h 184618"/>
                <a:gd name="connsiteX129" fmla="*/ 1780046 w 5219281"/>
                <a:gd name="connsiteY129" fmla="*/ 137627 h 184618"/>
                <a:gd name="connsiteX130" fmla="*/ 1780046 w 5219281"/>
                <a:gd name="connsiteY130" fmla="*/ 43590 h 184618"/>
                <a:gd name="connsiteX131" fmla="*/ 1754667 w 5219281"/>
                <a:gd name="connsiteY131" fmla="*/ 10751 h 184618"/>
                <a:gd name="connsiteX132" fmla="*/ 1757653 w 5219281"/>
                <a:gd name="connsiteY132" fmla="*/ 5527 h 184618"/>
                <a:gd name="connsiteX133" fmla="*/ 4267864 w 5219281"/>
                <a:gd name="connsiteY133" fmla="*/ 4422 h 184618"/>
                <a:gd name="connsiteX134" fmla="*/ 4415535 w 5219281"/>
                <a:gd name="connsiteY134" fmla="*/ 4422 h 184618"/>
                <a:gd name="connsiteX135" fmla="*/ 4415535 w 5219281"/>
                <a:gd name="connsiteY135" fmla="*/ 63512 h 184618"/>
                <a:gd name="connsiteX136" fmla="*/ 4411806 w 5219281"/>
                <a:gd name="connsiteY136" fmla="*/ 65008 h 184618"/>
                <a:gd name="connsiteX137" fmla="*/ 4405094 w 5219281"/>
                <a:gd name="connsiteY137" fmla="*/ 51545 h 184618"/>
                <a:gd name="connsiteX138" fmla="*/ 4348412 w 5219281"/>
                <a:gd name="connsiteY138" fmla="*/ 12650 h 184618"/>
                <a:gd name="connsiteX139" fmla="*/ 4329767 w 5219281"/>
                <a:gd name="connsiteY139" fmla="*/ 30601 h 184618"/>
                <a:gd name="connsiteX140" fmla="*/ 4330512 w 5219281"/>
                <a:gd name="connsiteY140" fmla="*/ 85951 h 184618"/>
                <a:gd name="connsiteX141" fmla="*/ 4358853 w 5219281"/>
                <a:gd name="connsiteY141" fmla="*/ 74732 h 184618"/>
                <a:gd name="connsiteX142" fmla="*/ 4376007 w 5219281"/>
                <a:gd name="connsiteY142" fmla="*/ 53040 h 184618"/>
                <a:gd name="connsiteX143" fmla="*/ 4376007 w 5219281"/>
                <a:gd name="connsiteY143" fmla="*/ 121106 h 184618"/>
                <a:gd name="connsiteX144" fmla="*/ 4373024 w 5219281"/>
                <a:gd name="connsiteY144" fmla="*/ 122602 h 184618"/>
                <a:gd name="connsiteX145" fmla="*/ 4367803 w 5219281"/>
                <a:gd name="connsiteY145" fmla="*/ 113627 h 184618"/>
                <a:gd name="connsiteX146" fmla="*/ 4355870 w 5219281"/>
                <a:gd name="connsiteY146" fmla="*/ 97919 h 184618"/>
                <a:gd name="connsiteX147" fmla="*/ 4333496 w 5219281"/>
                <a:gd name="connsiteY147" fmla="*/ 92683 h 184618"/>
                <a:gd name="connsiteX148" fmla="*/ 4330512 w 5219281"/>
                <a:gd name="connsiteY148" fmla="*/ 110635 h 184618"/>
                <a:gd name="connsiteX149" fmla="*/ 4329767 w 5219281"/>
                <a:gd name="connsiteY149" fmla="*/ 154017 h 184618"/>
                <a:gd name="connsiteX150" fmla="*/ 4347666 w 5219281"/>
                <a:gd name="connsiteY150" fmla="*/ 171221 h 184618"/>
                <a:gd name="connsiteX151" fmla="*/ 4409569 w 5219281"/>
                <a:gd name="connsiteY151" fmla="*/ 127090 h 184618"/>
                <a:gd name="connsiteX152" fmla="*/ 4414789 w 5219281"/>
                <a:gd name="connsiteY152" fmla="*/ 115122 h 184618"/>
                <a:gd name="connsiteX153" fmla="*/ 4420010 w 5219281"/>
                <a:gd name="connsiteY153" fmla="*/ 115870 h 184618"/>
                <a:gd name="connsiteX154" fmla="*/ 4420010 w 5219281"/>
                <a:gd name="connsiteY154" fmla="*/ 142050 h 184618"/>
                <a:gd name="connsiteX155" fmla="*/ 4381228 w 5219281"/>
                <a:gd name="connsiteY155" fmla="*/ 180196 h 184618"/>
                <a:gd name="connsiteX156" fmla="*/ 4282035 w 5219281"/>
                <a:gd name="connsiteY156" fmla="*/ 180196 h 184618"/>
                <a:gd name="connsiteX157" fmla="*/ 4267118 w 5219281"/>
                <a:gd name="connsiteY157" fmla="*/ 179448 h 184618"/>
                <a:gd name="connsiteX158" fmla="*/ 4269356 w 5219281"/>
                <a:gd name="connsiteY158" fmla="*/ 174212 h 184618"/>
                <a:gd name="connsiteX159" fmla="*/ 4291730 w 5219281"/>
                <a:gd name="connsiteY159" fmla="*/ 140554 h 184618"/>
                <a:gd name="connsiteX160" fmla="*/ 4291730 w 5219281"/>
                <a:gd name="connsiteY160" fmla="*/ 47805 h 184618"/>
                <a:gd name="connsiteX161" fmla="*/ 4264135 w 5219281"/>
                <a:gd name="connsiteY161" fmla="*/ 10406 h 184618"/>
                <a:gd name="connsiteX162" fmla="*/ 4267864 w 5219281"/>
                <a:gd name="connsiteY162" fmla="*/ 4422 h 184618"/>
                <a:gd name="connsiteX163" fmla="*/ 559049 w 5219281"/>
                <a:gd name="connsiteY163" fmla="*/ 4422 h 184618"/>
                <a:gd name="connsiteX164" fmla="*/ 705554 w 5219281"/>
                <a:gd name="connsiteY164" fmla="*/ 4422 h 184618"/>
                <a:gd name="connsiteX165" fmla="*/ 705554 w 5219281"/>
                <a:gd name="connsiteY165" fmla="*/ 64138 h 184618"/>
                <a:gd name="connsiteX166" fmla="*/ 701797 w 5219281"/>
                <a:gd name="connsiteY166" fmla="*/ 64884 h 184618"/>
                <a:gd name="connsiteX167" fmla="*/ 694284 w 5219281"/>
                <a:gd name="connsiteY167" fmla="*/ 49209 h 184618"/>
                <a:gd name="connsiteX168" fmla="*/ 661227 w 5219281"/>
                <a:gd name="connsiteY168" fmla="*/ 14872 h 184618"/>
                <a:gd name="connsiteX169" fmla="*/ 647703 w 5219281"/>
                <a:gd name="connsiteY169" fmla="*/ 24576 h 184618"/>
                <a:gd name="connsiteX170" fmla="*/ 647703 w 5219281"/>
                <a:gd name="connsiteY170" fmla="*/ 155950 h 184618"/>
                <a:gd name="connsiteX171" fmla="*/ 662729 w 5219281"/>
                <a:gd name="connsiteY171" fmla="*/ 173119 h 184618"/>
                <a:gd name="connsiteX172" fmla="*/ 673999 w 5219281"/>
                <a:gd name="connsiteY172" fmla="*/ 174612 h 184618"/>
                <a:gd name="connsiteX173" fmla="*/ 673999 w 5219281"/>
                <a:gd name="connsiteY173" fmla="*/ 179090 h 184618"/>
                <a:gd name="connsiteX174" fmla="*/ 582340 w 5219281"/>
                <a:gd name="connsiteY174" fmla="*/ 179090 h 184618"/>
                <a:gd name="connsiteX175" fmla="*/ 583842 w 5219281"/>
                <a:gd name="connsiteY175" fmla="*/ 174612 h 184618"/>
                <a:gd name="connsiteX176" fmla="*/ 609387 w 5219281"/>
                <a:gd name="connsiteY176" fmla="*/ 140275 h 184618"/>
                <a:gd name="connsiteX177" fmla="*/ 609387 w 5219281"/>
                <a:gd name="connsiteY177" fmla="*/ 29055 h 184618"/>
                <a:gd name="connsiteX178" fmla="*/ 590604 w 5219281"/>
                <a:gd name="connsiteY178" fmla="*/ 17112 h 184618"/>
                <a:gd name="connsiteX179" fmla="*/ 563557 w 5219281"/>
                <a:gd name="connsiteY179" fmla="*/ 49209 h 184618"/>
                <a:gd name="connsiteX180" fmla="*/ 555293 w 5219281"/>
                <a:gd name="connsiteY180" fmla="*/ 64884 h 184618"/>
                <a:gd name="connsiteX181" fmla="*/ 550785 w 5219281"/>
                <a:gd name="connsiteY181" fmla="*/ 64138 h 184618"/>
                <a:gd name="connsiteX182" fmla="*/ 550785 w 5219281"/>
                <a:gd name="connsiteY182" fmla="*/ 8901 h 184618"/>
                <a:gd name="connsiteX183" fmla="*/ 559049 w 5219281"/>
                <a:gd name="connsiteY183" fmla="*/ 4422 h 184618"/>
                <a:gd name="connsiteX184" fmla="*/ 367044 w 5219281"/>
                <a:gd name="connsiteY184" fmla="*/ 4126 h 184618"/>
                <a:gd name="connsiteX185" fmla="*/ 380502 w 5219281"/>
                <a:gd name="connsiteY185" fmla="*/ 4126 h 184618"/>
                <a:gd name="connsiteX186" fmla="*/ 439571 w 5219281"/>
                <a:gd name="connsiteY186" fmla="*/ 37761 h 184618"/>
                <a:gd name="connsiteX187" fmla="*/ 488919 w 5219281"/>
                <a:gd name="connsiteY187" fmla="*/ 112505 h 184618"/>
                <a:gd name="connsiteX188" fmla="*/ 502378 w 5219281"/>
                <a:gd name="connsiteY188" fmla="*/ 122222 h 184618"/>
                <a:gd name="connsiteX189" fmla="*/ 502378 w 5219281"/>
                <a:gd name="connsiteY189" fmla="*/ 99799 h 184618"/>
                <a:gd name="connsiteX190" fmla="*/ 502378 w 5219281"/>
                <a:gd name="connsiteY190" fmla="*/ 50468 h 184618"/>
                <a:gd name="connsiteX191" fmla="*/ 473965 w 5219281"/>
                <a:gd name="connsiteY191" fmla="*/ 10853 h 184618"/>
                <a:gd name="connsiteX192" fmla="*/ 476956 w 5219281"/>
                <a:gd name="connsiteY192" fmla="*/ 6369 h 184618"/>
                <a:gd name="connsiteX193" fmla="*/ 537520 w 5219281"/>
                <a:gd name="connsiteY193" fmla="*/ 6369 h 184618"/>
                <a:gd name="connsiteX194" fmla="*/ 531538 w 5219281"/>
                <a:gd name="connsiteY194" fmla="*/ 11601 h 184618"/>
                <a:gd name="connsiteX195" fmla="*/ 512098 w 5219281"/>
                <a:gd name="connsiteY195" fmla="*/ 40751 h 184618"/>
                <a:gd name="connsiteX196" fmla="*/ 512098 w 5219281"/>
                <a:gd name="connsiteY196" fmla="*/ 166321 h 184618"/>
                <a:gd name="connsiteX197" fmla="*/ 512098 w 5219281"/>
                <a:gd name="connsiteY197" fmla="*/ 178280 h 184618"/>
                <a:gd name="connsiteX198" fmla="*/ 483685 w 5219281"/>
                <a:gd name="connsiteY198" fmla="*/ 168563 h 184618"/>
                <a:gd name="connsiteX199" fmla="*/ 407420 w 5219281"/>
                <a:gd name="connsiteY199" fmla="*/ 54205 h 184618"/>
                <a:gd name="connsiteX200" fmla="*/ 399943 w 5219281"/>
                <a:gd name="connsiteY200" fmla="*/ 45983 h 184618"/>
                <a:gd name="connsiteX201" fmla="*/ 395457 w 5219281"/>
                <a:gd name="connsiteY201" fmla="*/ 46730 h 184618"/>
                <a:gd name="connsiteX202" fmla="*/ 395457 w 5219281"/>
                <a:gd name="connsiteY202" fmla="*/ 95314 h 184618"/>
                <a:gd name="connsiteX203" fmla="*/ 395457 w 5219281"/>
                <a:gd name="connsiteY203" fmla="*/ 149130 h 184618"/>
                <a:gd name="connsiteX204" fmla="*/ 417140 w 5219281"/>
                <a:gd name="connsiteY204" fmla="*/ 173048 h 184618"/>
                <a:gd name="connsiteX205" fmla="*/ 421626 w 5219281"/>
                <a:gd name="connsiteY205" fmla="*/ 178280 h 184618"/>
                <a:gd name="connsiteX206" fmla="*/ 361810 w 5219281"/>
                <a:gd name="connsiteY206" fmla="*/ 178280 h 184618"/>
                <a:gd name="connsiteX207" fmla="*/ 358071 w 5219281"/>
                <a:gd name="connsiteY207" fmla="*/ 173796 h 184618"/>
                <a:gd name="connsiteX208" fmla="*/ 384241 w 5219281"/>
                <a:gd name="connsiteY208" fmla="*/ 138666 h 184618"/>
                <a:gd name="connsiteX209" fmla="*/ 384989 w 5219281"/>
                <a:gd name="connsiteY209" fmla="*/ 35519 h 184618"/>
                <a:gd name="connsiteX210" fmla="*/ 357324 w 5219281"/>
                <a:gd name="connsiteY210" fmla="*/ 9358 h 184618"/>
                <a:gd name="connsiteX211" fmla="*/ 367044 w 5219281"/>
                <a:gd name="connsiteY211" fmla="*/ 4126 h 184618"/>
                <a:gd name="connsiteX212" fmla="*/ 727428 w 5219281"/>
                <a:gd name="connsiteY212" fmla="*/ 4062 h 184618"/>
                <a:gd name="connsiteX213" fmla="*/ 824972 w 5219281"/>
                <a:gd name="connsiteY213" fmla="*/ 5554 h 184618"/>
                <a:gd name="connsiteX214" fmla="*/ 866240 w 5219281"/>
                <a:gd name="connsiteY214" fmla="*/ 60749 h 184618"/>
                <a:gd name="connsiteX215" fmla="*/ 833225 w 5219281"/>
                <a:gd name="connsiteY215" fmla="*/ 89092 h 184618"/>
                <a:gd name="connsiteX216" fmla="*/ 816718 w 5219281"/>
                <a:gd name="connsiteY216" fmla="*/ 95059 h 184618"/>
                <a:gd name="connsiteX217" fmla="*/ 855735 w 5219281"/>
                <a:gd name="connsiteY217" fmla="*/ 145778 h 184618"/>
                <a:gd name="connsiteX218" fmla="*/ 857986 w 5219281"/>
                <a:gd name="connsiteY218" fmla="*/ 152491 h 184618"/>
                <a:gd name="connsiteX219" fmla="*/ 866990 w 5219281"/>
                <a:gd name="connsiteY219" fmla="*/ 162934 h 184618"/>
                <a:gd name="connsiteX220" fmla="*/ 875994 w 5219281"/>
                <a:gd name="connsiteY220" fmla="*/ 152491 h 184618"/>
                <a:gd name="connsiteX221" fmla="*/ 880496 w 5219281"/>
                <a:gd name="connsiteY221" fmla="*/ 142795 h 184618"/>
                <a:gd name="connsiteX222" fmla="*/ 868491 w 5219281"/>
                <a:gd name="connsiteY222" fmla="*/ 177105 h 184618"/>
                <a:gd name="connsiteX223" fmla="*/ 816718 w 5219281"/>
                <a:gd name="connsiteY223" fmla="*/ 151745 h 184618"/>
                <a:gd name="connsiteX224" fmla="*/ 812966 w 5219281"/>
                <a:gd name="connsiteY224" fmla="*/ 121910 h 184618"/>
                <a:gd name="connsiteX225" fmla="*/ 806213 w 5219281"/>
                <a:gd name="connsiteY225" fmla="*/ 103264 h 184618"/>
                <a:gd name="connsiteX226" fmla="*/ 788956 w 5219281"/>
                <a:gd name="connsiteY226" fmla="*/ 97297 h 184618"/>
                <a:gd name="connsiteX227" fmla="*/ 783703 w 5219281"/>
                <a:gd name="connsiteY227" fmla="*/ 109976 h 184618"/>
                <a:gd name="connsiteX228" fmla="*/ 782953 w 5219281"/>
                <a:gd name="connsiteY228" fmla="*/ 135336 h 184618"/>
                <a:gd name="connsiteX229" fmla="*/ 809215 w 5219281"/>
                <a:gd name="connsiteY229" fmla="*/ 174122 h 184618"/>
                <a:gd name="connsiteX230" fmla="*/ 804713 w 5219281"/>
                <a:gd name="connsiteY230" fmla="*/ 178597 h 184618"/>
                <a:gd name="connsiteX231" fmla="*/ 723676 w 5219281"/>
                <a:gd name="connsiteY231" fmla="*/ 178597 h 184618"/>
                <a:gd name="connsiteX232" fmla="*/ 722926 w 5219281"/>
                <a:gd name="connsiteY232" fmla="*/ 175613 h 184618"/>
                <a:gd name="connsiteX233" fmla="*/ 729679 w 5219281"/>
                <a:gd name="connsiteY233" fmla="*/ 172630 h 184618"/>
                <a:gd name="connsiteX234" fmla="*/ 746937 w 5219281"/>
                <a:gd name="connsiteY234" fmla="*/ 153237 h 184618"/>
                <a:gd name="connsiteX235" fmla="*/ 746937 w 5219281"/>
                <a:gd name="connsiteY235" fmla="*/ 31659 h 184618"/>
                <a:gd name="connsiteX236" fmla="*/ 719925 w 5219281"/>
                <a:gd name="connsiteY236" fmla="*/ 10029 h 184618"/>
                <a:gd name="connsiteX237" fmla="*/ 727428 w 5219281"/>
                <a:gd name="connsiteY237" fmla="*/ 4062 h 184618"/>
                <a:gd name="connsiteX238" fmla="*/ 1693565 w 5219281"/>
                <a:gd name="connsiteY238" fmla="*/ 3816 h 184618"/>
                <a:gd name="connsiteX239" fmla="*/ 1736169 w 5219281"/>
                <a:gd name="connsiteY239" fmla="*/ 7088 h 184618"/>
                <a:gd name="connsiteX240" fmla="*/ 1716735 w 5219281"/>
                <a:gd name="connsiteY240" fmla="*/ 23540 h 184618"/>
                <a:gd name="connsiteX241" fmla="*/ 1714493 w 5219281"/>
                <a:gd name="connsiteY241" fmla="*/ 51210 h 184618"/>
                <a:gd name="connsiteX242" fmla="*/ 1712998 w 5219281"/>
                <a:gd name="connsiteY242" fmla="*/ 143942 h 184618"/>
                <a:gd name="connsiteX243" fmla="*/ 1741401 w 5219281"/>
                <a:gd name="connsiteY243" fmla="*/ 178342 h 184618"/>
                <a:gd name="connsiteX244" fmla="*/ 1651708 w 5219281"/>
                <a:gd name="connsiteY244" fmla="*/ 178342 h 184618"/>
                <a:gd name="connsiteX245" fmla="*/ 1661425 w 5219281"/>
                <a:gd name="connsiteY245" fmla="*/ 173108 h 184618"/>
                <a:gd name="connsiteX246" fmla="*/ 1675626 w 5219281"/>
                <a:gd name="connsiteY246" fmla="*/ 153664 h 184618"/>
                <a:gd name="connsiteX247" fmla="*/ 1675626 w 5219281"/>
                <a:gd name="connsiteY247" fmla="*/ 102811 h 184618"/>
                <a:gd name="connsiteX248" fmla="*/ 1664414 w 5219281"/>
                <a:gd name="connsiteY248" fmla="*/ 91593 h 184618"/>
                <a:gd name="connsiteX249" fmla="*/ 1630032 w 5219281"/>
                <a:gd name="connsiteY249" fmla="*/ 91593 h 184618"/>
                <a:gd name="connsiteX250" fmla="*/ 1618073 w 5219281"/>
                <a:gd name="connsiteY250" fmla="*/ 104307 h 184618"/>
                <a:gd name="connsiteX251" fmla="*/ 1618073 w 5219281"/>
                <a:gd name="connsiteY251" fmla="*/ 149177 h 184618"/>
                <a:gd name="connsiteX252" fmla="*/ 1636759 w 5219281"/>
                <a:gd name="connsiteY252" fmla="*/ 173855 h 184618"/>
                <a:gd name="connsiteX253" fmla="*/ 1639001 w 5219281"/>
                <a:gd name="connsiteY253" fmla="*/ 179090 h 184618"/>
                <a:gd name="connsiteX254" fmla="*/ 1558278 w 5219281"/>
                <a:gd name="connsiteY254" fmla="*/ 179090 h 184618"/>
                <a:gd name="connsiteX255" fmla="*/ 1557530 w 5219281"/>
                <a:gd name="connsiteY255" fmla="*/ 176099 h 184618"/>
                <a:gd name="connsiteX256" fmla="*/ 1565005 w 5219281"/>
                <a:gd name="connsiteY256" fmla="*/ 173108 h 184618"/>
                <a:gd name="connsiteX257" fmla="*/ 1579953 w 5219281"/>
                <a:gd name="connsiteY257" fmla="*/ 154412 h 184618"/>
                <a:gd name="connsiteX258" fmla="*/ 1579953 w 5219281"/>
                <a:gd name="connsiteY258" fmla="*/ 30271 h 184618"/>
                <a:gd name="connsiteX259" fmla="*/ 1556783 w 5219281"/>
                <a:gd name="connsiteY259" fmla="*/ 10079 h 184618"/>
                <a:gd name="connsiteX260" fmla="*/ 1641244 w 5219281"/>
                <a:gd name="connsiteY260" fmla="*/ 8583 h 184618"/>
                <a:gd name="connsiteX261" fmla="*/ 1618073 w 5219281"/>
                <a:gd name="connsiteY261" fmla="*/ 55697 h 184618"/>
                <a:gd name="connsiteX262" fmla="*/ 1644233 w 5219281"/>
                <a:gd name="connsiteY262" fmla="*/ 83367 h 184618"/>
                <a:gd name="connsiteX263" fmla="*/ 1675626 w 5219281"/>
                <a:gd name="connsiteY263" fmla="*/ 51958 h 184618"/>
                <a:gd name="connsiteX264" fmla="*/ 1675626 w 5219281"/>
                <a:gd name="connsiteY264" fmla="*/ 38497 h 184618"/>
                <a:gd name="connsiteX265" fmla="*/ 1655445 w 5219281"/>
                <a:gd name="connsiteY265" fmla="*/ 10079 h 184618"/>
                <a:gd name="connsiteX266" fmla="*/ 1693565 w 5219281"/>
                <a:gd name="connsiteY266" fmla="*/ 3816 h 184618"/>
                <a:gd name="connsiteX267" fmla="*/ 4455169 w 5219281"/>
                <a:gd name="connsiteY267" fmla="*/ 3706 h 184618"/>
                <a:gd name="connsiteX268" fmla="*/ 4536780 w 5219281"/>
                <a:gd name="connsiteY268" fmla="*/ 4453 h 184618"/>
                <a:gd name="connsiteX269" fmla="*/ 4577211 w 5219281"/>
                <a:gd name="connsiteY269" fmla="*/ 17155 h 184618"/>
                <a:gd name="connsiteX270" fmla="*/ 4590688 w 5219281"/>
                <a:gd name="connsiteY270" fmla="*/ 61239 h 184618"/>
                <a:gd name="connsiteX271" fmla="*/ 4564483 w 5219281"/>
                <a:gd name="connsiteY271" fmla="*/ 87391 h 184618"/>
                <a:gd name="connsiteX272" fmla="*/ 4539775 w 5219281"/>
                <a:gd name="connsiteY272" fmla="*/ 94116 h 184618"/>
                <a:gd name="connsiteX273" fmla="*/ 4580206 w 5219281"/>
                <a:gd name="connsiteY273" fmla="*/ 144178 h 184618"/>
                <a:gd name="connsiteX274" fmla="*/ 4591437 w 5219281"/>
                <a:gd name="connsiteY274" fmla="*/ 162111 h 184618"/>
                <a:gd name="connsiteX275" fmla="*/ 4602668 w 5219281"/>
                <a:gd name="connsiteY275" fmla="*/ 145672 h 184618"/>
                <a:gd name="connsiteX276" fmla="*/ 4606411 w 5219281"/>
                <a:gd name="connsiteY276" fmla="*/ 143431 h 184618"/>
                <a:gd name="connsiteX277" fmla="*/ 4595181 w 5219281"/>
                <a:gd name="connsiteY277" fmla="*/ 175560 h 184618"/>
                <a:gd name="connsiteX278" fmla="*/ 4541273 w 5219281"/>
                <a:gd name="connsiteY278" fmla="*/ 150903 h 184618"/>
                <a:gd name="connsiteX279" fmla="*/ 4538278 w 5219281"/>
                <a:gd name="connsiteY279" fmla="*/ 120268 h 184618"/>
                <a:gd name="connsiteX280" fmla="*/ 4509077 w 5219281"/>
                <a:gd name="connsiteY280" fmla="*/ 97105 h 184618"/>
                <a:gd name="connsiteX281" fmla="*/ 4509826 w 5219281"/>
                <a:gd name="connsiteY281" fmla="*/ 161363 h 184618"/>
                <a:gd name="connsiteX282" fmla="*/ 4531539 w 5219281"/>
                <a:gd name="connsiteY282" fmla="*/ 178549 h 184618"/>
                <a:gd name="connsiteX283" fmla="*/ 4448431 w 5219281"/>
                <a:gd name="connsiteY283" fmla="*/ 178549 h 184618"/>
                <a:gd name="connsiteX284" fmla="*/ 4445436 w 5219281"/>
                <a:gd name="connsiteY284" fmla="*/ 174813 h 184618"/>
                <a:gd name="connsiteX285" fmla="*/ 4470893 w 5219281"/>
                <a:gd name="connsiteY285" fmla="*/ 134465 h 184618"/>
                <a:gd name="connsiteX286" fmla="*/ 4470893 w 5219281"/>
                <a:gd name="connsiteY286" fmla="*/ 37329 h 184618"/>
                <a:gd name="connsiteX287" fmla="*/ 4452175 w 5219281"/>
                <a:gd name="connsiteY287" fmla="*/ 10430 h 184618"/>
                <a:gd name="connsiteX288" fmla="*/ 4449180 w 5219281"/>
                <a:gd name="connsiteY288" fmla="*/ 8189 h 184618"/>
                <a:gd name="connsiteX289" fmla="*/ 4448431 w 5219281"/>
                <a:gd name="connsiteY289" fmla="*/ 5200 h 184618"/>
                <a:gd name="connsiteX290" fmla="*/ 4455169 w 5219281"/>
                <a:gd name="connsiteY290" fmla="*/ 3706 h 184618"/>
                <a:gd name="connsiteX291" fmla="*/ 4827674 w 5219281"/>
                <a:gd name="connsiteY291" fmla="*/ 3358 h 184618"/>
                <a:gd name="connsiteX292" fmla="*/ 4872831 w 5219281"/>
                <a:gd name="connsiteY292" fmla="*/ 6362 h 184618"/>
                <a:gd name="connsiteX293" fmla="*/ 4872831 w 5219281"/>
                <a:gd name="connsiteY293" fmla="*/ 7864 h 184618"/>
                <a:gd name="connsiteX294" fmla="*/ 4849597 w 5219281"/>
                <a:gd name="connsiteY294" fmla="*/ 50671 h 184618"/>
                <a:gd name="connsiteX295" fmla="*/ 4850346 w 5219281"/>
                <a:gd name="connsiteY295" fmla="*/ 136284 h 184618"/>
                <a:gd name="connsiteX296" fmla="*/ 4876578 w 5219281"/>
                <a:gd name="connsiteY296" fmla="*/ 174584 h 184618"/>
                <a:gd name="connsiteX297" fmla="*/ 4872831 w 5219281"/>
                <a:gd name="connsiteY297" fmla="*/ 179090 h 184618"/>
                <a:gd name="connsiteX298" fmla="*/ 4788888 w 5219281"/>
                <a:gd name="connsiteY298" fmla="*/ 179090 h 184618"/>
                <a:gd name="connsiteX299" fmla="*/ 4788139 w 5219281"/>
                <a:gd name="connsiteY299" fmla="*/ 175335 h 184618"/>
                <a:gd name="connsiteX300" fmla="*/ 4795634 w 5219281"/>
                <a:gd name="connsiteY300" fmla="*/ 173082 h 184618"/>
                <a:gd name="connsiteX301" fmla="*/ 4811373 w 5219281"/>
                <a:gd name="connsiteY301" fmla="*/ 155059 h 184618"/>
                <a:gd name="connsiteX302" fmla="*/ 4811373 w 5219281"/>
                <a:gd name="connsiteY302" fmla="*/ 28892 h 184618"/>
                <a:gd name="connsiteX303" fmla="*/ 4788139 w 5219281"/>
                <a:gd name="connsiteY303" fmla="*/ 9366 h 184618"/>
                <a:gd name="connsiteX304" fmla="*/ 4827674 w 5219281"/>
                <a:gd name="connsiteY304" fmla="*/ 3358 h 184618"/>
                <a:gd name="connsiteX305" fmla="*/ 1127399 w 5219281"/>
                <a:gd name="connsiteY305" fmla="*/ 3358 h 184618"/>
                <a:gd name="connsiteX306" fmla="*/ 1171594 w 5219281"/>
                <a:gd name="connsiteY306" fmla="*/ 7113 h 184618"/>
                <a:gd name="connsiteX307" fmla="*/ 1171594 w 5219281"/>
                <a:gd name="connsiteY307" fmla="*/ 8615 h 184618"/>
                <a:gd name="connsiteX308" fmla="*/ 1149122 w 5219281"/>
                <a:gd name="connsiteY308" fmla="*/ 46916 h 184618"/>
                <a:gd name="connsiteX309" fmla="*/ 1149122 w 5219281"/>
                <a:gd name="connsiteY309" fmla="*/ 152055 h 184618"/>
                <a:gd name="connsiteX310" fmla="*/ 1171594 w 5219281"/>
                <a:gd name="connsiteY310" fmla="*/ 170078 h 184618"/>
                <a:gd name="connsiteX311" fmla="*/ 1215790 w 5219281"/>
                <a:gd name="connsiteY311" fmla="*/ 125019 h 184618"/>
                <a:gd name="connsiteX312" fmla="*/ 1220284 w 5219281"/>
                <a:gd name="connsiteY312" fmla="*/ 113754 h 184618"/>
                <a:gd name="connsiteX313" fmla="*/ 1224030 w 5219281"/>
                <a:gd name="connsiteY313" fmla="*/ 114505 h 184618"/>
                <a:gd name="connsiteX314" fmla="*/ 1224030 w 5219281"/>
                <a:gd name="connsiteY314" fmla="*/ 179090 h 184618"/>
                <a:gd name="connsiteX315" fmla="*/ 1086949 w 5219281"/>
                <a:gd name="connsiteY315" fmla="*/ 179090 h 184618"/>
                <a:gd name="connsiteX316" fmla="*/ 1110919 w 5219281"/>
                <a:gd name="connsiteY316" fmla="*/ 139288 h 184618"/>
                <a:gd name="connsiteX317" fmla="*/ 1111668 w 5219281"/>
                <a:gd name="connsiteY317" fmla="*/ 38655 h 184618"/>
                <a:gd name="connsiteX318" fmla="*/ 1087698 w 5219281"/>
                <a:gd name="connsiteY318" fmla="*/ 8615 h 184618"/>
                <a:gd name="connsiteX319" fmla="*/ 1127399 w 5219281"/>
                <a:gd name="connsiteY319" fmla="*/ 3358 h 184618"/>
                <a:gd name="connsiteX320" fmla="*/ 2404549 w 5219281"/>
                <a:gd name="connsiteY320" fmla="*/ 3353 h 184618"/>
                <a:gd name="connsiteX321" fmla="*/ 2433725 w 5219281"/>
                <a:gd name="connsiteY321" fmla="*/ 22831 h 184618"/>
                <a:gd name="connsiteX322" fmla="*/ 2492079 w 5219281"/>
                <a:gd name="connsiteY322" fmla="*/ 109736 h 184618"/>
                <a:gd name="connsiteX323" fmla="*/ 2502552 w 5219281"/>
                <a:gd name="connsiteY323" fmla="*/ 123221 h 184618"/>
                <a:gd name="connsiteX324" fmla="*/ 2506293 w 5219281"/>
                <a:gd name="connsiteY324" fmla="*/ 121723 h 184618"/>
                <a:gd name="connsiteX325" fmla="*/ 2505545 w 5219281"/>
                <a:gd name="connsiteY325" fmla="*/ 31821 h 184618"/>
                <a:gd name="connsiteX326" fmla="*/ 2491330 w 5219281"/>
                <a:gd name="connsiteY326" fmla="*/ 13841 h 184618"/>
                <a:gd name="connsiteX327" fmla="*/ 2480857 w 5219281"/>
                <a:gd name="connsiteY327" fmla="*/ 10095 h 184618"/>
                <a:gd name="connsiteX328" fmla="*/ 2480857 w 5219281"/>
                <a:gd name="connsiteY328" fmla="*/ 6349 h 184618"/>
                <a:gd name="connsiteX329" fmla="*/ 2538462 w 5219281"/>
                <a:gd name="connsiteY329" fmla="*/ 6349 h 184618"/>
                <a:gd name="connsiteX330" fmla="*/ 2538462 w 5219281"/>
                <a:gd name="connsiteY330" fmla="*/ 9346 h 184618"/>
                <a:gd name="connsiteX331" fmla="*/ 2517514 w 5219281"/>
                <a:gd name="connsiteY331" fmla="*/ 46805 h 184618"/>
                <a:gd name="connsiteX332" fmla="*/ 2517514 w 5219281"/>
                <a:gd name="connsiteY332" fmla="*/ 162178 h 184618"/>
                <a:gd name="connsiteX333" fmla="*/ 2517514 w 5219281"/>
                <a:gd name="connsiteY333" fmla="*/ 178660 h 184618"/>
                <a:gd name="connsiteX334" fmla="*/ 2488338 w 5219281"/>
                <a:gd name="connsiteY334" fmla="*/ 168921 h 184618"/>
                <a:gd name="connsiteX335" fmla="*/ 2410534 w 5219281"/>
                <a:gd name="connsiteY335" fmla="*/ 53548 h 184618"/>
                <a:gd name="connsiteX336" fmla="*/ 2403053 w 5219281"/>
                <a:gd name="connsiteY336" fmla="*/ 45307 h 184618"/>
                <a:gd name="connsiteX337" fmla="*/ 2398564 w 5219281"/>
                <a:gd name="connsiteY337" fmla="*/ 46056 h 184618"/>
                <a:gd name="connsiteX338" fmla="*/ 2398564 w 5219281"/>
                <a:gd name="connsiteY338" fmla="*/ 91756 h 184618"/>
                <a:gd name="connsiteX339" fmla="*/ 2399312 w 5219281"/>
                <a:gd name="connsiteY339" fmla="*/ 148693 h 184618"/>
                <a:gd name="connsiteX340" fmla="*/ 2422504 w 5219281"/>
                <a:gd name="connsiteY340" fmla="*/ 173416 h 184618"/>
                <a:gd name="connsiteX341" fmla="*/ 2427741 w 5219281"/>
                <a:gd name="connsiteY341" fmla="*/ 177162 h 184618"/>
                <a:gd name="connsiteX342" fmla="*/ 2366395 w 5219281"/>
                <a:gd name="connsiteY342" fmla="*/ 180908 h 184618"/>
                <a:gd name="connsiteX343" fmla="*/ 2366395 w 5219281"/>
                <a:gd name="connsiteY343" fmla="*/ 176413 h 184618"/>
                <a:gd name="connsiteX344" fmla="*/ 2373128 w 5219281"/>
                <a:gd name="connsiteY344" fmla="*/ 173416 h 184618"/>
                <a:gd name="connsiteX345" fmla="*/ 2388090 w 5219281"/>
                <a:gd name="connsiteY345" fmla="*/ 155436 h 184618"/>
                <a:gd name="connsiteX346" fmla="*/ 2388838 w 5219281"/>
                <a:gd name="connsiteY346" fmla="*/ 31072 h 184618"/>
                <a:gd name="connsiteX347" fmla="*/ 2364899 w 5219281"/>
                <a:gd name="connsiteY347" fmla="*/ 10095 h 184618"/>
                <a:gd name="connsiteX348" fmla="*/ 2364899 w 5219281"/>
                <a:gd name="connsiteY348" fmla="*/ 7099 h 184618"/>
                <a:gd name="connsiteX349" fmla="*/ 2404549 w 5219281"/>
                <a:gd name="connsiteY349" fmla="*/ 3353 h 184618"/>
                <a:gd name="connsiteX350" fmla="*/ 4894338 w 5219281"/>
                <a:gd name="connsiteY350" fmla="*/ 3316 h 184618"/>
                <a:gd name="connsiteX351" fmla="*/ 4946772 w 5219281"/>
                <a:gd name="connsiteY351" fmla="*/ 3316 h 184618"/>
                <a:gd name="connsiteX352" fmla="*/ 5036658 w 5219281"/>
                <a:gd name="connsiteY352" fmla="*/ 4063 h 184618"/>
                <a:gd name="connsiteX353" fmla="*/ 5049392 w 5219281"/>
                <a:gd name="connsiteY353" fmla="*/ 16752 h 184618"/>
                <a:gd name="connsiteX354" fmla="*/ 5049392 w 5219281"/>
                <a:gd name="connsiteY354" fmla="*/ 63032 h 184618"/>
                <a:gd name="connsiteX355" fmla="*/ 5045647 w 5219281"/>
                <a:gd name="connsiteY355" fmla="*/ 64525 h 184618"/>
                <a:gd name="connsiteX356" fmla="*/ 5038905 w 5219281"/>
                <a:gd name="connsiteY356" fmla="*/ 51835 h 184618"/>
                <a:gd name="connsiteX357" fmla="*/ 5005947 w 5219281"/>
                <a:gd name="connsiteY357" fmla="*/ 15259 h 184618"/>
                <a:gd name="connsiteX358" fmla="*/ 4990966 w 5219281"/>
                <a:gd name="connsiteY358" fmla="*/ 27202 h 184618"/>
                <a:gd name="connsiteX359" fmla="*/ 4990966 w 5219281"/>
                <a:gd name="connsiteY359" fmla="*/ 149619 h 184618"/>
                <a:gd name="connsiteX360" fmla="*/ 5011939 w 5219281"/>
                <a:gd name="connsiteY360" fmla="*/ 172759 h 184618"/>
                <a:gd name="connsiteX361" fmla="*/ 5015685 w 5219281"/>
                <a:gd name="connsiteY361" fmla="*/ 174252 h 184618"/>
                <a:gd name="connsiteX362" fmla="*/ 5016434 w 5219281"/>
                <a:gd name="connsiteY362" fmla="*/ 177984 h 184618"/>
                <a:gd name="connsiteX363" fmla="*/ 4925049 w 5219281"/>
                <a:gd name="connsiteY363" fmla="*/ 177984 h 184618"/>
                <a:gd name="connsiteX364" fmla="*/ 4925798 w 5219281"/>
                <a:gd name="connsiteY364" fmla="*/ 173506 h 184618"/>
                <a:gd name="connsiteX365" fmla="*/ 4937034 w 5219281"/>
                <a:gd name="connsiteY365" fmla="*/ 172013 h 184618"/>
                <a:gd name="connsiteX366" fmla="*/ 4952015 w 5219281"/>
                <a:gd name="connsiteY366" fmla="*/ 155591 h 184618"/>
                <a:gd name="connsiteX367" fmla="*/ 4952015 w 5219281"/>
                <a:gd name="connsiteY367" fmla="*/ 24217 h 184618"/>
                <a:gd name="connsiteX368" fmla="*/ 4939281 w 5219281"/>
                <a:gd name="connsiteY368" fmla="*/ 14513 h 184618"/>
                <a:gd name="connsiteX369" fmla="*/ 4906323 w 5219281"/>
                <a:gd name="connsiteY369" fmla="*/ 48849 h 184618"/>
                <a:gd name="connsiteX370" fmla="*/ 4898833 w 5219281"/>
                <a:gd name="connsiteY370" fmla="*/ 64525 h 184618"/>
                <a:gd name="connsiteX371" fmla="*/ 4894338 w 5219281"/>
                <a:gd name="connsiteY371" fmla="*/ 3316 h 184618"/>
                <a:gd name="connsiteX372" fmla="*/ 3134904 w 5219281"/>
                <a:gd name="connsiteY372" fmla="*/ 3316 h 184618"/>
                <a:gd name="connsiteX373" fmla="*/ 3143165 w 5219281"/>
                <a:gd name="connsiteY373" fmla="*/ 9275 h 184618"/>
                <a:gd name="connsiteX374" fmla="*/ 3116130 w 5219281"/>
                <a:gd name="connsiteY374" fmla="*/ 53218 h 184618"/>
                <a:gd name="connsiteX375" fmla="*/ 3115379 w 5219281"/>
                <a:gd name="connsiteY375" fmla="*/ 138126 h 184618"/>
                <a:gd name="connsiteX376" fmla="*/ 3138659 w 5219281"/>
                <a:gd name="connsiteY376" fmla="*/ 177601 h 184618"/>
                <a:gd name="connsiteX377" fmla="*/ 3059056 w 5219281"/>
                <a:gd name="connsiteY377" fmla="*/ 177601 h 184618"/>
                <a:gd name="connsiteX378" fmla="*/ 3080083 w 5219281"/>
                <a:gd name="connsiteY378" fmla="*/ 131423 h 184618"/>
                <a:gd name="connsiteX379" fmla="*/ 3079332 w 5219281"/>
                <a:gd name="connsiteY379" fmla="*/ 45025 h 184618"/>
                <a:gd name="connsiteX380" fmla="*/ 3077830 w 5219281"/>
                <a:gd name="connsiteY380" fmla="*/ 31619 h 184618"/>
                <a:gd name="connsiteX381" fmla="*/ 3074075 w 5219281"/>
                <a:gd name="connsiteY381" fmla="*/ 30874 h 184618"/>
                <a:gd name="connsiteX382" fmla="*/ 3052297 w 5219281"/>
                <a:gd name="connsiteY382" fmla="*/ 102375 h 184618"/>
                <a:gd name="connsiteX383" fmla="*/ 3032021 w 5219281"/>
                <a:gd name="connsiteY383" fmla="*/ 170897 h 184618"/>
                <a:gd name="connsiteX384" fmla="*/ 3019254 w 5219281"/>
                <a:gd name="connsiteY384" fmla="*/ 179090 h 184618"/>
                <a:gd name="connsiteX385" fmla="*/ 3007990 w 5219281"/>
                <a:gd name="connsiteY385" fmla="*/ 169408 h 184618"/>
                <a:gd name="connsiteX386" fmla="*/ 2971192 w 5219281"/>
                <a:gd name="connsiteY386" fmla="*/ 40556 h 184618"/>
                <a:gd name="connsiteX387" fmla="*/ 2965184 w 5219281"/>
                <a:gd name="connsiteY387" fmla="*/ 27150 h 184618"/>
                <a:gd name="connsiteX388" fmla="*/ 2962931 w 5219281"/>
                <a:gd name="connsiteY388" fmla="*/ 37577 h 184618"/>
                <a:gd name="connsiteX389" fmla="*/ 2962931 w 5219281"/>
                <a:gd name="connsiteY389" fmla="*/ 131423 h 184618"/>
                <a:gd name="connsiteX390" fmla="*/ 2990717 w 5219281"/>
                <a:gd name="connsiteY390" fmla="*/ 177601 h 184618"/>
                <a:gd name="connsiteX391" fmla="*/ 2928387 w 5219281"/>
                <a:gd name="connsiteY391" fmla="*/ 177601 h 184618"/>
                <a:gd name="connsiteX392" fmla="*/ 2925383 w 5219281"/>
                <a:gd name="connsiteY392" fmla="*/ 173132 h 184618"/>
                <a:gd name="connsiteX393" fmla="*/ 2951667 w 5219281"/>
                <a:gd name="connsiteY393" fmla="*/ 134402 h 184618"/>
                <a:gd name="connsiteX394" fmla="*/ 2951667 w 5219281"/>
                <a:gd name="connsiteY394" fmla="*/ 52473 h 184618"/>
                <a:gd name="connsiteX395" fmla="*/ 2926885 w 5219281"/>
                <a:gd name="connsiteY395" fmla="*/ 8530 h 184618"/>
                <a:gd name="connsiteX396" fmla="*/ 2930640 w 5219281"/>
                <a:gd name="connsiteY396" fmla="*/ 4806 h 184618"/>
                <a:gd name="connsiteX397" fmla="*/ 2969690 w 5219281"/>
                <a:gd name="connsiteY397" fmla="*/ 4806 h 184618"/>
                <a:gd name="connsiteX398" fmla="*/ 3004986 w 5219281"/>
                <a:gd name="connsiteY398" fmla="*/ 31619 h 184618"/>
                <a:gd name="connsiteX399" fmla="*/ 3025262 w 5219281"/>
                <a:gd name="connsiteY399" fmla="*/ 101631 h 184618"/>
                <a:gd name="connsiteX400" fmla="*/ 3032021 w 5219281"/>
                <a:gd name="connsiteY400" fmla="*/ 120251 h 184618"/>
                <a:gd name="connsiteX401" fmla="*/ 3036527 w 5219281"/>
                <a:gd name="connsiteY401" fmla="*/ 120251 h 184618"/>
                <a:gd name="connsiteX402" fmla="*/ 3055301 w 5219281"/>
                <a:gd name="connsiteY402" fmla="*/ 56942 h 184618"/>
                <a:gd name="connsiteX403" fmla="*/ 3068068 w 5219281"/>
                <a:gd name="connsiteY403" fmla="*/ 12999 h 184618"/>
                <a:gd name="connsiteX404" fmla="*/ 3076328 w 5219281"/>
                <a:gd name="connsiteY404" fmla="*/ 4061 h 184618"/>
                <a:gd name="connsiteX405" fmla="*/ 3134904 w 5219281"/>
                <a:gd name="connsiteY405" fmla="*/ 3316 h 184618"/>
                <a:gd name="connsiteX406" fmla="*/ 2757081 w 5219281"/>
                <a:gd name="connsiteY406" fmla="*/ 3316 h 184618"/>
                <a:gd name="connsiteX407" fmla="*/ 2851961 w 5219281"/>
                <a:gd name="connsiteY407" fmla="*/ 5559 h 184618"/>
                <a:gd name="connsiteX408" fmla="*/ 2894545 w 5219281"/>
                <a:gd name="connsiteY408" fmla="*/ 37704 h 184618"/>
                <a:gd name="connsiteX409" fmla="*/ 2880351 w 5219281"/>
                <a:gd name="connsiteY409" fmla="*/ 81063 h 184618"/>
                <a:gd name="connsiteX410" fmla="*/ 2842249 w 5219281"/>
                <a:gd name="connsiteY410" fmla="*/ 95267 h 184618"/>
                <a:gd name="connsiteX411" fmla="*/ 2884833 w 5219281"/>
                <a:gd name="connsiteY411" fmla="*/ 150587 h 184618"/>
                <a:gd name="connsiteX412" fmla="*/ 2894545 w 5219281"/>
                <a:gd name="connsiteY412" fmla="*/ 162549 h 184618"/>
                <a:gd name="connsiteX413" fmla="*/ 2904258 w 5219281"/>
                <a:gd name="connsiteY413" fmla="*/ 151335 h 184618"/>
                <a:gd name="connsiteX414" fmla="*/ 2908740 w 5219281"/>
                <a:gd name="connsiteY414" fmla="*/ 143112 h 184618"/>
                <a:gd name="connsiteX415" fmla="*/ 2891557 w 5219281"/>
                <a:gd name="connsiteY415" fmla="*/ 179743 h 184618"/>
                <a:gd name="connsiteX416" fmla="*/ 2848226 w 5219281"/>
                <a:gd name="connsiteY416" fmla="*/ 162549 h 184618"/>
                <a:gd name="connsiteX417" fmla="*/ 2840755 w 5219281"/>
                <a:gd name="connsiteY417" fmla="*/ 118442 h 184618"/>
                <a:gd name="connsiteX418" fmla="*/ 2828801 w 5219281"/>
                <a:gd name="connsiteY418" fmla="*/ 99753 h 184618"/>
                <a:gd name="connsiteX419" fmla="*/ 2810871 w 5219281"/>
                <a:gd name="connsiteY419" fmla="*/ 110219 h 184618"/>
                <a:gd name="connsiteX420" fmla="*/ 2811618 w 5219281"/>
                <a:gd name="connsiteY420" fmla="*/ 140121 h 184618"/>
                <a:gd name="connsiteX421" fmla="*/ 2834031 w 5219281"/>
                <a:gd name="connsiteY421" fmla="*/ 175257 h 184618"/>
                <a:gd name="connsiteX422" fmla="*/ 2749610 w 5219281"/>
                <a:gd name="connsiteY422" fmla="*/ 176005 h 184618"/>
                <a:gd name="connsiteX423" fmla="*/ 2759322 w 5219281"/>
                <a:gd name="connsiteY423" fmla="*/ 173015 h 184618"/>
                <a:gd name="connsiteX424" fmla="*/ 2775011 w 5219281"/>
                <a:gd name="connsiteY424" fmla="*/ 154325 h 184618"/>
                <a:gd name="connsiteX425" fmla="*/ 2775011 w 5219281"/>
                <a:gd name="connsiteY425" fmla="*/ 31724 h 184618"/>
                <a:gd name="connsiteX426" fmla="*/ 2750357 w 5219281"/>
                <a:gd name="connsiteY426" fmla="*/ 10044 h 184618"/>
                <a:gd name="connsiteX427" fmla="*/ 2751104 w 5219281"/>
                <a:gd name="connsiteY427" fmla="*/ 6306 h 184618"/>
                <a:gd name="connsiteX428" fmla="*/ 2757081 w 5219281"/>
                <a:gd name="connsiteY428" fmla="*/ 3316 h 184618"/>
                <a:gd name="connsiteX429" fmla="*/ 197218 w 5219281"/>
                <a:gd name="connsiteY429" fmla="*/ 3316 h 184618"/>
                <a:gd name="connsiteX430" fmla="*/ 314783 w 5219281"/>
                <a:gd name="connsiteY430" fmla="*/ 4062 h 184618"/>
                <a:gd name="connsiteX431" fmla="*/ 328176 w 5219281"/>
                <a:gd name="connsiteY431" fmla="*/ 15257 h 184618"/>
                <a:gd name="connsiteX432" fmla="*/ 325200 w 5219281"/>
                <a:gd name="connsiteY432" fmla="*/ 65261 h 184618"/>
                <a:gd name="connsiteX433" fmla="*/ 318503 w 5219281"/>
                <a:gd name="connsiteY433" fmla="*/ 54813 h 184618"/>
                <a:gd name="connsiteX434" fmla="*/ 264185 w 5219281"/>
                <a:gd name="connsiteY434" fmla="*/ 13018 h 184618"/>
                <a:gd name="connsiteX435" fmla="*/ 241863 w 5219281"/>
                <a:gd name="connsiteY435" fmla="*/ 33169 h 184618"/>
                <a:gd name="connsiteX436" fmla="*/ 241863 w 5219281"/>
                <a:gd name="connsiteY436" fmla="*/ 80188 h 184618"/>
                <a:gd name="connsiteX437" fmla="*/ 284276 w 5219281"/>
                <a:gd name="connsiteY437" fmla="*/ 53320 h 184618"/>
                <a:gd name="connsiteX438" fmla="*/ 285020 w 5219281"/>
                <a:gd name="connsiteY438" fmla="*/ 122728 h 184618"/>
                <a:gd name="connsiteX439" fmla="*/ 278323 w 5219281"/>
                <a:gd name="connsiteY439" fmla="*/ 110041 h 184618"/>
                <a:gd name="connsiteX440" fmla="*/ 263441 w 5219281"/>
                <a:gd name="connsiteY440" fmla="*/ 95861 h 184618"/>
                <a:gd name="connsiteX441" fmla="*/ 241863 w 5219281"/>
                <a:gd name="connsiteY441" fmla="*/ 108548 h 184618"/>
                <a:gd name="connsiteX442" fmla="*/ 241863 w 5219281"/>
                <a:gd name="connsiteY442" fmla="*/ 153328 h 184618"/>
                <a:gd name="connsiteX443" fmla="*/ 260465 w 5219281"/>
                <a:gd name="connsiteY443" fmla="*/ 171239 h 184618"/>
                <a:gd name="connsiteX444" fmla="*/ 321480 w 5219281"/>
                <a:gd name="connsiteY444" fmla="*/ 127206 h 184618"/>
                <a:gd name="connsiteX445" fmla="*/ 327432 w 5219281"/>
                <a:gd name="connsiteY445" fmla="*/ 115265 h 184618"/>
                <a:gd name="connsiteX446" fmla="*/ 331153 w 5219281"/>
                <a:gd name="connsiteY446" fmla="*/ 116011 h 184618"/>
                <a:gd name="connsiteX447" fmla="*/ 331153 w 5219281"/>
                <a:gd name="connsiteY447" fmla="*/ 173478 h 184618"/>
                <a:gd name="connsiteX448" fmla="*/ 323712 w 5219281"/>
                <a:gd name="connsiteY448" fmla="*/ 180195 h 184618"/>
                <a:gd name="connsiteX449" fmla="*/ 183824 w 5219281"/>
                <a:gd name="connsiteY449" fmla="*/ 179449 h 184618"/>
                <a:gd name="connsiteX450" fmla="*/ 177128 w 5219281"/>
                <a:gd name="connsiteY450" fmla="*/ 175717 h 184618"/>
                <a:gd name="connsiteX451" fmla="*/ 189033 w 5219281"/>
                <a:gd name="connsiteY451" fmla="*/ 171986 h 184618"/>
                <a:gd name="connsiteX452" fmla="*/ 202427 w 5219281"/>
                <a:gd name="connsiteY452" fmla="*/ 155567 h 184618"/>
                <a:gd name="connsiteX453" fmla="*/ 203171 w 5219281"/>
                <a:gd name="connsiteY453" fmla="*/ 30184 h 184618"/>
                <a:gd name="connsiteX454" fmla="*/ 187545 w 5219281"/>
                <a:gd name="connsiteY454" fmla="*/ 11526 h 184618"/>
                <a:gd name="connsiteX455" fmla="*/ 180104 w 5219281"/>
                <a:gd name="connsiteY455" fmla="*/ 5555 h 184618"/>
                <a:gd name="connsiteX456" fmla="*/ 197218 w 5219281"/>
                <a:gd name="connsiteY456" fmla="*/ 3316 h 184618"/>
                <a:gd name="connsiteX457" fmla="*/ 4043261 w 5219281"/>
                <a:gd name="connsiteY457" fmla="*/ 3264 h 184618"/>
                <a:gd name="connsiteX458" fmla="*/ 4090572 w 5219281"/>
                <a:gd name="connsiteY458" fmla="*/ 8615 h 184618"/>
                <a:gd name="connsiteX459" fmla="*/ 4063591 w 5219281"/>
                <a:gd name="connsiteY459" fmla="*/ 53675 h 184618"/>
                <a:gd name="connsiteX460" fmla="*/ 4063591 w 5219281"/>
                <a:gd name="connsiteY460" fmla="*/ 133280 h 184618"/>
                <a:gd name="connsiteX461" fmla="*/ 4090572 w 5219281"/>
                <a:gd name="connsiteY461" fmla="*/ 174584 h 184618"/>
                <a:gd name="connsiteX462" fmla="*/ 4086825 w 5219281"/>
                <a:gd name="connsiteY462" fmla="*/ 179090 h 184618"/>
                <a:gd name="connsiteX463" fmla="*/ 4002133 w 5219281"/>
                <a:gd name="connsiteY463" fmla="*/ 179090 h 184618"/>
                <a:gd name="connsiteX464" fmla="*/ 4002133 w 5219281"/>
                <a:gd name="connsiteY464" fmla="*/ 175335 h 184618"/>
                <a:gd name="connsiteX465" fmla="*/ 4025367 w 5219281"/>
                <a:gd name="connsiteY465" fmla="*/ 140039 h 184618"/>
                <a:gd name="connsiteX466" fmla="*/ 4025367 w 5219281"/>
                <a:gd name="connsiteY466" fmla="*/ 43912 h 184618"/>
                <a:gd name="connsiteX467" fmla="*/ 4002133 w 5219281"/>
                <a:gd name="connsiteY467" fmla="*/ 8615 h 184618"/>
                <a:gd name="connsiteX468" fmla="*/ 4043261 w 5219281"/>
                <a:gd name="connsiteY468" fmla="*/ 3264 h 184618"/>
                <a:gd name="connsiteX469" fmla="*/ 3851659 w 5219281"/>
                <a:gd name="connsiteY469" fmla="*/ 3078 h 184618"/>
                <a:gd name="connsiteX470" fmla="*/ 3884254 w 5219281"/>
                <a:gd name="connsiteY470" fmla="*/ 32311 h 184618"/>
                <a:gd name="connsiteX471" fmla="*/ 3937341 w 5219281"/>
                <a:gd name="connsiteY471" fmla="*/ 113363 h 184618"/>
                <a:gd name="connsiteX472" fmla="*/ 3949304 w 5219281"/>
                <a:gd name="connsiteY472" fmla="*/ 126121 h 184618"/>
                <a:gd name="connsiteX473" fmla="*/ 3949304 w 5219281"/>
                <a:gd name="connsiteY473" fmla="*/ 94601 h 184618"/>
                <a:gd name="connsiteX474" fmla="*/ 3950052 w 5219281"/>
                <a:gd name="connsiteY474" fmla="*/ 40566 h 184618"/>
                <a:gd name="connsiteX475" fmla="*/ 3929116 w 5219281"/>
                <a:gd name="connsiteY475" fmla="*/ 12048 h 184618"/>
                <a:gd name="connsiteX476" fmla="*/ 3925378 w 5219281"/>
                <a:gd name="connsiteY476" fmla="*/ 9797 h 184618"/>
                <a:gd name="connsiteX477" fmla="*/ 3923882 w 5219281"/>
                <a:gd name="connsiteY477" fmla="*/ 5294 h 184618"/>
                <a:gd name="connsiteX478" fmla="*/ 3984446 w 5219281"/>
                <a:gd name="connsiteY478" fmla="*/ 5294 h 184618"/>
                <a:gd name="connsiteX479" fmla="*/ 3960520 w 5219281"/>
                <a:gd name="connsiteY479" fmla="*/ 51824 h 184618"/>
                <a:gd name="connsiteX480" fmla="*/ 3959772 w 5219281"/>
                <a:gd name="connsiteY480" fmla="*/ 159893 h 184618"/>
                <a:gd name="connsiteX481" fmla="*/ 3959772 w 5219281"/>
                <a:gd name="connsiteY481" fmla="*/ 179405 h 184618"/>
                <a:gd name="connsiteX482" fmla="*/ 3932107 w 5219281"/>
                <a:gd name="connsiteY482" fmla="*/ 170400 h 184618"/>
                <a:gd name="connsiteX483" fmla="*/ 3855841 w 5219281"/>
                <a:gd name="connsiteY483" fmla="*/ 56327 h 184618"/>
                <a:gd name="connsiteX484" fmla="*/ 3847617 w 5219281"/>
                <a:gd name="connsiteY484" fmla="*/ 45069 h 184618"/>
                <a:gd name="connsiteX485" fmla="*/ 3843130 w 5219281"/>
                <a:gd name="connsiteY485" fmla="*/ 46570 h 184618"/>
                <a:gd name="connsiteX486" fmla="*/ 3843878 w 5219281"/>
                <a:gd name="connsiteY486" fmla="*/ 158392 h 184618"/>
                <a:gd name="connsiteX487" fmla="*/ 3858084 w 5219281"/>
                <a:gd name="connsiteY487" fmla="*/ 172651 h 184618"/>
                <a:gd name="connsiteX488" fmla="*/ 3870048 w 5219281"/>
                <a:gd name="connsiteY488" fmla="*/ 174902 h 184618"/>
                <a:gd name="connsiteX489" fmla="*/ 3869300 w 5219281"/>
                <a:gd name="connsiteY489" fmla="*/ 178655 h 184618"/>
                <a:gd name="connsiteX490" fmla="*/ 3809484 w 5219281"/>
                <a:gd name="connsiteY490" fmla="*/ 178655 h 184618"/>
                <a:gd name="connsiteX491" fmla="*/ 3808736 w 5219281"/>
                <a:gd name="connsiteY491" fmla="*/ 175653 h 184618"/>
                <a:gd name="connsiteX492" fmla="*/ 3816961 w 5219281"/>
                <a:gd name="connsiteY492" fmla="*/ 173401 h 184618"/>
                <a:gd name="connsiteX493" fmla="*/ 3831915 w 5219281"/>
                <a:gd name="connsiteY493" fmla="*/ 155390 h 184618"/>
                <a:gd name="connsiteX494" fmla="*/ 3832663 w 5219281"/>
                <a:gd name="connsiteY494" fmla="*/ 30060 h 184618"/>
                <a:gd name="connsiteX495" fmla="*/ 3804250 w 5219281"/>
                <a:gd name="connsiteY495" fmla="*/ 7545 h 184618"/>
                <a:gd name="connsiteX496" fmla="*/ 3815466 w 5219281"/>
                <a:gd name="connsiteY496" fmla="*/ 3793 h 184618"/>
                <a:gd name="connsiteX497" fmla="*/ 3834906 w 5219281"/>
                <a:gd name="connsiteY497" fmla="*/ 3793 h 184618"/>
                <a:gd name="connsiteX498" fmla="*/ 3851659 w 5219281"/>
                <a:gd name="connsiteY498" fmla="*/ 3078 h 184618"/>
                <a:gd name="connsiteX499" fmla="*/ 1898402 w 5219281"/>
                <a:gd name="connsiteY499" fmla="*/ 2689 h 184618"/>
                <a:gd name="connsiteX500" fmla="*/ 1945281 w 5219281"/>
                <a:gd name="connsiteY500" fmla="*/ 41640 h 184618"/>
                <a:gd name="connsiteX501" fmla="*/ 1991831 w 5219281"/>
                <a:gd name="connsiteY501" fmla="*/ 111450 h 184618"/>
                <a:gd name="connsiteX502" fmla="*/ 2003094 w 5219281"/>
                <a:gd name="connsiteY502" fmla="*/ 125712 h 184618"/>
                <a:gd name="connsiteX503" fmla="*/ 2005346 w 5219281"/>
                <a:gd name="connsiteY503" fmla="*/ 111450 h 184618"/>
                <a:gd name="connsiteX504" fmla="*/ 2005346 w 5219281"/>
                <a:gd name="connsiteY504" fmla="*/ 40889 h 184618"/>
                <a:gd name="connsiteX505" fmla="*/ 1984323 w 5219281"/>
                <a:gd name="connsiteY505" fmla="*/ 11614 h 184618"/>
                <a:gd name="connsiteX506" fmla="*/ 1980569 w 5219281"/>
                <a:gd name="connsiteY506" fmla="*/ 9362 h 184618"/>
                <a:gd name="connsiteX507" fmla="*/ 1979068 w 5219281"/>
                <a:gd name="connsiteY507" fmla="*/ 4858 h 184618"/>
                <a:gd name="connsiteX508" fmla="*/ 2036130 w 5219281"/>
                <a:gd name="connsiteY508" fmla="*/ 4858 h 184618"/>
                <a:gd name="connsiteX509" fmla="*/ 2039884 w 5219281"/>
                <a:gd name="connsiteY509" fmla="*/ 7861 h 184618"/>
                <a:gd name="connsiteX510" fmla="*/ 2015858 w 5219281"/>
                <a:gd name="connsiteY510" fmla="*/ 58905 h 184618"/>
                <a:gd name="connsiteX511" fmla="*/ 2015858 w 5219281"/>
                <a:gd name="connsiteY511" fmla="*/ 178258 h 184618"/>
                <a:gd name="connsiteX512" fmla="*/ 1985074 w 5219281"/>
                <a:gd name="connsiteY512" fmla="*/ 167749 h 184618"/>
                <a:gd name="connsiteX513" fmla="*/ 1909242 w 5219281"/>
                <a:gd name="connsiteY513" fmla="*/ 54401 h 184618"/>
                <a:gd name="connsiteX514" fmla="*/ 1900983 w 5219281"/>
                <a:gd name="connsiteY514" fmla="*/ 45393 h 184618"/>
                <a:gd name="connsiteX515" fmla="*/ 1897229 w 5219281"/>
                <a:gd name="connsiteY515" fmla="*/ 46895 h 184618"/>
                <a:gd name="connsiteX516" fmla="*/ 1897229 w 5219281"/>
                <a:gd name="connsiteY516" fmla="*/ 104694 h 184618"/>
                <a:gd name="connsiteX517" fmla="*/ 1897229 w 5219281"/>
                <a:gd name="connsiteY517" fmla="*/ 149733 h 184618"/>
                <a:gd name="connsiteX518" fmla="*/ 1918251 w 5219281"/>
                <a:gd name="connsiteY518" fmla="*/ 173003 h 184618"/>
                <a:gd name="connsiteX519" fmla="*/ 1925760 w 5219281"/>
                <a:gd name="connsiteY519" fmla="*/ 178258 h 184618"/>
                <a:gd name="connsiteX520" fmla="*/ 1863442 w 5219281"/>
                <a:gd name="connsiteY520" fmla="*/ 178258 h 184618"/>
                <a:gd name="connsiteX521" fmla="*/ 1864193 w 5219281"/>
                <a:gd name="connsiteY521" fmla="*/ 174504 h 184618"/>
                <a:gd name="connsiteX522" fmla="*/ 1885966 w 5219281"/>
                <a:gd name="connsiteY522" fmla="*/ 144479 h 184618"/>
                <a:gd name="connsiteX523" fmla="*/ 1885966 w 5219281"/>
                <a:gd name="connsiteY523" fmla="*/ 46895 h 184618"/>
                <a:gd name="connsiteX524" fmla="*/ 1859688 w 5219281"/>
                <a:gd name="connsiteY524" fmla="*/ 6360 h 184618"/>
                <a:gd name="connsiteX525" fmla="*/ 1870199 w 5219281"/>
                <a:gd name="connsiteY525" fmla="*/ 3357 h 184618"/>
                <a:gd name="connsiteX526" fmla="*/ 1898402 w 5219281"/>
                <a:gd name="connsiteY526" fmla="*/ 2689 h 184618"/>
                <a:gd name="connsiteX527" fmla="*/ 75422 w 5219281"/>
                <a:gd name="connsiteY527" fmla="*/ 2603 h 184618"/>
                <a:gd name="connsiteX528" fmla="*/ 115950 w 5219281"/>
                <a:gd name="connsiteY528" fmla="*/ 9343 h 184618"/>
                <a:gd name="connsiteX529" fmla="*/ 141468 w 5219281"/>
                <a:gd name="connsiteY529" fmla="*/ 6347 h 184618"/>
                <a:gd name="connsiteX530" fmla="*/ 148223 w 5219281"/>
                <a:gd name="connsiteY530" fmla="*/ 4850 h 184618"/>
                <a:gd name="connsiteX531" fmla="*/ 148223 w 5219281"/>
                <a:gd name="connsiteY531" fmla="*/ 68505 h 184618"/>
                <a:gd name="connsiteX532" fmla="*/ 139216 w 5219281"/>
                <a:gd name="connsiteY532" fmla="*/ 58769 h 184618"/>
                <a:gd name="connsiteX533" fmla="*/ 126458 w 5219281"/>
                <a:gd name="connsiteY533" fmla="*/ 34056 h 184618"/>
                <a:gd name="connsiteX534" fmla="*/ 77674 w 5219281"/>
                <a:gd name="connsiteY534" fmla="*/ 10841 h 184618"/>
                <a:gd name="connsiteX535" fmla="*/ 45402 w 5219281"/>
                <a:gd name="connsiteY535" fmla="*/ 49783 h 184618"/>
                <a:gd name="connsiteX536" fmla="*/ 44651 w 5219281"/>
                <a:gd name="connsiteY536" fmla="*/ 129913 h 184618"/>
                <a:gd name="connsiteX537" fmla="*/ 93435 w 5219281"/>
                <a:gd name="connsiteY537" fmla="*/ 174097 h 184618"/>
                <a:gd name="connsiteX538" fmla="*/ 145220 w 5219281"/>
                <a:gd name="connsiteY538" fmla="*/ 129164 h 184618"/>
                <a:gd name="connsiteX539" fmla="*/ 148973 w 5219281"/>
                <a:gd name="connsiteY539" fmla="*/ 113438 h 184618"/>
                <a:gd name="connsiteX540" fmla="*/ 152726 w 5219281"/>
                <a:gd name="connsiteY540" fmla="*/ 114187 h 184618"/>
                <a:gd name="connsiteX541" fmla="*/ 98688 w 5219281"/>
                <a:gd name="connsiteY541" fmla="*/ 180837 h 184618"/>
                <a:gd name="connsiteX542" fmla="*/ 1121 w 5219281"/>
                <a:gd name="connsiteY542" fmla="*/ 110442 h 184618"/>
                <a:gd name="connsiteX543" fmla="*/ 75422 w 5219281"/>
                <a:gd name="connsiteY543" fmla="*/ 2603 h 184618"/>
                <a:gd name="connsiteX544" fmla="*/ 4684016 w 5219281"/>
                <a:gd name="connsiteY544" fmla="*/ 2211 h 184618"/>
                <a:gd name="connsiteX545" fmla="*/ 4719242 w 5219281"/>
                <a:gd name="connsiteY545" fmla="*/ 9718 h 184618"/>
                <a:gd name="connsiteX546" fmla="*/ 4749221 w 5219281"/>
                <a:gd name="connsiteY546" fmla="*/ 2211 h 184618"/>
                <a:gd name="connsiteX547" fmla="*/ 4749221 w 5219281"/>
                <a:gd name="connsiteY547" fmla="*/ 61512 h 184618"/>
                <a:gd name="connsiteX548" fmla="*/ 4746223 w 5219281"/>
                <a:gd name="connsiteY548" fmla="*/ 63013 h 184618"/>
                <a:gd name="connsiteX549" fmla="*/ 4738728 w 5219281"/>
                <a:gd name="connsiteY549" fmla="*/ 51754 h 184618"/>
                <a:gd name="connsiteX550" fmla="*/ 4703503 w 5219281"/>
                <a:gd name="connsiteY550" fmla="*/ 11219 h 184618"/>
                <a:gd name="connsiteX551" fmla="*/ 4666778 w 5219281"/>
                <a:gd name="connsiteY551" fmla="*/ 23980 h 184618"/>
                <a:gd name="connsiteX552" fmla="*/ 4679519 w 5219281"/>
                <a:gd name="connsiteY552" fmla="*/ 59260 h 184618"/>
                <a:gd name="connsiteX553" fmla="*/ 4698256 w 5219281"/>
                <a:gd name="connsiteY553" fmla="*/ 68268 h 184618"/>
                <a:gd name="connsiteX554" fmla="*/ 4734232 w 5219281"/>
                <a:gd name="connsiteY554" fmla="*/ 86284 h 184618"/>
                <a:gd name="connsiteX555" fmla="*/ 4757466 w 5219281"/>
                <a:gd name="connsiteY555" fmla="*/ 138078 h 184618"/>
                <a:gd name="connsiteX556" fmla="*/ 4718492 w 5219281"/>
                <a:gd name="connsiteY556" fmla="*/ 177862 h 184618"/>
                <a:gd name="connsiteX557" fmla="*/ 4667527 w 5219281"/>
                <a:gd name="connsiteY557" fmla="*/ 175610 h 184618"/>
                <a:gd name="connsiteX558" fmla="*/ 4634550 w 5219281"/>
                <a:gd name="connsiteY558" fmla="*/ 184618 h 184618"/>
                <a:gd name="connsiteX559" fmla="*/ 4634550 w 5219281"/>
                <a:gd name="connsiteY559" fmla="*/ 114808 h 184618"/>
                <a:gd name="connsiteX560" fmla="*/ 4638297 w 5219281"/>
                <a:gd name="connsiteY560" fmla="*/ 113307 h 184618"/>
                <a:gd name="connsiteX561" fmla="*/ 4645792 w 5219281"/>
                <a:gd name="connsiteY561" fmla="*/ 130572 h 184618"/>
                <a:gd name="connsiteX562" fmla="*/ 4679519 w 5219281"/>
                <a:gd name="connsiteY562" fmla="*/ 171857 h 184618"/>
                <a:gd name="connsiteX563" fmla="*/ 4726737 w 5219281"/>
                <a:gd name="connsiteY563" fmla="*/ 152340 h 184618"/>
                <a:gd name="connsiteX564" fmla="*/ 4719242 w 5219281"/>
                <a:gd name="connsiteY564" fmla="*/ 129070 h 184618"/>
                <a:gd name="connsiteX565" fmla="*/ 4690012 w 5219281"/>
                <a:gd name="connsiteY565" fmla="*/ 111806 h 184618"/>
                <a:gd name="connsiteX566" fmla="*/ 4660782 w 5219281"/>
                <a:gd name="connsiteY566" fmla="*/ 96793 h 184618"/>
                <a:gd name="connsiteX567" fmla="*/ 4636798 w 5219281"/>
                <a:gd name="connsiteY567" fmla="*/ 40494 h 184618"/>
                <a:gd name="connsiteX568" fmla="*/ 4684016 w 5219281"/>
                <a:gd name="connsiteY568" fmla="*/ 2211 h 184618"/>
                <a:gd name="connsiteX569" fmla="*/ 1457447 w 5219281"/>
                <a:gd name="connsiteY569" fmla="*/ 2039 h 184618"/>
                <a:gd name="connsiteX570" fmla="*/ 1485870 w 5219281"/>
                <a:gd name="connsiteY570" fmla="*/ 5367 h 184618"/>
                <a:gd name="connsiteX571" fmla="*/ 1499278 w 5219281"/>
                <a:gd name="connsiteY571" fmla="*/ 10617 h 184618"/>
                <a:gd name="connsiteX572" fmla="*/ 1512687 w 5219281"/>
                <a:gd name="connsiteY572" fmla="*/ 12117 h 184618"/>
                <a:gd name="connsiteX573" fmla="*/ 1526095 w 5219281"/>
                <a:gd name="connsiteY573" fmla="*/ 2367 h 184618"/>
                <a:gd name="connsiteX574" fmla="*/ 1526095 w 5219281"/>
                <a:gd name="connsiteY574" fmla="*/ 64618 h 184618"/>
                <a:gd name="connsiteX575" fmla="*/ 1523115 w 5219281"/>
                <a:gd name="connsiteY575" fmla="*/ 66118 h 184618"/>
                <a:gd name="connsiteX576" fmla="*/ 1517901 w 5219281"/>
                <a:gd name="connsiteY576" fmla="*/ 58617 h 184618"/>
                <a:gd name="connsiteX577" fmla="*/ 1505238 w 5219281"/>
                <a:gd name="connsiteY577" fmla="*/ 34617 h 184618"/>
                <a:gd name="connsiteX578" fmla="*/ 1456819 w 5219281"/>
                <a:gd name="connsiteY578" fmla="*/ 10617 h 184618"/>
                <a:gd name="connsiteX579" fmla="*/ 1423298 w 5219281"/>
                <a:gd name="connsiteY579" fmla="*/ 52617 h 184618"/>
                <a:gd name="connsiteX580" fmla="*/ 1423298 w 5219281"/>
                <a:gd name="connsiteY580" fmla="*/ 129868 h 184618"/>
                <a:gd name="connsiteX581" fmla="*/ 1472462 w 5219281"/>
                <a:gd name="connsiteY581" fmla="*/ 174118 h 184618"/>
                <a:gd name="connsiteX582" fmla="*/ 1522370 w 5219281"/>
                <a:gd name="connsiteY582" fmla="*/ 129118 h 184618"/>
                <a:gd name="connsiteX583" fmla="*/ 1527585 w 5219281"/>
                <a:gd name="connsiteY583" fmla="*/ 110368 h 184618"/>
                <a:gd name="connsiteX584" fmla="*/ 1513432 w 5219281"/>
                <a:gd name="connsiteY584" fmla="*/ 165118 h 184618"/>
                <a:gd name="connsiteX585" fmla="*/ 1446390 w 5219281"/>
                <a:gd name="connsiteY585" fmla="*/ 179368 h 184618"/>
                <a:gd name="connsiteX586" fmla="*/ 1389777 w 5219281"/>
                <a:gd name="connsiteY586" fmla="*/ 48867 h 184618"/>
                <a:gd name="connsiteX587" fmla="*/ 1457447 w 5219281"/>
                <a:gd name="connsiteY587" fmla="*/ 2039 h 184618"/>
                <a:gd name="connsiteX588" fmla="*/ 2644397 w 5219281"/>
                <a:gd name="connsiteY588" fmla="*/ 1853 h 184618"/>
                <a:gd name="connsiteX589" fmla="*/ 2727862 w 5219281"/>
                <a:gd name="connsiteY589" fmla="*/ 90829 h 184618"/>
                <a:gd name="connsiteX590" fmla="*/ 2645887 w 5219281"/>
                <a:gd name="connsiteY590" fmla="*/ 181301 h 184618"/>
                <a:gd name="connsiteX591" fmla="*/ 2561677 w 5219281"/>
                <a:gd name="connsiteY591" fmla="*/ 92325 h 184618"/>
                <a:gd name="connsiteX592" fmla="*/ 2644397 w 5219281"/>
                <a:gd name="connsiteY592" fmla="*/ 1853 h 184618"/>
                <a:gd name="connsiteX593" fmla="*/ 2137720 w 5219281"/>
                <a:gd name="connsiteY593" fmla="*/ 1105 h 184618"/>
                <a:gd name="connsiteX594" fmla="*/ 2150438 w 5219281"/>
                <a:gd name="connsiteY594" fmla="*/ 20510 h 184618"/>
                <a:gd name="connsiteX595" fmla="*/ 2201310 w 5219281"/>
                <a:gd name="connsiteY595" fmla="*/ 142161 h 184618"/>
                <a:gd name="connsiteX596" fmla="*/ 2224502 w 5219281"/>
                <a:gd name="connsiteY596" fmla="*/ 177984 h 184618"/>
                <a:gd name="connsiteX597" fmla="*/ 2145950 w 5219281"/>
                <a:gd name="connsiteY597" fmla="*/ 177984 h 184618"/>
                <a:gd name="connsiteX598" fmla="*/ 2144453 w 5219281"/>
                <a:gd name="connsiteY598" fmla="*/ 174999 h 184618"/>
                <a:gd name="connsiteX599" fmla="*/ 2148194 w 5219281"/>
                <a:gd name="connsiteY599" fmla="*/ 172760 h 184618"/>
                <a:gd name="connsiteX600" fmla="*/ 2163904 w 5219281"/>
                <a:gd name="connsiteY600" fmla="*/ 147385 h 184618"/>
                <a:gd name="connsiteX601" fmla="*/ 2130239 w 5219281"/>
                <a:gd name="connsiteY601" fmla="*/ 121264 h 184618"/>
                <a:gd name="connsiteX602" fmla="*/ 2121262 w 5219281"/>
                <a:gd name="connsiteY602" fmla="*/ 121264 h 184618"/>
                <a:gd name="connsiteX603" fmla="*/ 2086100 w 5219281"/>
                <a:gd name="connsiteY603" fmla="*/ 152609 h 184618"/>
                <a:gd name="connsiteX604" fmla="*/ 2102559 w 5219281"/>
                <a:gd name="connsiteY604" fmla="*/ 172760 h 184618"/>
                <a:gd name="connsiteX605" fmla="*/ 2111536 w 5219281"/>
                <a:gd name="connsiteY605" fmla="*/ 177984 h 184618"/>
                <a:gd name="connsiteX606" fmla="*/ 2050939 w 5219281"/>
                <a:gd name="connsiteY606" fmla="*/ 177984 h 184618"/>
                <a:gd name="connsiteX607" fmla="*/ 2125002 w 5219281"/>
                <a:gd name="connsiteY607" fmla="*/ 21256 h 184618"/>
                <a:gd name="connsiteX608" fmla="*/ 2137720 w 5219281"/>
                <a:gd name="connsiteY608" fmla="*/ 1105 h 184618"/>
                <a:gd name="connsiteX609" fmla="*/ 986546 w 5219281"/>
                <a:gd name="connsiteY609" fmla="*/ 1105 h 184618"/>
                <a:gd name="connsiteX610" fmla="*/ 994802 w 5219281"/>
                <a:gd name="connsiteY610" fmla="*/ 11575 h 184618"/>
                <a:gd name="connsiteX611" fmla="*/ 1046585 w 5219281"/>
                <a:gd name="connsiteY611" fmla="*/ 136464 h 184618"/>
                <a:gd name="connsiteX612" fmla="*/ 1078105 w 5219281"/>
                <a:gd name="connsiteY612" fmla="*/ 179090 h 184618"/>
                <a:gd name="connsiteX613" fmla="*/ 988798 w 5219281"/>
                <a:gd name="connsiteY613" fmla="*/ 179090 h 184618"/>
                <a:gd name="connsiteX614" fmla="*/ 996302 w 5219281"/>
                <a:gd name="connsiteY614" fmla="*/ 173108 h 184618"/>
                <a:gd name="connsiteX615" fmla="*/ 1012063 w 5219281"/>
                <a:gd name="connsiteY615" fmla="*/ 147681 h 184618"/>
                <a:gd name="connsiteX616" fmla="*/ 975289 w 5219281"/>
                <a:gd name="connsiteY616" fmla="*/ 121507 h 184618"/>
                <a:gd name="connsiteX617" fmla="*/ 969285 w 5219281"/>
                <a:gd name="connsiteY617" fmla="*/ 121507 h 184618"/>
                <a:gd name="connsiteX618" fmla="*/ 934013 w 5219281"/>
                <a:gd name="connsiteY618" fmla="*/ 150672 h 184618"/>
                <a:gd name="connsiteX619" fmla="*/ 951274 w 5219281"/>
                <a:gd name="connsiteY619" fmla="*/ 173108 h 184618"/>
                <a:gd name="connsiteX620" fmla="*/ 959529 w 5219281"/>
                <a:gd name="connsiteY620" fmla="*/ 175351 h 184618"/>
                <a:gd name="connsiteX621" fmla="*/ 959529 w 5219281"/>
                <a:gd name="connsiteY621" fmla="*/ 179090 h 184618"/>
                <a:gd name="connsiteX622" fmla="*/ 893487 w 5219281"/>
                <a:gd name="connsiteY622" fmla="*/ 179090 h 184618"/>
                <a:gd name="connsiteX623" fmla="*/ 955777 w 5219281"/>
                <a:gd name="connsiteY623" fmla="*/ 64671 h 184618"/>
                <a:gd name="connsiteX624" fmla="*/ 977540 w 5219281"/>
                <a:gd name="connsiteY624" fmla="*/ 10827 h 184618"/>
                <a:gd name="connsiteX625" fmla="*/ 986546 w 5219281"/>
                <a:gd name="connsiteY625" fmla="*/ 1105 h 184618"/>
                <a:gd name="connsiteX626" fmla="*/ 3241750 w 5219281"/>
                <a:gd name="connsiteY626" fmla="*/ 0 h 184618"/>
                <a:gd name="connsiteX627" fmla="*/ 3250724 w 5219281"/>
                <a:gd name="connsiteY627" fmla="*/ 11989 h 184618"/>
                <a:gd name="connsiteX628" fmla="*/ 3307560 w 5219281"/>
                <a:gd name="connsiteY628" fmla="*/ 150616 h 184618"/>
                <a:gd name="connsiteX629" fmla="*/ 3329995 w 5219281"/>
                <a:gd name="connsiteY629" fmla="*/ 179090 h 184618"/>
                <a:gd name="connsiteX630" fmla="*/ 3246237 w 5219281"/>
                <a:gd name="connsiteY630" fmla="*/ 179090 h 184618"/>
                <a:gd name="connsiteX631" fmla="*/ 3249976 w 5219281"/>
                <a:gd name="connsiteY631" fmla="*/ 173845 h 184618"/>
                <a:gd name="connsiteX632" fmla="*/ 3265681 w 5219281"/>
                <a:gd name="connsiteY632" fmla="*/ 144621 h 184618"/>
                <a:gd name="connsiteX633" fmla="*/ 3232776 w 5219281"/>
                <a:gd name="connsiteY633" fmla="*/ 121392 h 184618"/>
                <a:gd name="connsiteX634" fmla="*/ 3225298 w 5219281"/>
                <a:gd name="connsiteY634" fmla="*/ 121392 h 184618"/>
                <a:gd name="connsiteX635" fmla="*/ 3189402 w 5219281"/>
                <a:gd name="connsiteY635" fmla="*/ 153613 h 184618"/>
                <a:gd name="connsiteX636" fmla="*/ 3204358 w 5219281"/>
                <a:gd name="connsiteY636" fmla="*/ 173096 h 184618"/>
                <a:gd name="connsiteX637" fmla="*/ 3215576 w 5219281"/>
                <a:gd name="connsiteY637" fmla="*/ 174594 h 184618"/>
                <a:gd name="connsiteX638" fmla="*/ 3214828 w 5219281"/>
                <a:gd name="connsiteY638" fmla="*/ 178341 h 184618"/>
                <a:gd name="connsiteX639" fmla="*/ 3152758 w 5219281"/>
                <a:gd name="connsiteY639" fmla="*/ 178341 h 184618"/>
                <a:gd name="connsiteX640" fmla="*/ 3152010 w 5219281"/>
                <a:gd name="connsiteY640" fmla="*/ 175344 h 184618"/>
                <a:gd name="connsiteX641" fmla="*/ 3193141 w 5219281"/>
                <a:gd name="connsiteY641" fmla="*/ 109403 h 184618"/>
                <a:gd name="connsiteX642" fmla="*/ 3232776 w 5219281"/>
                <a:gd name="connsiteY642" fmla="*/ 11240 h 184618"/>
                <a:gd name="connsiteX643" fmla="*/ 3241750 w 5219281"/>
                <a:gd name="connsiteY643" fmla="*/ 0 h 184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</a:cxnLst>
              <a:rect l="l" t="t" r="r" b="b"/>
              <a:pathLst>
                <a:path w="5219281" h="184618">
                  <a:moveTo>
                    <a:pt x="973788" y="55697"/>
                  </a:moveTo>
                  <a:cubicBezTo>
                    <a:pt x="972287" y="56445"/>
                    <a:pt x="970786" y="56445"/>
                    <a:pt x="969285" y="56445"/>
                  </a:cubicBezTo>
                  <a:cubicBezTo>
                    <a:pt x="963281" y="73645"/>
                    <a:pt x="956527" y="90098"/>
                    <a:pt x="949773" y="108794"/>
                  </a:cubicBezTo>
                  <a:cubicBezTo>
                    <a:pt x="966283" y="108794"/>
                    <a:pt x="979792" y="108794"/>
                    <a:pt x="995552" y="108794"/>
                  </a:cubicBezTo>
                  <a:cubicBezTo>
                    <a:pt x="988047" y="89350"/>
                    <a:pt x="980542" y="72897"/>
                    <a:pt x="973788" y="55697"/>
                  </a:cubicBezTo>
                  <a:close/>
                  <a:moveTo>
                    <a:pt x="2122010" y="55587"/>
                  </a:moveTo>
                  <a:cubicBezTo>
                    <a:pt x="2115277" y="72752"/>
                    <a:pt x="2109292" y="89918"/>
                    <a:pt x="2101811" y="108576"/>
                  </a:cubicBezTo>
                  <a:cubicBezTo>
                    <a:pt x="2118269" y="108576"/>
                    <a:pt x="2130987" y="108576"/>
                    <a:pt x="2148194" y="108576"/>
                  </a:cubicBezTo>
                  <a:cubicBezTo>
                    <a:pt x="2139965" y="89172"/>
                    <a:pt x="2133232" y="72752"/>
                    <a:pt x="2125750" y="55587"/>
                  </a:cubicBezTo>
                  <a:cubicBezTo>
                    <a:pt x="2125002" y="55587"/>
                    <a:pt x="2123506" y="55587"/>
                    <a:pt x="2122010" y="55587"/>
                  </a:cubicBezTo>
                  <a:close/>
                  <a:moveTo>
                    <a:pt x="3229785" y="54701"/>
                  </a:moveTo>
                  <a:cubicBezTo>
                    <a:pt x="3228289" y="55451"/>
                    <a:pt x="3226793" y="55451"/>
                    <a:pt x="3225298" y="55451"/>
                  </a:cubicBezTo>
                  <a:cubicBezTo>
                    <a:pt x="3218567" y="72685"/>
                    <a:pt x="3211837" y="89920"/>
                    <a:pt x="3204358" y="108653"/>
                  </a:cubicBezTo>
                  <a:cubicBezTo>
                    <a:pt x="3221559" y="108653"/>
                    <a:pt x="3235020" y="108653"/>
                    <a:pt x="3250724" y="108653"/>
                  </a:cubicBezTo>
                  <a:cubicBezTo>
                    <a:pt x="3243246" y="89920"/>
                    <a:pt x="3236515" y="72685"/>
                    <a:pt x="3229785" y="54701"/>
                  </a:cubicBezTo>
                  <a:close/>
                  <a:moveTo>
                    <a:pt x="4516565" y="15661"/>
                  </a:moveTo>
                  <a:cubicBezTo>
                    <a:pt x="4511324" y="17902"/>
                    <a:pt x="4509077" y="27616"/>
                    <a:pt x="4507580" y="34340"/>
                  </a:cubicBezTo>
                  <a:cubicBezTo>
                    <a:pt x="4506083" y="39571"/>
                    <a:pt x="4507580" y="46296"/>
                    <a:pt x="4507580" y="52273"/>
                  </a:cubicBezTo>
                  <a:cubicBezTo>
                    <a:pt x="4507580" y="59745"/>
                    <a:pt x="4507580" y="67217"/>
                    <a:pt x="4506831" y="74689"/>
                  </a:cubicBezTo>
                  <a:cubicBezTo>
                    <a:pt x="4506831" y="83655"/>
                    <a:pt x="4509826" y="86644"/>
                    <a:pt x="4519560" y="86644"/>
                  </a:cubicBezTo>
                  <a:cubicBezTo>
                    <a:pt x="4536780" y="85897"/>
                    <a:pt x="4548760" y="77678"/>
                    <a:pt x="4552503" y="62734"/>
                  </a:cubicBezTo>
                  <a:cubicBezTo>
                    <a:pt x="4556996" y="48537"/>
                    <a:pt x="4549508" y="23133"/>
                    <a:pt x="4538278" y="17902"/>
                  </a:cubicBezTo>
                  <a:cubicBezTo>
                    <a:pt x="4531539" y="14913"/>
                    <a:pt x="4522554" y="13419"/>
                    <a:pt x="4516565" y="15661"/>
                  </a:cubicBezTo>
                  <a:close/>
                  <a:moveTo>
                    <a:pt x="792238" y="15250"/>
                  </a:moveTo>
                  <a:cubicBezTo>
                    <a:pt x="786892" y="18234"/>
                    <a:pt x="783328" y="24201"/>
                    <a:pt x="782953" y="32405"/>
                  </a:cubicBezTo>
                  <a:cubicBezTo>
                    <a:pt x="782953" y="39118"/>
                    <a:pt x="782953" y="45831"/>
                    <a:pt x="782953" y="51798"/>
                  </a:cubicBezTo>
                  <a:cubicBezTo>
                    <a:pt x="782953" y="60003"/>
                    <a:pt x="783703" y="68207"/>
                    <a:pt x="782953" y="75666"/>
                  </a:cubicBezTo>
                  <a:cubicBezTo>
                    <a:pt x="782953" y="83871"/>
                    <a:pt x="785954" y="86854"/>
                    <a:pt x="794208" y="86854"/>
                  </a:cubicBezTo>
                  <a:cubicBezTo>
                    <a:pt x="811466" y="86108"/>
                    <a:pt x="824221" y="77904"/>
                    <a:pt x="827973" y="62986"/>
                  </a:cubicBezTo>
                  <a:cubicBezTo>
                    <a:pt x="832475" y="45085"/>
                    <a:pt x="824221" y="22709"/>
                    <a:pt x="812216" y="15996"/>
                  </a:cubicBezTo>
                  <a:cubicBezTo>
                    <a:pt x="804713" y="12267"/>
                    <a:pt x="797584" y="12267"/>
                    <a:pt x="792238" y="15250"/>
                  </a:cubicBezTo>
                  <a:close/>
                  <a:moveTo>
                    <a:pt x="2823572" y="14249"/>
                  </a:moveTo>
                  <a:cubicBezTo>
                    <a:pt x="2817222" y="15651"/>
                    <a:pt x="2812366" y="20137"/>
                    <a:pt x="2811618" y="27238"/>
                  </a:cubicBezTo>
                  <a:cubicBezTo>
                    <a:pt x="2810871" y="46675"/>
                    <a:pt x="2811618" y="66112"/>
                    <a:pt x="2811618" y="84801"/>
                  </a:cubicBezTo>
                  <a:cubicBezTo>
                    <a:pt x="2832537" y="89287"/>
                    <a:pt x="2846732" y="83306"/>
                    <a:pt x="2853455" y="69102"/>
                  </a:cubicBezTo>
                  <a:cubicBezTo>
                    <a:pt x="2860179" y="54151"/>
                    <a:pt x="2855697" y="28733"/>
                    <a:pt x="2844490" y="19763"/>
                  </a:cubicBezTo>
                  <a:cubicBezTo>
                    <a:pt x="2837767" y="14530"/>
                    <a:pt x="2829922" y="12848"/>
                    <a:pt x="2823572" y="14249"/>
                  </a:cubicBezTo>
                  <a:close/>
                  <a:moveTo>
                    <a:pt x="2643651" y="10825"/>
                  </a:moveTo>
                  <a:cubicBezTo>
                    <a:pt x="2628002" y="11573"/>
                    <a:pt x="2616823" y="20545"/>
                    <a:pt x="2613097" y="34752"/>
                  </a:cubicBezTo>
                  <a:cubicBezTo>
                    <a:pt x="2607881" y="51949"/>
                    <a:pt x="2605645" y="70641"/>
                    <a:pt x="2601174" y="93072"/>
                  </a:cubicBezTo>
                  <a:cubicBezTo>
                    <a:pt x="2605645" y="111765"/>
                    <a:pt x="2609371" y="134196"/>
                    <a:pt x="2616078" y="155879"/>
                  </a:cubicBezTo>
                  <a:cubicBezTo>
                    <a:pt x="2619804" y="168590"/>
                    <a:pt x="2633218" y="174572"/>
                    <a:pt x="2647377" y="173824"/>
                  </a:cubicBezTo>
                  <a:cubicBezTo>
                    <a:pt x="2660791" y="173824"/>
                    <a:pt x="2670479" y="166347"/>
                    <a:pt x="2674205" y="154384"/>
                  </a:cubicBezTo>
                  <a:cubicBezTo>
                    <a:pt x="2679422" y="137935"/>
                    <a:pt x="2683893" y="119990"/>
                    <a:pt x="2685384" y="102793"/>
                  </a:cubicBezTo>
                  <a:cubicBezTo>
                    <a:pt x="2686874" y="78866"/>
                    <a:pt x="2686874" y="54940"/>
                    <a:pt x="2676441" y="32509"/>
                  </a:cubicBezTo>
                  <a:cubicBezTo>
                    <a:pt x="2669734" y="19050"/>
                    <a:pt x="2659301" y="10078"/>
                    <a:pt x="2643651" y="10825"/>
                  </a:cubicBezTo>
                  <a:close/>
                  <a:moveTo>
                    <a:pt x="5062301" y="5527"/>
                  </a:moveTo>
                  <a:cubicBezTo>
                    <a:pt x="5087838" y="5527"/>
                    <a:pt x="5114127" y="5527"/>
                    <a:pt x="5139664" y="5527"/>
                  </a:cubicBezTo>
                  <a:cubicBezTo>
                    <a:pt x="5139664" y="7020"/>
                    <a:pt x="5139664" y="7767"/>
                    <a:pt x="5139664" y="9260"/>
                  </a:cubicBezTo>
                  <a:cubicBezTo>
                    <a:pt x="5135909" y="10753"/>
                    <a:pt x="5131402" y="10753"/>
                    <a:pt x="5128398" y="13739"/>
                  </a:cubicBezTo>
                  <a:cubicBezTo>
                    <a:pt x="5125393" y="15979"/>
                    <a:pt x="5120887" y="21205"/>
                    <a:pt x="5121638" y="22698"/>
                  </a:cubicBezTo>
                  <a:cubicBezTo>
                    <a:pt x="5130651" y="44349"/>
                    <a:pt x="5141167" y="64506"/>
                    <a:pt x="5150180" y="85410"/>
                  </a:cubicBezTo>
                  <a:cubicBezTo>
                    <a:pt x="5152433" y="85410"/>
                    <a:pt x="5154686" y="85410"/>
                    <a:pt x="5156189" y="85410"/>
                  </a:cubicBezTo>
                  <a:cubicBezTo>
                    <a:pt x="5164451" y="65999"/>
                    <a:pt x="5173464" y="47335"/>
                    <a:pt x="5180224" y="27178"/>
                  </a:cubicBezTo>
                  <a:cubicBezTo>
                    <a:pt x="5181726" y="24191"/>
                    <a:pt x="5174966" y="17472"/>
                    <a:pt x="5170459" y="12993"/>
                  </a:cubicBezTo>
                  <a:cubicBezTo>
                    <a:pt x="5168206" y="10753"/>
                    <a:pt x="5164451" y="10007"/>
                    <a:pt x="5161446" y="5527"/>
                  </a:cubicBezTo>
                  <a:cubicBezTo>
                    <a:pt x="5180975" y="5527"/>
                    <a:pt x="5199752" y="5527"/>
                    <a:pt x="5219281" y="5527"/>
                  </a:cubicBezTo>
                  <a:cubicBezTo>
                    <a:pt x="5219281" y="7767"/>
                    <a:pt x="5219281" y="10007"/>
                    <a:pt x="5218530" y="10007"/>
                  </a:cubicBezTo>
                  <a:cubicBezTo>
                    <a:pt x="5201255" y="15232"/>
                    <a:pt x="5192992" y="27924"/>
                    <a:pt x="5186984" y="44349"/>
                  </a:cubicBezTo>
                  <a:cubicBezTo>
                    <a:pt x="5180224" y="62266"/>
                    <a:pt x="5167455" y="78691"/>
                    <a:pt x="5162948" y="96608"/>
                  </a:cubicBezTo>
                  <a:cubicBezTo>
                    <a:pt x="5158442" y="117512"/>
                    <a:pt x="5159193" y="139909"/>
                    <a:pt x="5159193" y="161560"/>
                  </a:cubicBezTo>
                  <a:cubicBezTo>
                    <a:pt x="5159193" y="165293"/>
                    <a:pt x="5168206" y="169025"/>
                    <a:pt x="5173464" y="172012"/>
                  </a:cubicBezTo>
                  <a:cubicBezTo>
                    <a:pt x="5175717" y="174251"/>
                    <a:pt x="5180224" y="173505"/>
                    <a:pt x="5183979" y="174251"/>
                  </a:cubicBezTo>
                  <a:cubicBezTo>
                    <a:pt x="5183979" y="175745"/>
                    <a:pt x="5183979" y="176491"/>
                    <a:pt x="5183979" y="177984"/>
                  </a:cubicBezTo>
                  <a:cubicBezTo>
                    <a:pt x="5153935" y="177984"/>
                    <a:pt x="5123891" y="177984"/>
                    <a:pt x="5091594" y="177984"/>
                  </a:cubicBezTo>
                  <a:cubicBezTo>
                    <a:pt x="5095349" y="174998"/>
                    <a:pt x="5097603" y="172758"/>
                    <a:pt x="5099105" y="172758"/>
                  </a:cubicBezTo>
                  <a:cubicBezTo>
                    <a:pt x="5115629" y="173505"/>
                    <a:pt x="5119385" y="164546"/>
                    <a:pt x="5120887" y="150361"/>
                  </a:cubicBezTo>
                  <a:cubicBezTo>
                    <a:pt x="5126896" y="112286"/>
                    <a:pt x="5109620" y="80930"/>
                    <a:pt x="5093847" y="48828"/>
                  </a:cubicBezTo>
                  <a:cubicBezTo>
                    <a:pt x="5085585" y="33150"/>
                    <a:pt x="5078825" y="16726"/>
                    <a:pt x="5062301" y="5527"/>
                  </a:cubicBezTo>
                  <a:close/>
                  <a:moveTo>
                    <a:pt x="4103839" y="5527"/>
                  </a:moveTo>
                  <a:cubicBezTo>
                    <a:pt x="4129313" y="5527"/>
                    <a:pt x="4154786" y="5527"/>
                    <a:pt x="4181009" y="5527"/>
                  </a:cubicBezTo>
                  <a:cubicBezTo>
                    <a:pt x="4180260" y="7762"/>
                    <a:pt x="4180260" y="9252"/>
                    <a:pt x="4179510" y="9252"/>
                  </a:cubicBezTo>
                  <a:cubicBezTo>
                    <a:pt x="4157783" y="18191"/>
                    <a:pt x="4157034" y="18191"/>
                    <a:pt x="4163777" y="42028"/>
                  </a:cubicBezTo>
                  <a:cubicBezTo>
                    <a:pt x="4169771" y="67354"/>
                    <a:pt x="4178012" y="91936"/>
                    <a:pt x="4185504" y="117263"/>
                  </a:cubicBezTo>
                  <a:cubicBezTo>
                    <a:pt x="4187003" y="121733"/>
                    <a:pt x="4190000" y="125457"/>
                    <a:pt x="4191498" y="129926"/>
                  </a:cubicBezTo>
                  <a:cubicBezTo>
                    <a:pt x="4192997" y="129926"/>
                    <a:pt x="4194495" y="129926"/>
                    <a:pt x="4195993" y="129926"/>
                  </a:cubicBezTo>
                  <a:cubicBezTo>
                    <a:pt x="4206483" y="97151"/>
                    <a:pt x="4217721" y="63630"/>
                    <a:pt x="4228210" y="30109"/>
                  </a:cubicBezTo>
                  <a:cubicBezTo>
                    <a:pt x="4232705" y="15211"/>
                    <a:pt x="4217721" y="13721"/>
                    <a:pt x="4209479" y="6272"/>
                  </a:cubicBezTo>
                  <a:cubicBezTo>
                    <a:pt x="4226712" y="6272"/>
                    <a:pt x="4243944" y="6272"/>
                    <a:pt x="4261925" y="6272"/>
                  </a:cubicBezTo>
                  <a:cubicBezTo>
                    <a:pt x="4260427" y="8507"/>
                    <a:pt x="4259677" y="11486"/>
                    <a:pt x="4258928" y="11486"/>
                  </a:cubicBezTo>
                  <a:cubicBezTo>
                    <a:pt x="4245442" y="15211"/>
                    <a:pt x="4240947" y="25640"/>
                    <a:pt x="4236451" y="37558"/>
                  </a:cubicBezTo>
                  <a:cubicBezTo>
                    <a:pt x="4221467" y="80763"/>
                    <a:pt x="4206483" y="124712"/>
                    <a:pt x="4190749" y="167917"/>
                  </a:cubicBezTo>
                  <a:cubicBezTo>
                    <a:pt x="4189250" y="172386"/>
                    <a:pt x="4183257" y="179090"/>
                    <a:pt x="4178761" y="179090"/>
                  </a:cubicBezTo>
                  <a:cubicBezTo>
                    <a:pt x="4175015" y="179090"/>
                    <a:pt x="4168272" y="173131"/>
                    <a:pt x="4166774" y="168662"/>
                  </a:cubicBezTo>
                  <a:cubicBezTo>
                    <a:pt x="4153288" y="127692"/>
                    <a:pt x="4141300" y="86722"/>
                    <a:pt x="4128563" y="46497"/>
                  </a:cubicBezTo>
                  <a:cubicBezTo>
                    <a:pt x="4124068" y="31599"/>
                    <a:pt x="4122570" y="13721"/>
                    <a:pt x="4103839" y="5527"/>
                  </a:cubicBezTo>
                  <a:close/>
                  <a:moveTo>
                    <a:pt x="3621844" y="5527"/>
                  </a:moveTo>
                  <a:cubicBezTo>
                    <a:pt x="3651830" y="5527"/>
                    <a:pt x="3679567" y="5527"/>
                    <a:pt x="3707304" y="5527"/>
                  </a:cubicBezTo>
                  <a:cubicBezTo>
                    <a:pt x="3706554" y="7771"/>
                    <a:pt x="3706554" y="9267"/>
                    <a:pt x="3705804" y="9267"/>
                  </a:cubicBezTo>
                  <a:cubicBezTo>
                    <a:pt x="3683315" y="17495"/>
                    <a:pt x="3683315" y="17495"/>
                    <a:pt x="3682565" y="41430"/>
                  </a:cubicBezTo>
                  <a:cubicBezTo>
                    <a:pt x="3682565" y="73593"/>
                    <a:pt x="3682565" y="105008"/>
                    <a:pt x="3683315" y="137171"/>
                  </a:cubicBezTo>
                  <a:cubicBezTo>
                    <a:pt x="3683315" y="159610"/>
                    <a:pt x="3693060" y="170830"/>
                    <a:pt x="3714050" y="173074"/>
                  </a:cubicBezTo>
                  <a:cubicBezTo>
                    <a:pt x="3737290" y="176065"/>
                    <a:pt x="3754531" y="166342"/>
                    <a:pt x="3758280" y="145398"/>
                  </a:cubicBezTo>
                  <a:cubicBezTo>
                    <a:pt x="3762028" y="128943"/>
                    <a:pt x="3761278" y="111740"/>
                    <a:pt x="3762028" y="95284"/>
                  </a:cubicBezTo>
                  <a:cubicBezTo>
                    <a:pt x="3762778" y="78829"/>
                    <a:pt x="3762028" y="63121"/>
                    <a:pt x="3762778" y="47414"/>
                  </a:cubicBezTo>
                  <a:cubicBezTo>
                    <a:pt x="3763527" y="26470"/>
                    <a:pt x="3759779" y="19739"/>
                    <a:pt x="3739539" y="12259"/>
                  </a:cubicBezTo>
                  <a:cubicBezTo>
                    <a:pt x="3738039" y="11511"/>
                    <a:pt x="3736540" y="9267"/>
                    <a:pt x="3732042" y="5527"/>
                  </a:cubicBezTo>
                  <a:cubicBezTo>
                    <a:pt x="3754531" y="5527"/>
                    <a:pt x="3774022" y="5527"/>
                    <a:pt x="3792764" y="5527"/>
                  </a:cubicBezTo>
                  <a:cubicBezTo>
                    <a:pt x="3793513" y="7023"/>
                    <a:pt x="3795013" y="7771"/>
                    <a:pt x="3796512" y="9267"/>
                  </a:cubicBezTo>
                  <a:cubicBezTo>
                    <a:pt x="3765776" y="15999"/>
                    <a:pt x="3771773" y="38438"/>
                    <a:pt x="3771024" y="58633"/>
                  </a:cubicBezTo>
                  <a:cubicBezTo>
                    <a:pt x="3771024" y="84065"/>
                    <a:pt x="3771773" y="109496"/>
                    <a:pt x="3770274" y="134927"/>
                  </a:cubicBezTo>
                  <a:cubicBezTo>
                    <a:pt x="3768025" y="161854"/>
                    <a:pt x="3751533" y="178309"/>
                    <a:pt x="3723796" y="180553"/>
                  </a:cubicBezTo>
                  <a:cubicBezTo>
                    <a:pt x="3712551" y="181301"/>
                    <a:pt x="3700557" y="181301"/>
                    <a:pt x="3689312" y="179805"/>
                  </a:cubicBezTo>
                  <a:cubicBezTo>
                    <a:pt x="3662325" y="176065"/>
                    <a:pt x="3647332" y="158862"/>
                    <a:pt x="3646582" y="131187"/>
                  </a:cubicBezTo>
                  <a:cubicBezTo>
                    <a:pt x="3645832" y="104260"/>
                    <a:pt x="3646582" y="77333"/>
                    <a:pt x="3646582" y="50406"/>
                  </a:cubicBezTo>
                  <a:cubicBezTo>
                    <a:pt x="3646582" y="21235"/>
                    <a:pt x="3646582" y="21235"/>
                    <a:pt x="3621844" y="5527"/>
                  </a:cubicBezTo>
                  <a:close/>
                  <a:moveTo>
                    <a:pt x="3342154" y="5527"/>
                  </a:moveTo>
                  <a:cubicBezTo>
                    <a:pt x="3371443" y="5527"/>
                    <a:pt x="3399982" y="5527"/>
                    <a:pt x="3427770" y="5527"/>
                  </a:cubicBezTo>
                  <a:cubicBezTo>
                    <a:pt x="3404488" y="16749"/>
                    <a:pt x="3404488" y="16749"/>
                    <a:pt x="3403737" y="42933"/>
                  </a:cubicBezTo>
                  <a:cubicBezTo>
                    <a:pt x="3403737" y="78094"/>
                    <a:pt x="3403737" y="113256"/>
                    <a:pt x="3403737" y="149166"/>
                  </a:cubicBezTo>
                  <a:cubicBezTo>
                    <a:pt x="3403737" y="168617"/>
                    <a:pt x="3410496" y="173853"/>
                    <a:pt x="3430023" y="170113"/>
                  </a:cubicBezTo>
                  <a:cubicBezTo>
                    <a:pt x="3451051" y="164876"/>
                    <a:pt x="3460814" y="149914"/>
                    <a:pt x="3468324" y="131211"/>
                  </a:cubicBezTo>
                  <a:cubicBezTo>
                    <a:pt x="3470578" y="125226"/>
                    <a:pt x="3473582" y="119241"/>
                    <a:pt x="3476586" y="113256"/>
                  </a:cubicBezTo>
                  <a:cubicBezTo>
                    <a:pt x="3477337" y="113256"/>
                    <a:pt x="3478839" y="114004"/>
                    <a:pt x="3480341" y="114752"/>
                  </a:cubicBezTo>
                  <a:cubicBezTo>
                    <a:pt x="3480341" y="135699"/>
                    <a:pt x="3480341" y="156647"/>
                    <a:pt x="3480341" y="179090"/>
                  </a:cubicBezTo>
                  <a:cubicBezTo>
                    <a:pt x="3434529" y="179090"/>
                    <a:pt x="3388717" y="179090"/>
                    <a:pt x="3343656" y="179090"/>
                  </a:cubicBezTo>
                  <a:cubicBezTo>
                    <a:pt x="3343656" y="177594"/>
                    <a:pt x="3343656" y="175350"/>
                    <a:pt x="3343656" y="175350"/>
                  </a:cubicBezTo>
                  <a:cubicBezTo>
                    <a:pt x="3364684" y="172357"/>
                    <a:pt x="3366186" y="158143"/>
                    <a:pt x="3366186" y="140936"/>
                  </a:cubicBezTo>
                  <a:cubicBezTo>
                    <a:pt x="3365435" y="107271"/>
                    <a:pt x="3365435" y="74354"/>
                    <a:pt x="3366186" y="40689"/>
                  </a:cubicBezTo>
                  <a:cubicBezTo>
                    <a:pt x="3366186" y="24978"/>
                    <a:pt x="3364684" y="12260"/>
                    <a:pt x="3345909" y="10764"/>
                  </a:cubicBezTo>
                  <a:cubicBezTo>
                    <a:pt x="3344407" y="10016"/>
                    <a:pt x="3343656" y="8520"/>
                    <a:pt x="3342154" y="5527"/>
                  </a:cubicBezTo>
                  <a:close/>
                  <a:moveTo>
                    <a:pt x="1757653" y="5527"/>
                  </a:moveTo>
                  <a:cubicBezTo>
                    <a:pt x="1785271" y="5527"/>
                    <a:pt x="1812889" y="5527"/>
                    <a:pt x="1841254" y="5527"/>
                  </a:cubicBezTo>
                  <a:cubicBezTo>
                    <a:pt x="1841254" y="7020"/>
                    <a:pt x="1841254" y="7766"/>
                    <a:pt x="1841254" y="9259"/>
                  </a:cubicBezTo>
                  <a:cubicBezTo>
                    <a:pt x="1838269" y="10005"/>
                    <a:pt x="1836029" y="11498"/>
                    <a:pt x="1833043" y="12244"/>
                  </a:cubicBezTo>
                  <a:cubicBezTo>
                    <a:pt x="1822593" y="14483"/>
                    <a:pt x="1818115" y="19707"/>
                    <a:pt x="1818115" y="30156"/>
                  </a:cubicBezTo>
                  <a:cubicBezTo>
                    <a:pt x="1818115" y="70457"/>
                    <a:pt x="1818115" y="111505"/>
                    <a:pt x="1817368" y="151807"/>
                  </a:cubicBezTo>
                  <a:cubicBezTo>
                    <a:pt x="1817368" y="167480"/>
                    <a:pt x="1827072" y="173450"/>
                    <a:pt x="1842001" y="174197"/>
                  </a:cubicBezTo>
                  <a:cubicBezTo>
                    <a:pt x="1833043" y="181660"/>
                    <a:pt x="1766610" y="182406"/>
                    <a:pt x="1757653" y="175689"/>
                  </a:cubicBezTo>
                  <a:cubicBezTo>
                    <a:pt x="1780046" y="165241"/>
                    <a:pt x="1780046" y="165241"/>
                    <a:pt x="1780046" y="137627"/>
                  </a:cubicBezTo>
                  <a:cubicBezTo>
                    <a:pt x="1780046" y="106281"/>
                    <a:pt x="1780046" y="74935"/>
                    <a:pt x="1780046" y="43590"/>
                  </a:cubicBezTo>
                  <a:cubicBezTo>
                    <a:pt x="1780046" y="26424"/>
                    <a:pt x="1780046" y="10751"/>
                    <a:pt x="1754667" y="10751"/>
                  </a:cubicBezTo>
                  <a:cubicBezTo>
                    <a:pt x="1755413" y="9259"/>
                    <a:pt x="1756906" y="7020"/>
                    <a:pt x="1757653" y="5527"/>
                  </a:cubicBezTo>
                  <a:close/>
                  <a:moveTo>
                    <a:pt x="4267864" y="4422"/>
                  </a:moveTo>
                  <a:cubicBezTo>
                    <a:pt x="4316342" y="4422"/>
                    <a:pt x="4364820" y="4422"/>
                    <a:pt x="4415535" y="4422"/>
                  </a:cubicBezTo>
                  <a:cubicBezTo>
                    <a:pt x="4415535" y="23869"/>
                    <a:pt x="4415535" y="44065"/>
                    <a:pt x="4415535" y="63512"/>
                  </a:cubicBezTo>
                  <a:cubicBezTo>
                    <a:pt x="4414044" y="64260"/>
                    <a:pt x="4413298" y="64260"/>
                    <a:pt x="4411806" y="65008"/>
                  </a:cubicBezTo>
                  <a:cubicBezTo>
                    <a:pt x="4409569" y="60520"/>
                    <a:pt x="4406585" y="56032"/>
                    <a:pt x="4405094" y="51545"/>
                  </a:cubicBezTo>
                  <a:cubicBezTo>
                    <a:pt x="4394652" y="26861"/>
                    <a:pt x="4376007" y="12650"/>
                    <a:pt x="4348412" y="12650"/>
                  </a:cubicBezTo>
                  <a:cubicBezTo>
                    <a:pt x="4337225" y="12650"/>
                    <a:pt x="4329767" y="17138"/>
                    <a:pt x="4329767" y="30601"/>
                  </a:cubicBezTo>
                  <a:cubicBezTo>
                    <a:pt x="4330512" y="47057"/>
                    <a:pt x="4330512" y="64260"/>
                    <a:pt x="4330512" y="85951"/>
                  </a:cubicBezTo>
                  <a:cubicBezTo>
                    <a:pt x="4341700" y="81464"/>
                    <a:pt x="4351395" y="79968"/>
                    <a:pt x="4358853" y="74732"/>
                  </a:cubicBezTo>
                  <a:cubicBezTo>
                    <a:pt x="4364820" y="69496"/>
                    <a:pt x="4368549" y="59772"/>
                    <a:pt x="4376007" y="53040"/>
                  </a:cubicBezTo>
                  <a:cubicBezTo>
                    <a:pt x="4376007" y="75480"/>
                    <a:pt x="4376007" y="98667"/>
                    <a:pt x="4376007" y="121106"/>
                  </a:cubicBezTo>
                  <a:cubicBezTo>
                    <a:pt x="4375261" y="121854"/>
                    <a:pt x="4373770" y="121854"/>
                    <a:pt x="4373024" y="122602"/>
                  </a:cubicBezTo>
                  <a:cubicBezTo>
                    <a:pt x="4371532" y="119610"/>
                    <a:pt x="4369295" y="116618"/>
                    <a:pt x="4367803" y="113627"/>
                  </a:cubicBezTo>
                  <a:cubicBezTo>
                    <a:pt x="4364074" y="108391"/>
                    <a:pt x="4361091" y="100911"/>
                    <a:pt x="4355870" y="97919"/>
                  </a:cubicBezTo>
                  <a:cubicBezTo>
                    <a:pt x="4349158" y="94179"/>
                    <a:pt x="4340954" y="94179"/>
                    <a:pt x="4333496" y="92683"/>
                  </a:cubicBezTo>
                  <a:cubicBezTo>
                    <a:pt x="4332004" y="98667"/>
                    <a:pt x="4330512" y="104651"/>
                    <a:pt x="4330512" y="110635"/>
                  </a:cubicBezTo>
                  <a:cubicBezTo>
                    <a:pt x="4329767" y="124846"/>
                    <a:pt x="4330512" y="139806"/>
                    <a:pt x="4329767" y="154017"/>
                  </a:cubicBezTo>
                  <a:cubicBezTo>
                    <a:pt x="4329767" y="166733"/>
                    <a:pt x="4337225" y="171221"/>
                    <a:pt x="4347666" y="171221"/>
                  </a:cubicBezTo>
                  <a:cubicBezTo>
                    <a:pt x="4376007" y="171969"/>
                    <a:pt x="4399873" y="154765"/>
                    <a:pt x="4409569" y="127090"/>
                  </a:cubicBezTo>
                  <a:cubicBezTo>
                    <a:pt x="4411060" y="122602"/>
                    <a:pt x="4413298" y="118862"/>
                    <a:pt x="4414789" y="115122"/>
                  </a:cubicBezTo>
                  <a:cubicBezTo>
                    <a:pt x="4417027" y="115122"/>
                    <a:pt x="4418518" y="115122"/>
                    <a:pt x="4420010" y="115870"/>
                  </a:cubicBezTo>
                  <a:cubicBezTo>
                    <a:pt x="4420010" y="124098"/>
                    <a:pt x="4420010" y="133074"/>
                    <a:pt x="4420010" y="142050"/>
                  </a:cubicBezTo>
                  <a:cubicBezTo>
                    <a:pt x="4419264" y="180196"/>
                    <a:pt x="4419264" y="180196"/>
                    <a:pt x="4381228" y="180196"/>
                  </a:cubicBezTo>
                  <a:cubicBezTo>
                    <a:pt x="4348412" y="180196"/>
                    <a:pt x="4314850" y="180196"/>
                    <a:pt x="4282035" y="180196"/>
                  </a:cubicBezTo>
                  <a:cubicBezTo>
                    <a:pt x="4276814" y="180196"/>
                    <a:pt x="4272339" y="179448"/>
                    <a:pt x="4267118" y="179448"/>
                  </a:cubicBezTo>
                  <a:cubicBezTo>
                    <a:pt x="4268610" y="176456"/>
                    <a:pt x="4268610" y="174212"/>
                    <a:pt x="4269356" y="174212"/>
                  </a:cubicBezTo>
                  <a:cubicBezTo>
                    <a:pt x="4290984" y="172716"/>
                    <a:pt x="4291730" y="157757"/>
                    <a:pt x="4291730" y="140554"/>
                  </a:cubicBezTo>
                  <a:cubicBezTo>
                    <a:pt x="4290984" y="109887"/>
                    <a:pt x="4291730" y="78472"/>
                    <a:pt x="4291730" y="47805"/>
                  </a:cubicBezTo>
                  <a:cubicBezTo>
                    <a:pt x="4291730" y="29853"/>
                    <a:pt x="4294713" y="9658"/>
                    <a:pt x="4264135" y="10406"/>
                  </a:cubicBezTo>
                  <a:cubicBezTo>
                    <a:pt x="4265627" y="8162"/>
                    <a:pt x="4266372" y="6666"/>
                    <a:pt x="4267864" y="4422"/>
                  </a:cubicBezTo>
                  <a:close/>
                  <a:moveTo>
                    <a:pt x="559049" y="4422"/>
                  </a:moveTo>
                  <a:cubicBezTo>
                    <a:pt x="607884" y="4422"/>
                    <a:pt x="655968" y="4422"/>
                    <a:pt x="705554" y="4422"/>
                  </a:cubicBezTo>
                  <a:cubicBezTo>
                    <a:pt x="705554" y="24576"/>
                    <a:pt x="705554" y="43984"/>
                    <a:pt x="705554" y="64138"/>
                  </a:cubicBezTo>
                  <a:cubicBezTo>
                    <a:pt x="704051" y="64138"/>
                    <a:pt x="702549" y="64884"/>
                    <a:pt x="701797" y="64884"/>
                  </a:cubicBezTo>
                  <a:cubicBezTo>
                    <a:pt x="698792" y="59659"/>
                    <a:pt x="695787" y="54434"/>
                    <a:pt x="694284" y="49209"/>
                  </a:cubicBezTo>
                  <a:cubicBezTo>
                    <a:pt x="687522" y="32787"/>
                    <a:pt x="678507" y="20097"/>
                    <a:pt x="661227" y="14872"/>
                  </a:cubicBezTo>
                  <a:cubicBezTo>
                    <a:pt x="652962" y="12633"/>
                    <a:pt x="647703" y="14126"/>
                    <a:pt x="647703" y="24576"/>
                  </a:cubicBezTo>
                  <a:cubicBezTo>
                    <a:pt x="647703" y="67870"/>
                    <a:pt x="647703" y="111910"/>
                    <a:pt x="647703" y="155950"/>
                  </a:cubicBezTo>
                  <a:cubicBezTo>
                    <a:pt x="647703" y="165654"/>
                    <a:pt x="653714" y="170879"/>
                    <a:pt x="662729" y="173119"/>
                  </a:cubicBezTo>
                  <a:cubicBezTo>
                    <a:pt x="666486" y="173865"/>
                    <a:pt x="670242" y="173865"/>
                    <a:pt x="673999" y="174612"/>
                  </a:cubicBezTo>
                  <a:cubicBezTo>
                    <a:pt x="673999" y="176104"/>
                    <a:pt x="673999" y="177597"/>
                    <a:pt x="673999" y="179090"/>
                  </a:cubicBezTo>
                  <a:cubicBezTo>
                    <a:pt x="643195" y="179090"/>
                    <a:pt x="613143" y="179090"/>
                    <a:pt x="582340" y="179090"/>
                  </a:cubicBezTo>
                  <a:cubicBezTo>
                    <a:pt x="583091" y="176104"/>
                    <a:pt x="583091" y="174612"/>
                    <a:pt x="583842" y="174612"/>
                  </a:cubicBezTo>
                  <a:cubicBezTo>
                    <a:pt x="609387" y="167894"/>
                    <a:pt x="609387" y="167894"/>
                    <a:pt x="609387" y="140275"/>
                  </a:cubicBezTo>
                  <a:cubicBezTo>
                    <a:pt x="609387" y="103699"/>
                    <a:pt x="609387" y="66377"/>
                    <a:pt x="609387" y="29055"/>
                  </a:cubicBezTo>
                  <a:cubicBezTo>
                    <a:pt x="609387" y="14126"/>
                    <a:pt x="601874" y="8154"/>
                    <a:pt x="590604" y="17112"/>
                  </a:cubicBezTo>
                  <a:cubicBezTo>
                    <a:pt x="579334" y="25323"/>
                    <a:pt x="571821" y="38012"/>
                    <a:pt x="563557" y="49209"/>
                  </a:cubicBezTo>
                  <a:cubicBezTo>
                    <a:pt x="559800" y="54434"/>
                    <a:pt x="558298" y="59659"/>
                    <a:pt x="555293" y="64884"/>
                  </a:cubicBezTo>
                  <a:cubicBezTo>
                    <a:pt x="553790" y="64884"/>
                    <a:pt x="552287" y="64138"/>
                    <a:pt x="550785" y="64138"/>
                  </a:cubicBezTo>
                  <a:cubicBezTo>
                    <a:pt x="550785" y="45477"/>
                    <a:pt x="550785" y="26815"/>
                    <a:pt x="550785" y="8901"/>
                  </a:cubicBezTo>
                  <a:cubicBezTo>
                    <a:pt x="550785" y="7408"/>
                    <a:pt x="556044" y="4422"/>
                    <a:pt x="559049" y="4422"/>
                  </a:cubicBezTo>
                  <a:close/>
                  <a:moveTo>
                    <a:pt x="367044" y="4126"/>
                  </a:moveTo>
                  <a:cubicBezTo>
                    <a:pt x="371530" y="3379"/>
                    <a:pt x="376016" y="4874"/>
                    <a:pt x="380502" y="4126"/>
                  </a:cubicBezTo>
                  <a:cubicBezTo>
                    <a:pt x="409663" y="-1106"/>
                    <a:pt x="426112" y="13096"/>
                    <a:pt x="439571" y="37761"/>
                  </a:cubicBezTo>
                  <a:cubicBezTo>
                    <a:pt x="454525" y="63922"/>
                    <a:pt x="472470" y="87840"/>
                    <a:pt x="488919" y="112505"/>
                  </a:cubicBezTo>
                  <a:cubicBezTo>
                    <a:pt x="491910" y="116243"/>
                    <a:pt x="495648" y="119232"/>
                    <a:pt x="502378" y="122222"/>
                  </a:cubicBezTo>
                  <a:cubicBezTo>
                    <a:pt x="502378" y="114748"/>
                    <a:pt x="502378" y="107273"/>
                    <a:pt x="502378" y="99799"/>
                  </a:cubicBezTo>
                  <a:cubicBezTo>
                    <a:pt x="502378" y="83355"/>
                    <a:pt x="501630" y="66911"/>
                    <a:pt x="502378" y="50468"/>
                  </a:cubicBezTo>
                  <a:cubicBezTo>
                    <a:pt x="503126" y="30287"/>
                    <a:pt x="502378" y="13096"/>
                    <a:pt x="473965" y="10853"/>
                  </a:cubicBezTo>
                  <a:cubicBezTo>
                    <a:pt x="474713" y="9358"/>
                    <a:pt x="476208" y="7863"/>
                    <a:pt x="476956" y="6369"/>
                  </a:cubicBezTo>
                  <a:cubicBezTo>
                    <a:pt x="496396" y="6369"/>
                    <a:pt x="515836" y="6369"/>
                    <a:pt x="537520" y="6369"/>
                  </a:cubicBezTo>
                  <a:cubicBezTo>
                    <a:pt x="534529" y="9358"/>
                    <a:pt x="533034" y="11601"/>
                    <a:pt x="531538" y="11601"/>
                  </a:cubicBezTo>
                  <a:cubicBezTo>
                    <a:pt x="515836" y="15338"/>
                    <a:pt x="512098" y="26549"/>
                    <a:pt x="512098" y="40751"/>
                  </a:cubicBezTo>
                  <a:cubicBezTo>
                    <a:pt x="512098" y="82608"/>
                    <a:pt x="512098" y="124464"/>
                    <a:pt x="512098" y="166321"/>
                  </a:cubicBezTo>
                  <a:cubicBezTo>
                    <a:pt x="512098" y="170058"/>
                    <a:pt x="512098" y="173796"/>
                    <a:pt x="512098" y="178280"/>
                  </a:cubicBezTo>
                  <a:cubicBezTo>
                    <a:pt x="499387" y="183512"/>
                    <a:pt x="491162" y="179775"/>
                    <a:pt x="483685" y="168563"/>
                  </a:cubicBezTo>
                  <a:cubicBezTo>
                    <a:pt x="459011" y="129696"/>
                    <a:pt x="432842" y="92324"/>
                    <a:pt x="407420" y="54205"/>
                  </a:cubicBezTo>
                  <a:cubicBezTo>
                    <a:pt x="405177" y="51215"/>
                    <a:pt x="402186" y="48225"/>
                    <a:pt x="399943" y="45983"/>
                  </a:cubicBezTo>
                  <a:cubicBezTo>
                    <a:pt x="398447" y="45983"/>
                    <a:pt x="396952" y="45983"/>
                    <a:pt x="395457" y="46730"/>
                  </a:cubicBezTo>
                  <a:cubicBezTo>
                    <a:pt x="395457" y="63174"/>
                    <a:pt x="395457" y="78870"/>
                    <a:pt x="395457" y="95314"/>
                  </a:cubicBezTo>
                  <a:cubicBezTo>
                    <a:pt x="395457" y="113253"/>
                    <a:pt x="395457" y="131191"/>
                    <a:pt x="395457" y="149130"/>
                  </a:cubicBezTo>
                  <a:cubicBezTo>
                    <a:pt x="395457" y="168563"/>
                    <a:pt x="397700" y="170058"/>
                    <a:pt x="417140" y="173048"/>
                  </a:cubicBezTo>
                  <a:cubicBezTo>
                    <a:pt x="419383" y="173048"/>
                    <a:pt x="420878" y="174543"/>
                    <a:pt x="421626" y="178280"/>
                  </a:cubicBezTo>
                  <a:cubicBezTo>
                    <a:pt x="402186" y="178280"/>
                    <a:pt x="381998" y="178280"/>
                    <a:pt x="361810" y="178280"/>
                  </a:cubicBezTo>
                  <a:cubicBezTo>
                    <a:pt x="361062" y="176785"/>
                    <a:pt x="359567" y="175290"/>
                    <a:pt x="358071" y="173796"/>
                  </a:cubicBezTo>
                  <a:cubicBezTo>
                    <a:pt x="387980" y="174543"/>
                    <a:pt x="384241" y="155857"/>
                    <a:pt x="384241" y="138666"/>
                  </a:cubicBezTo>
                  <a:cubicBezTo>
                    <a:pt x="384241" y="104283"/>
                    <a:pt x="384241" y="69901"/>
                    <a:pt x="384989" y="35519"/>
                  </a:cubicBezTo>
                  <a:cubicBezTo>
                    <a:pt x="385736" y="19075"/>
                    <a:pt x="375269" y="12348"/>
                    <a:pt x="357324" y="9358"/>
                  </a:cubicBezTo>
                  <a:cubicBezTo>
                    <a:pt x="362558" y="6369"/>
                    <a:pt x="364801" y="4874"/>
                    <a:pt x="367044" y="4126"/>
                  </a:cubicBezTo>
                  <a:close/>
                  <a:moveTo>
                    <a:pt x="727428" y="4062"/>
                  </a:moveTo>
                  <a:cubicBezTo>
                    <a:pt x="759692" y="4062"/>
                    <a:pt x="792707" y="3316"/>
                    <a:pt x="824972" y="5554"/>
                  </a:cubicBezTo>
                  <a:cubicBezTo>
                    <a:pt x="855735" y="7791"/>
                    <a:pt x="872243" y="32405"/>
                    <a:pt x="866240" y="60749"/>
                  </a:cubicBezTo>
                  <a:cubicBezTo>
                    <a:pt x="862488" y="78650"/>
                    <a:pt x="849733" y="85363"/>
                    <a:pt x="833225" y="89092"/>
                  </a:cubicBezTo>
                  <a:cubicBezTo>
                    <a:pt x="827973" y="89838"/>
                    <a:pt x="822721" y="92075"/>
                    <a:pt x="816718" y="95059"/>
                  </a:cubicBezTo>
                  <a:cubicBezTo>
                    <a:pt x="842229" y="103264"/>
                    <a:pt x="849733" y="123402"/>
                    <a:pt x="855735" y="145778"/>
                  </a:cubicBezTo>
                  <a:cubicBezTo>
                    <a:pt x="856486" y="148016"/>
                    <a:pt x="856486" y="150254"/>
                    <a:pt x="857986" y="152491"/>
                  </a:cubicBezTo>
                  <a:cubicBezTo>
                    <a:pt x="860988" y="156221"/>
                    <a:pt x="863989" y="159950"/>
                    <a:pt x="866990" y="162934"/>
                  </a:cubicBezTo>
                  <a:cubicBezTo>
                    <a:pt x="869992" y="159204"/>
                    <a:pt x="873743" y="156221"/>
                    <a:pt x="875994" y="152491"/>
                  </a:cubicBezTo>
                  <a:cubicBezTo>
                    <a:pt x="877495" y="149508"/>
                    <a:pt x="878996" y="146524"/>
                    <a:pt x="880496" y="142795"/>
                  </a:cubicBezTo>
                  <a:cubicBezTo>
                    <a:pt x="885749" y="156221"/>
                    <a:pt x="879746" y="171138"/>
                    <a:pt x="868491" y="177105"/>
                  </a:cubicBezTo>
                  <a:cubicBezTo>
                    <a:pt x="845981" y="189039"/>
                    <a:pt x="819719" y="176359"/>
                    <a:pt x="816718" y="151745"/>
                  </a:cubicBezTo>
                  <a:cubicBezTo>
                    <a:pt x="815217" y="141303"/>
                    <a:pt x="815217" y="131607"/>
                    <a:pt x="812966" y="121910"/>
                  </a:cubicBezTo>
                  <a:cubicBezTo>
                    <a:pt x="812216" y="115198"/>
                    <a:pt x="809965" y="107739"/>
                    <a:pt x="806213" y="103264"/>
                  </a:cubicBezTo>
                  <a:cubicBezTo>
                    <a:pt x="802462" y="98788"/>
                    <a:pt x="794958" y="97297"/>
                    <a:pt x="788956" y="97297"/>
                  </a:cubicBezTo>
                  <a:cubicBezTo>
                    <a:pt x="786705" y="97297"/>
                    <a:pt x="783703" y="105501"/>
                    <a:pt x="783703" y="109976"/>
                  </a:cubicBezTo>
                  <a:cubicBezTo>
                    <a:pt x="782203" y="118181"/>
                    <a:pt x="782953" y="127132"/>
                    <a:pt x="782953" y="135336"/>
                  </a:cubicBezTo>
                  <a:cubicBezTo>
                    <a:pt x="782953" y="152491"/>
                    <a:pt x="778451" y="172630"/>
                    <a:pt x="809215" y="174122"/>
                  </a:cubicBezTo>
                  <a:cubicBezTo>
                    <a:pt x="807714" y="175613"/>
                    <a:pt x="806213" y="177105"/>
                    <a:pt x="804713" y="178597"/>
                  </a:cubicBezTo>
                  <a:cubicBezTo>
                    <a:pt x="777701" y="178597"/>
                    <a:pt x="750688" y="178597"/>
                    <a:pt x="723676" y="178597"/>
                  </a:cubicBezTo>
                  <a:cubicBezTo>
                    <a:pt x="723676" y="177851"/>
                    <a:pt x="722926" y="176359"/>
                    <a:pt x="722926" y="175613"/>
                  </a:cubicBezTo>
                  <a:cubicBezTo>
                    <a:pt x="725177" y="174868"/>
                    <a:pt x="727428" y="172630"/>
                    <a:pt x="729679" y="172630"/>
                  </a:cubicBezTo>
                  <a:cubicBezTo>
                    <a:pt x="741684" y="171884"/>
                    <a:pt x="746186" y="163679"/>
                    <a:pt x="746937" y="153237"/>
                  </a:cubicBezTo>
                  <a:cubicBezTo>
                    <a:pt x="746937" y="112960"/>
                    <a:pt x="746937" y="71937"/>
                    <a:pt x="746937" y="31659"/>
                  </a:cubicBezTo>
                  <a:cubicBezTo>
                    <a:pt x="746937" y="16742"/>
                    <a:pt x="736432" y="10775"/>
                    <a:pt x="719925" y="10029"/>
                  </a:cubicBezTo>
                  <a:cubicBezTo>
                    <a:pt x="724427" y="6300"/>
                    <a:pt x="725927" y="4062"/>
                    <a:pt x="727428" y="4062"/>
                  </a:cubicBezTo>
                  <a:close/>
                  <a:moveTo>
                    <a:pt x="1693565" y="3816"/>
                  </a:moveTo>
                  <a:cubicBezTo>
                    <a:pt x="1711503" y="3162"/>
                    <a:pt x="1730189" y="4097"/>
                    <a:pt x="1736169" y="7088"/>
                  </a:cubicBezTo>
                  <a:cubicBezTo>
                    <a:pt x="1729442" y="12323"/>
                    <a:pt x="1719725" y="16062"/>
                    <a:pt x="1716735" y="23540"/>
                  </a:cubicBezTo>
                  <a:cubicBezTo>
                    <a:pt x="1712998" y="31019"/>
                    <a:pt x="1714493" y="41488"/>
                    <a:pt x="1714493" y="51210"/>
                  </a:cubicBezTo>
                  <a:cubicBezTo>
                    <a:pt x="1713745" y="81872"/>
                    <a:pt x="1713745" y="113281"/>
                    <a:pt x="1712998" y="143942"/>
                  </a:cubicBezTo>
                  <a:cubicBezTo>
                    <a:pt x="1712998" y="164134"/>
                    <a:pt x="1713745" y="164881"/>
                    <a:pt x="1741401" y="178342"/>
                  </a:cubicBezTo>
                  <a:cubicBezTo>
                    <a:pt x="1710008" y="178342"/>
                    <a:pt x="1683100" y="178342"/>
                    <a:pt x="1651708" y="178342"/>
                  </a:cubicBezTo>
                  <a:cubicBezTo>
                    <a:pt x="1656940" y="175351"/>
                    <a:pt x="1659182" y="173108"/>
                    <a:pt x="1661425" y="173108"/>
                  </a:cubicBezTo>
                  <a:cubicBezTo>
                    <a:pt x="1672636" y="170864"/>
                    <a:pt x="1675626" y="164134"/>
                    <a:pt x="1675626" y="153664"/>
                  </a:cubicBezTo>
                  <a:cubicBezTo>
                    <a:pt x="1675626" y="136464"/>
                    <a:pt x="1675626" y="120011"/>
                    <a:pt x="1675626" y="102811"/>
                  </a:cubicBezTo>
                  <a:cubicBezTo>
                    <a:pt x="1676373" y="94585"/>
                    <a:pt x="1672636" y="91593"/>
                    <a:pt x="1664414" y="91593"/>
                  </a:cubicBezTo>
                  <a:cubicBezTo>
                    <a:pt x="1653203" y="92341"/>
                    <a:pt x="1641244" y="91593"/>
                    <a:pt x="1630032" y="91593"/>
                  </a:cubicBezTo>
                  <a:cubicBezTo>
                    <a:pt x="1621063" y="90846"/>
                    <a:pt x="1617325" y="95333"/>
                    <a:pt x="1618073" y="104307"/>
                  </a:cubicBezTo>
                  <a:cubicBezTo>
                    <a:pt x="1618073" y="119263"/>
                    <a:pt x="1618073" y="134220"/>
                    <a:pt x="1618073" y="149177"/>
                  </a:cubicBezTo>
                  <a:cubicBezTo>
                    <a:pt x="1618073" y="161890"/>
                    <a:pt x="1621063" y="172360"/>
                    <a:pt x="1636759" y="173855"/>
                  </a:cubicBezTo>
                  <a:cubicBezTo>
                    <a:pt x="1637506" y="173855"/>
                    <a:pt x="1638254" y="176099"/>
                    <a:pt x="1639001" y="179090"/>
                  </a:cubicBezTo>
                  <a:cubicBezTo>
                    <a:pt x="1611346" y="179090"/>
                    <a:pt x="1584438" y="179090"/>
                    <a:pt x="1558278" y="179090"/>
                  </a:cubicBezTo>
                  <a:cubicBezTo>
                    <a:pt x="1557530" y="177595"/>
                    <a:pt x="1557530" y="176847"/>
                    <a:pt x="1557530" y="176099"/>
                  </a:cubicBezTo>
                  <a:cubicBezTo>
                    <a:pt x="1559773" y="174603"/>
                    <a:pt x="1562015" y="173108"/>
                    <a:pt x="1565005" y="173108"/>
                  </a:cubicBezTo>
                  <a:cubicBezTo>
                    <a:pt x="1575469" y="171612"/>
                    <a:pt x="1579953" y="164881"/>
                    <a:pt x="1579953" y="154412"/>
                  </a:cubicBezTo>
                  <a:cubicBezTo>
                    <a:pt x="1579953" y="113281"/>
                    <a:pt x="1579953" y="71402"/>
                    <a:pt x="1579953" y="30271"/>
                  </a:cubicBezTo>
                  <a:cubicBezTo>
                    <a:pt x="1579953" y="14566"/>
                    <a:pt x="1568742" y="12323"/>
                    <a:pt x="1556783" y="10079"/>
                  </a:cubicBezTo>
                  <a:cubicBezTo>
                    <a:pt x="1565752" y="2601"/>
                    <a:pt x="1624800" y="1853"/>
                    <a:pt x="1641244" y="8583"/>
                  </a:cubicBezTo>
                  <a:cubicBezTo>
                    <a:pt x="1609851" y="13818"/>
                    <a:pt x="1618073" y="37001"/>
                    <a:pt x="1618073" y="55697"/>
                  </a:cubicBezTo>
                  <a:cubicBezTo>
                    <a:pt x="1618073" y="87106"/>
                    <a:pt x="1613588" y="83367"/>
                    <a:pt x="1644233" y="83367"/>
                  </a:cubicBezTo>
                  <a:cubicBezTo>
                    <a:pt x="1675626" y="83367"/>
                    <a:pt x="1675626" y="83367"/>
                    <a:pt x="1675626" y="51958"/>
                  </a:cubicBezTo>
                  <a:cubicBezTo>
                    <a:pt x="1675626" y="47471"/>
                    <a:pt x="1675626" y="42984"/>
                    <a:pt x="1675626" y="38497"/>
                  </a:cubicBezTo>
                  <a:cubicBezTo>
                    <a:pt x="1677121" y="22792"/>
                    <a:pt x="1673384" y="11575"/>
                    <a:pt x="1655445" y="10079"/>
                  </a:cubicBezTo>
                  <a:cubicBezTo>
                    <a:pt x="1658435" y="6714"/>
                    <a:pt x="1675626" y="4470"/>
                    <a:pt x="1693565" y="3816"/>
                  </a:cubicBezTo>
                  <a:close/>
                  <a:moveTo>
                    <a:pt x="4455169" y="3706"/>
                  </a:moveTo>
                  <a:cubicBezTo>
                    <a:pt x="4482123" y="3706"/>
                    <a:pt x="4509826" y="2211"/>
                    <a:pt x="4536780" y="4453"/>
                  </a:cubicBezTo>
                  <a:cubicBezTo>
                    <a:pt x="4551006" y="5200"/>
                    <a:pt x="4565980" y="9683"/>
                    <a:pt x="4577211" y="17155"/>
                  </a:cubicBezTo>
                  <a:cubicBezTo>
                    <a:pt x="4592934" y="26869"/>
                    <a:pt x="4594432" y="44054"/>
                    <a:pt x="4590688" y="61239"/>
                  </a:cubicBezTo>
                  <a:cubicBezTo>
                    <a:pt x="4587693" y="76183"/>
                    <a:pt x="4577211" y="82908"/>
                    <a:pt x="4564483" y="87391"/>
                  </a:cubicBezTo>
                  <a:cubicBezTo>
                    <a:pt x="4556996" y="89633"/>
                    <a:pt x="4548760" y="91127"/>
                    <a:pt x="4539775" y="94116"/>
                  </a:cubicBezTo>
                  <a:cubicBezTo>
                    <a:pt x="4565232" y="102335"/>
                    <a:pt x="4574216" y="121762"/>
                    <a:pt x="4580206" y="144178"/>
                  </a:cubicBezTo>
                  <a:cubicBezTo>
                    <a:pt x="4581704" y="150903"/>
                    <a:pt x="4586945" y="156133"/>
                    <a:pt x="4591437" y="162111"/>
                  </a:cubicBezTo>
                  <a:cubicBezTo>
                    <a:pt x="4595181" y="156133"/>
                    <a:pt x="4598924" y="150903"/>
                    <a:pt x="4602668" y="145672"/>
                  </a:cubicBezTo>
                  <a:cubicBezTo>
                    <a:pt x="4603416" y="144925"/>
                    <a:pt x="4604165" y="144925"/>
                    <a:pt x="4606411" y="143431"/>
                  </a:cubicBezTo>
                  <a:cubicBezTo>
                    <a:pt x="4610155" y="157628"/>
                    <a:pt x="4605663" y="168835"/>
                    <a:pt x="4595181" y="175560"/>
                  </a:cubicBezTo>
                  <a:cubicBezTo>
                    <a:pt x="4572719" y="191251"/>
                    <a:pt x="4545765" y="177802"/>
                    <a:pt x="4541273" y="150903"/>
                  </a:cubicBezTo>
                  <a:cubicBezTo>
                    <a:pt x="4539775" y="141189"/>
                    <a:pt x="4539775" y="130729"/>
                    <a:pt x="4538278" y="120268"/>
                  </a:cubicBezTo>
                  <a:cubicBezTo>
                    <a:pt x="4535283" y="101588"/>
                    <a:pt x="4529293" y="97105"/>
                    <a:pt x="4509077" y="97105"/>
                  </a:cubicBezTo>
                  <a:cubicBezTo>
                    <a:pt x="4509077" y="118026"/>
                    <a:pt x="4507580" y="139695"/>
                    <a:pt x="4509826" y="161363"/>
                  </a:cubicBezTo>
                  <a:cubicBezTo>
                    <a:pt x="4510575" y="167341"/>
                    <a:pt x="4523303" y="171824"/>
                    <a:pt x="4531539" y="178549"/>
                  </a:cubicBezTo>
                  <a:cubicBezTo>
                    <a:pt x="4503088" y="178549"/>
                    <a:pt x="4476134" y="178549"/>
                    <a:pt x="4448431" y="178549"/>
                  </a:cubicBezTo>
                  <a:cubicBezTo>
                    <a:pt x="4447682" y="177055"/>
                    <a:pt x="4446185" y="175560"/>
                    <a:pt x="4445436" y="174813"/>
                  </a:cubicBezTo>
                  <a:cubicBezTo>
                    <a:pt x="4476134" y="173319"/>
                    <a:pt x="4470893" y="152397"/>
                    <a:pt x="4470893" y="134465"/>
                  </a:cubicBezTo>
                  <a:cubicBezTo>
                    <a:pt x="4470893" y="102335"/>
                    <a:pt x="4470893" y="70206"/>
                    <a:pt x="4470893" y="37329"/>
                  </a:cubicBezTo>
                  <a:cubicBezTo>
                    <a:pt x="4470893" y="23133"/>
                    <a:pt x="4467898" y="12672"/>
                    <a:pt x="4452175" y="10430"/>
                  </a:cubicBezTo>
                  <a:cubicBezTo>
                    <a:pt x="4450677" y="10430"/>
                    <a:pt x="4449928" y="8936"/>
                    <a:pt x="4449180" y="8189"/>
                  </a:cubicBezTo>
                  <a:cubicBezTo>
                    <a:pt x="4448431" y="7441"/>
                    <a:pt x="4448431" y="6694"/>
                    <a:pt x="4448431" y="5200"/>
                  </a:cubicBezTo>
                  <a:cubicBezTo>
                    <a:pt x="4450677" y="4453"/>
                    <a:pt x="4452923" y="3706"/>
                    <a:pt x="4455169" y="3706"/>
                  </a:cubicBezTo>
                  <a:close/>
                  <a:moveTo>
                    <a:pt x="4827674" y="3358"/>
                  </a:moveTo>
                  <a:cubicBezTo>
                    <a:pt x="4846411" y="2795"/>
                    <a:pt x="4866086" y="3734"/>
                    <a:pt x="4872831" y="6362"/>
                  </a:cubicBezTo>
                  <a:cubicBezTo>
                    <a:pt x="4872831" y="7113"/>
                    <a:pt x="4872831" y="7864"/>
                    <a:pt x="4872831" y="7864"/>
                  </a:cubicBezTo>
                  <a:cubicBezTo>
                    <a:pt x="4848098" y="13121"/>
                    <a:pt x="4848847" y="31896"/>
                    <a:pt x="4849597" y="50671"/>
                  </a:cubicBezTo>
                  <a:cubicBezTo>
                    <a:pt x="4850346" y="79208"/>
                    <a:pt x="4849597" y="107746"/>
                    <a:pt x="4850346" y="136284"/>
                  </a:cubicBezTo>
                  <a:cubicBezTo>
                    <a:pt x="4850346" y="153557"/>
                    <a:pt x="4845100" y="174584"/>
                    <a:pt x="4876578" y="174584"/>
                  </a:cubicBezTo>
                  <a:cubicBezTo>
                    <a:pt x="4875079" y="176086"/>
                    <a:pt x="4873580" y="177588"/>
                    <a:pt x="4872831" y="179090"/>
                  </a:cubicBezTo>
                  <a:cubicBezTo>
                    <a:pt x="4844350" y="179090"/>
                    <a:pt x="4816619" y="179090"/>
                    <a:pt x="4788888" y="179090"/>
                  </a:cubicBezTo>
                  <a:cubicBezTo>
                    <a:pt x="4788139" y="177588"/>
                    <a:pt x="4788139" y="176837"/>
                    <a:pt x="4788139" y="175335"/>
                  </a:cubicBezTo>
                  <a:cubicBezTo>
                    <a:pt x="4790387" y="174584"/>
                    <a:pt x="4792636" y="173082"/>
                    <a:pt x="4795634" y="173082"/>
                  </a:cubicBezTo>
                  <a:cubicBezTo>
                    <a:pt x="4806127" y="171580"/>
                    <a:pt x="4811373" y="165572"/>
                    <a:pt x="4811373" y="155059"/>
                  </a:cubicBezTo>
                  <a:cubicBezTo>
                    <a:pt x="4812122" y="113003"/>
                    <a:pt x="4811373" y="70947"/>
                    <a:pt x="4811373" y="28892"/>
                  </a:cubicBezTo>
                  <a:cubicBezTo>
                    <a:pt x="4811373" y="13121"/>
                    <a:pt x="4799381" y="11619"/>
                    <a:pt x="4788139" y="9366"/>
                  </a:cubicBezTo>
                  <a:cubicBezTo>
                    <a:pt x="4791137" y="5987"/>
                    <a:pt x="4808937" y="3921"/>
                    <a:pt x="4827674" y="3358"/>
                  </a:cubicBezTo>
                  <a:close/>
                  <a:moveTo>
                    <a:pt x="1127399" y="3358"/>
                  </a:moveTo>
                  <a:cubicBezTo>
                    <a:pt x="1146313" y="2983"/>
                    <a:pt x="1165976" y="4109"/>
                    <a:pt x="1171594" y="7113"/>
                  </a:cubicBezTo>
                  <a:cubicBezTo>
                    <a:pt x="1171594" y="7113"/>
                    <a:pt x="1171594" y="8615"/>
                    <a:pt x="1171594" y="8615"/>
                  </a:cubicBezTo>
                  <a:cubicBezTo>
                    <a:pt x="1148373" y="12370"/>
                    <a:pt x="1148373" y="28141"/>
                    <a:pt x="1149122" y="46916"/>
                  </a:cubicBezTo>
                  <a:cubicBezTo>
                    <a:pt x="1149871" y="82212"/>
                    <a:pt x="1149122" y="116758"/>
                    <a:pt x="1149122" y="152055"/>
                  </a:cubicBezTo>
                  <a:cubicBezTo>
                    <a:pt x="1149122" y="168576"/>
                    <a:pt x="1154366" y="173082"/>
                    <a:pt x="1171594" y="170078"/>
                  </a:cubicBezTo>
                  <a:cubicBezTo>
                    <a:pt x="1197812" y="166323"/>
                    <a:pt x="1206801" y="146047"/>
                    <a:pt x="1215790" y="125019"/>
                  </a:cubicBezTo>
                  <a:cubicBezTo>
                    <a:pt x="1218037" y="121264"/>
                    <a:pt x="1218786" y="117509"/>
                    <a:pt x="1220284" y="113754"/>
                  </a:cubicBezTo>
                  <a:cubicBezTo>
                    <a:pt x="1221783" y="113754"/>
                    <a:pt x="1223281" y="114505"/>
                    <a:pt x="1224030" y="114505"/>
                  </a:cubicBezTo>
                  <a:cubicBezTo>
                    <a:pt x="1224030" y="135533"/>
                    <a:pt x="1224030" y="157311"/>
                    <a:pt x="1224030" y="179090"/>
                  </a:cubicBezTo>
                  <a:cubicBezTo>
                    <a:pt x="1178336" y="179090"/>
                    <a:pt x="1132642" y="179090"/>
                    <a:pt x="1086949" y="179090"/>
                  </a:cubicBezTo>
                  <a:cubicBezTo>
                    <a:pt x="1111668" y="166323"/>
                    <a:pt x="1110919" y="166323"/>
                    <a:pt x="1110919" y="139288"/>
                  </a:cubicBezTo>
                  <a:cubicBezTo>
                    <a:pt x="1110170" y="106244"/>
                    <a:pt x="1110919" y="72449"/>
                    <a:pt x="1111668" y="38655"/>
                  </a:cubicBezTo>
                  <a:cubicBezTo>
                    <a:pt x="1111668" y="20631"/>
                    <a:pt x="1108672" y="16125"/>
                    <a:pt x="1087698" y="8615"/>
                  </a:cubicBezTo>
                  <a:cubicBezTo>
                    <a:pt x="1090320" y="5611"/>
                    <a:pt x="1108485" y="3734"/>
                    <a:pt x="1127399" y="3358"/>
                  </a:cubicBezTo>
                  <a:close/>
                  <a:moveTo>
                    <a:pt x="2404549" y="3353"/>
                  </a:moveTo>
                  <a:cubicBezTo>
                    <a:pt x="2420259" y="1105"/>
                    <a:pt x="2426992" y="11594"/>
                    <a:pt x="2433725" y="22831"/>
                  </a:cubicBezTo>
                  <a:cubicBezTo>
                    <a:pt x="2453176" y="52049"/>
                    <a:pt x="2472628" y="81267"/>
                    <a:pt x="2492079" y="109736"/>
                  </a:cubicBezTo>
                  <a:cubicBezTo>
                    <a:pt x="2495071" y="114980"/>
                    <a:pt x="2498812" y="118726"/>
                    <a:pt x="2502552" y="123221"/>
                  </a:cubicBezTo>
                  <a:cubicBezTo>
                    <a:pt x="2504048" y="122472"/>
                    <a:pt x="2505545" y="121723"/>
                    <a:pt x="2506293" y="121723"/>
                  </a:cubicBezTo>
                  <a:cubicBezTo>
                    <a:pt x="2506293" y="91756"/>
                    <a:pt x="2507041" y="61789"/>
                    <a:pt x="2505545" y="31821"/>
                  </a:cubicBezTo>
                  <a:cubicBezTo>
                    <a:pt x="2505545" y="25828"/>
                    <a:pt x="2496567" y="19085"/>
                    <a:pt x="2491330" y="13841"/>
                  </a:cubicBezTo>
                  <a:cubicBezTo>
                    <a:pt x="2489086" y="11594"/>
                    <a:pt x="2484597" y="11594"/>
                    <a:pt x="2480857" y="10095"/>
                  </a:cubicBezTo>
                  <a:cubicBezTo>
                    <a:pt x="2480857" y="8597"/>
                    <a:pt x="2480857" y="7099"/>
                    <a:pt x="2480857" y="6349"/>
                  </a:cubicBezTo>
                  <a:cubicBezTo>
                    <a:pt x="2500308" y="6349"/>
                    <a:pt x="2519011" y="6349"/>
                    <a:pt x="2538462" y="6349"/>
                  </a:cubicBezTo>
                  <a:cubicBezTo>
                    <a:pt x="2538462" y="7848"/>
                    <a:pt x="2538462" y="9346"/>
                    <a:pt x="2538462" y="9346"/>
                  </a:cubicBezTo>
                  <a:cubicBezTo>
                    <a:pt x="2519759" y="15340"/>
                    <a:pt x="2516766" y="29574"/>
                    <a:pt x="2517514" y="46805"/>
                  </a:cubicBezTo>
                  <a:cubicBezTo>
                    <a:pt x="2518263" y="85762"/>
                    <a:pt x="2517514" y="123970"/>
                    <a:pt x="2517514" y="162178"/>
                  </a:cubicBezTo>
                  <a:cubicBezTo>
                    <a:pt x="2517514" y="167423"/>
                    <a:pt x="2517514" y="173416"/>
                    <a:pt x="2517514" y="178660"/>
                  </a:cubicBezTo>
                  <a:cubicBezTo>
                    <a:pt x="2504048" y="182406"/>
                    <a:pt x="2495819" y="181657"/>
                    <a:pt x="2488338" y="168921"/>
                  </a:cubicBezTo>
                  <a:cubicBezTo>
                    <a:pt x="2463650" y="129964"/>
                    <a:pt x="2436718" y="91756"/>
                    <a:pt x="2410534" y="53548"/>
                  </a:cubicBezTo>
                  <a:cubicBezTo>
                    <a:pt x="2409038" y="50551"/>
                    <a:pt x="2406045" y="48303"/>
                    <a:pt x="2403053" y="45307"/>
                  </a:cubicBezTo>
                  <a:cubicBezTo>
                    <a:pt x="2401556" y="46056"/>
                    <a:pt x="2400060" y="46056"/>
                    <a:pt x="2398564" y="46056"/>
                  </a:cubicBezTo>
                  <a:cubicBezTo>
                    <a:pt x="2398564" y="61789"/>
                    <a:pt x="2398564" y="76772"/>
                    <a:pt x="2398564" y="91756"/>
                  </a:cubicBezTo>
                  <a:cubicBezTo>
                    <a:pt x="2398564" y="110485"/>
                    <a:pt x="2399312" y="129215"/>
                    <a:pt x="2399312" y="148693"/>
                  </a:cubicBezTo>
                  <a:cubicBezTo>
                    <a:pt x="2400060" y="168921"/>
                    <a:pt x="2401556" y="171169"/>
                    <a:pt x="2422504" y="173416"/>
                  </a:cubicBezTo>
                  <a:cubicBezTo>
                    <a:pt x="2424000" y="173416"/>
                    <a:pt x="2426244" y="174165"/>
                    <a:pt x="2427741" y="177162"/>
                  </a:cubicBezTo>
                  <a:cubicBezTo>
                    <a:pt x="2407541" y="182406"/>
                    <a:pt x="2387342" y="180159"/>
                    <a:pt x="2366395" y="180908"/>
                  </a:cubicBezTo>
                  <a:cubicBezTo>
                    <a:pt x="2366395" y="179410"/>
                    <a:pt x="2366395" y="177911"/>
                    <a:pt x="2366395" y="176413"/>
                  </a:cubicBezTo>
                  <a:cubicBezTo>
                    <a:pt x="2368639" y="175664"/>
                    <a:pt x="2370136" y="173416"/>
                    <a:pt x="2373128" y="173416"/>
                  </a:cubicBezTo>
                  <a:cubicBezTo>
                    <a:pt x="2383602" y="171918"/>
                    <a:pt x="2388090" y="165924"/>
                    <a:pt x="2388090" y="155436"/>
                  </a:cubicBezTo>
                  <a:cubicBezTo>
                    <a:pt x="2388090" y="114231"/>
                    <a:pt x="2388090" y="72277"/>
                    <a:pt x="2388838" y="31072"/>
                  </a:cubicBezTo>
                  <a:cubicBezTo>
                    <a:pt x="2388838" y="13841"/>
                    <a:pt x="2376120" y="13092"/>
                    <a:pt x="2364899" y="10095"/>
                  </a:cubicBezTo>
                  <a:cubicBezTo>
                    <a:pt x="2364899" y="8597"/>
                    <a:pt x="2364899" y="7099"/>
                    <a:pt x="2364899" y="7099"/>
                  </a:cubicBezTo>
                  <a:cubicBezTo>
                    <a:pt x="2378365" y="5600"/>
                    <a:pt x="2391083" y="5600"/>
                    <a:pt x="2404549" y="3353"/>
                  </a:cubicBezTo>
                  <a:close/>
                  <a:moveTo>
                    <a:pt x="4894338" y="3316"/>
                  </a:moveTo>
                  <a:cubicBezTo>
                    <a:pt x="4912316" y="3316"/>
                    <a:pt x="4929544" y="3316"/>
                    <a:pt x="4946772" y="3316"/>
                  </a:cubicBezTo>
                  <a:cubicBezTo>
                    <a:pt x="4976734" y="3316"/>
                    <a:pt x="5006696" y="4063"/>
                    <a:pt x="5036658" y="4063"/>
                  </a:cubicBezTo>
                  <a:cubicBezTo>
                    <a:pt x="5045647" y="4063"/>
                    <a:pt x="5050141" y="6302"/>
                    <a:pt x="5049392" y="16752"/>
                  </a:cubicBezTo>
                  <a:cubicBezTo>
                    <a:pt x="5048643" y="31681"/>
                    <a:pt x="5049392" y="47356"/>
                    <a:pt x="5049392" y="63032"/>
                  </a:cubicBezTo>
                  <a:cubicBezTo>
                    <a:pt x="5047894" y="63778"/>
                    <a:pt x="5046396" y="63778"/>
                    <a:pt x="5045647" y="64525"/>
                  </a:cubicBezTo>
                  <a:cubicBezTo>
                    <a:pt x="5043400" y="60792"/>
                    <a:pt x="5040403" y="56314"/>
                    <a:pt x="5038905" y="51835"/>
                  </a:cubicBezTo>
                  <a:cubicBezTo>
                    <a:pt x="5031415" y="36906"/>
                    <a:pt x="5024673" y="21231"/>
                    <a:pt x="5005947" y="15259"/>
                  </a:cubicBezTo>
                  <a:cubicBezTo>
                    <a:pt x="4996209" y="12273"/>
                    <a:pt x="4990966" y="14513"/>
                    <a:pt x="4990966" y="27202"/>
                  </a:cubicBezTo>
                  <a:cubicBezTo>
                    <a:pt x="4991715" y="67510"/>
                    <a:pt x="4991715" y="108565"/>
                    <a:pt x="4990966" y="149619"/>
                  </a:cubicBezTo>
                  <a:cubicBezTo>
                    <a:pt x="4990966" y="164548"/>
                    <a:pt x="4994711" y="173506"/>
                    <a:pt x="5011939" y="172759"/>
                  </a:cubicBezTo>
                  <a:cubicBezTo>
                    <a:pt x="5013437" y="172759"/>
                    <a:pt x="5014187" y="173506"/>
                    <a:pt x="5015685" y="174252"/>
                  </a:cubicBezTo>
                  <a:cubicBezTo>
                    <a:pt x="5015685" y="174998"/>
                    <a:pt x="5015685" y="175745"/>
                    <a:pt x="5016434" y="177984"/>
                  </a:cubicBezTo>
                  <a:cubicBezTo>
                    <a:pt x="4985723" y="177984"/>
                    <a:pt x="4955761" y="177984"/>
                    <a:pt x="4925049" y="177984"/>
                  </a:cubicBezTo>
                  <a:cubicBezTo>
                    <a:pt x="4925798" y="176491"/>
                    <a:pt x="4925798" y="174998"/>
                    <a:pt x="4925798" y="173506"/>
                  </a:cubicBezTo>
                  <a:cubicBezTo>
                    <a:pt x="4929544" y="173506"/>
                    <a:pt x="4933289" y="172759"/>
                    <a:pt x="4937034" y="172013"/>
                  </a:cubicBezTo>
                  <a:cubicBezTo>
                    <a:pt x="4946772" y="171266"/>
                    <a:pt x="4952015" y="166041"/>
                    <a:pt x="4952015" y="155591"/>
                  </a:cubicBezTo>
                  <a:cubicBezTo>
                    <a:pt x="4952015" y="111551"/>
                    <a:pt x="4952015" y="68257"/>
                    <a:pt x="4952015" y="24217"/>
                  </a:cubicBezTo>
                  <a:cubicBezTo>
                    <a:pt x="4952764" y="13766"/>
                    <a:pt x="4947521" y="12273"/>
                    <a:pt x="4939281" y="14513"/>
                  </a:cubicBezTo>
                  <a:cubicBezTo>
                    <a:pt x="4921304" y="19738"/>
                    <a:pt x="4913065" y="33174"/>
                    <a:pt x="4906323" y="48849"/>
                  </a:cubicBezTo>
                  <a:cubicBezTo>
                    <a:pt x="4904076" y="54074"/>
                    <a:pt x="4902578" y="59299"/>
                    <a:pt x="4898833" y="64525"/>
                  </a:cubicBezTo>
                  <a:cubicBezTo>
                    <a:pt x="4889844" y="45117"/>
                    <a:pt x="4896585" y="24963"/>
                    <a:pt x="4894338" y="3316"/>
                  </a:cubicBezTo>
                  <a:close/>
                  <a:moveTo>
                    <a:pt x="3134904" y="3316"/>
                  </a:moveTo>
                  <a:cubicBezTo>
                    <a:pt x="3136406" y="3316"/>
                    <a:pt x="3137908" y="5551"/>
                    <a:pt x="3143165" y="9275"/>
                  </a:cubicBezTo>
                  <a:cubicBezTo>
                    <a:pt x="3108620" y="11509"/>
                    <a:pt x="3116130" y="34598"/>
                    <a:pt x="3116130" y="53218"/>
                  </a:cubicBezTo>
                  <a:cubicBezTo>
                    <a:pt x="3115379" y="81521"/>
                    <a:pt x="3115379" y="109823"/>
                    <a:pt x="3115379" y="138126"/>
                  </a:cubicBezTo>
                  <a:cubicBezTo>
                    <a:pt x="3115379" y="165684"/>
                    <a:pt x="3115379" y="165684"/>
                    <a:pt x="3138659" y="177601"/>
                  </a:cubicBezTo>
                  <a:cubicBezTo>
                    <a:pt x="3111624" y="177601"/>
                    <a:pt x="3085340" y="177601"/>
                    <a:pt x="3059056" y="177601"/>
                  </a:cubicBezTo>
                  <a:cubicBezTo>
                    <a:pt x="3085340" y="170153"/>
                    <a:pt x="3080083" y="150043"/>
                    <a:pt x="3080083" y="131423"/>
                  </a:cubicBezTo>
                  <a:cubicBezTo>
                    <a:pt x="3079332" y="103120"/>
                    <a:pt x="3079332" y="74073"/>
                    <a:pt x="3079332" y="45025"/>
                  </a:cubicBezTo>
                  <a:cubicBezTo>
                    <a:pt x="3079332" y="40556"/>
                    <a:pt x="3078581" y="36088"/>
                    <a:pt x="3077830" y="31619"/>
                  </a:cubicBezTo>
                  <a:cubicBezTo>
                    <a:pt x="3076328" y="31619"/>
                    <a:pt x="3074826" y="30874"/>
                    <a:pt x="3074075" y="30874"/>
                  </a:cubicBezTo>
                  <a:cubicBezTo>
                    <a:pt x="3066566" y="54708"/>
                    <a:pt x="3059056" y="78541"/>
                    <a:pt x="3052297" y="102375"/>
                  </a:cubicBezTo>
                  <a:cubicBezTo>
                    <a:pt x="3045538" y="125464"/>
                    <a:pt x="3039531" y="147808"/>
                    <a:pt x="3032021" y="170897"/>
                  </a:cubicBezTo>
                  <a:cubicBezTo>
                    <a:pt x="3030519" y="174621"/>
                    <a:pt x="3023760" y="179090"/>
                    <a:pt x="3019254" y="179090"/>
                  </a:cubicBezTo>
                  <a:cubicBezTo>
                    <a:pt x="3015499" y="179090"/>
                    <a:pt x="3009492" y="173877"/>
                    <a:pt x="3007990" y="169408"/>
                  </a:cubicBezTo>
                  <a:cubicBezTo>
                    <a:pt x="2995223" y="126954"/>
                    <a:pt x="2983208" y="83755"/>
                    <a:pt x="2971192" y="40556"/>
                  </a:cubicBezTo>
                  <a:cubicBezTo>
                    <a:pt x="2970441" y="37577"/>
                    <a:pt x="2968188" y="33853"/>
                    <a:pt x="2965184" y="27150"/>
                  </a:cubicBezTo>
                  <a:cubicBezTo>
                    <a:pt x="2963682" y="33108"/>
                    <a:pt x="2962931" y="35343"/>
                    <a:pt x="2962931" y="37577"/>
                  </a:cubicBezTo>
                  <a:cubicBezTo>
                    <a:pt x="2962931" y="68859"/>
                    <a:pt x="2962931" y="100141"/>
                    <a:pt x="2962931" y="131423"/>
                  </a:cubicBezTo>
                  <a:cubicBezTo>
                    <a:pt x="2962931" y="161960"/>
                    <a:pt x="2963682" y="161960"/>
                    <a:pt x="2990717" y="177601"/>
                  </a:cubicBezTo>
                  <a:cubicBezTo>
                    <a:pt x="2967437" y="177601"/>
                    <a:pt x="2947912" y="177601"/>
                    <a:pt x="2928387" y="177601"/>
                  </a:cubicBezTo>
                  <a:cubicBezTo>
                    <a:pt x="2926885" y="176111"/>
                    <a:pt x="2926134" y="174621"/>
                    <a:pt x="2925383" y="173132"/>
                  </a:cubicBezTo>
                  <a:cubicBezTo>
                    <a:pt x="2952418" y="170897"/>
                    <a:pt x="2951667" y="153022"/>
                    <a:pt x="2951667" y="134402"/>
                  </a:cubicBezTo>
                  <a:cubicBezTo>
                    <a:pt x="2950916" y="107589"/>
                    <a:pt x="2951667" y="80031"/>
                    <a:pt x="2951667" y="52473"/>
                  </a:cubicBezTo>
                  <a:cubicBezTo>
                    <a:pt x="2950916" y="34598"/>
                    <a:pt x="2958426" y="12254"/>
                    <a:pt x="2926885" y="8530"/>
                  </a:cubicBezTo>
                  <a:cubicBezTo>
                    <a:pt x="2928387" y="7040"/>
                    <a:pt x="2929138" y="5551"/>
                    <a:pt x="2930640" y="4806"/>
                  </a:cubicBezTo>
                  <a:cubicBezTo>
                    <a:pt x="2943406" y="4806"/>
                    <a:pt x="2956173" y="4806"/>
                    <a:pt x="2969690" y="4806"/>
                  </a:cubicBezTo>
                  <a:cubicBezTo>
                    <a:pt x="2996725" y="4806"/>
                    <a:pt x="2997476" y="4806"/>
                    <a:pt x="3004986" y="31619"/>
                  </a:cubicBezTo>
                  <a:cubicBezTo>
                    <a:pt x="3012496" y="54708"/>
                    <a:pt x="3018503" y="77797"/>
                    <a:pt x="3025262" y="101631"/>
                  </a:cubicBezTo>
                  <a:cubicBezTo>
                    <a:pt x="3026764" y="107589"/>
                    <a:pt x="3029768" y="113547"/>
                    <a:pt x="3032021" y="120251"/>
                  </a:cubicBezTo>
                  <a:cubicBezTo>
                    <a:pt x="3033523" y="120251"/>
                    <a:pt x="3035025" y="120251"/>
                    <a:pt x="3036527" y="120251"/>
                  </a:cubicBezTo>
                  <a:cubicBezTo>
                    <a:pt x="3042534" y="98651"/>
                    <a:pt x="3049293" y="77797"/>
                    <a:pt x="3055301" y="56942"/>
                  </a:cubicBezTo>
                  <a:cubicBezTo>
                    <a:pt x="3059807" y="42046"/>
                    <a:pt x="3063562" y="27150"/>
                    <a:pt x="3068068" y="12999"/>
                  </a:cubicBezTo>
                  <a:cubicBezTo>
                    <a:pt x="3069569" y="9275"/>
                    <a:pt x="3073324" y="4061"/>
                    <a:pt x="3076328" y="4061"/>
                  </a:cubicBezTo>
                  <a:cubicBezTo>
                    <a:pt x="3095853" y="3316"/>
                    <a:pt x="3115379" y="3316"/>
                    <a:pt x="3134904" y="3316"/>
                  </a:cubicBezTo>
                  <a:close/>
                  <a:moveTo>
                    <a:pt x="2757081" y="3316"/>
                  </a:moveTo>
                  <a:cubicBezTo>
                    <a:pt x="2788459" y="4064"/>
                    <a:pt x="2820583" y="4064"/>
                    <a:pt x="2851961" y="5559"/>
                  </a:cubicBezTo>
                  <a:cubicBezTo>
                    <a:pt x="2873627" y="6306"/>
                    <a:pt x="2889316" y="20510"/>
                    <a:pt x="2894545" y="37704"/>
                  </a:cubicBezTo>
                  <a:cubicBezTo>
                    <a:pt x="2899028" y="55646"/>
                    <a:pt x="2894545" y="72840"/>
                    <a:pt x="2880351" y="81063"/>
                  </a:cubicBezTo>
                  <a:cubicBezTo>
                    <a:pt x="2869144" y="87792"/>
                    <a:pt x="2856444" y="90034"/>
                    <a:pt x="2842249" y="95267"/>
                  </a:cubicBezTo>
                  <a:cubicBezTo>
                    <a:pt x="2870639" y="103491"/>
                    <a:pt x="2879604" y="125918"/>
                    <a:pt x="2884833" y="150587"/>
                  </a:cubicBezTo>
                  <a:cubicBezTo>
                    <a:pt x="2885580" y="155073"/>
                    <a:pt x="2891557" y="158811"/>
                    <a:pt x="2894545" y="162549"/>
                  </a:cubicBezTo>
                  <a:cubicBezTo>
                    <a:pt x="2897534" y="158811"/>
                    <a:pt x="2901269" y="155073"/>
                    <a:pt x="2904258" y="151335"/>
                  </a:cubicBezTo>
                  <a:cubicBezTo>
                    <a:pt x="2905752" y="149092"/>
                    <a:pt x="2906499" y="146102"/>
                    <a:pt x="2908740" y="143112"/>
                  </a:cubicBezTo>
                  <a:cubicBezTo>
                    <a:pt x="2913223" y="160306"/>
                    <a:pt x="2906499" y="174510"/>
                    <a:pt x="2891557" y="179743"/>
                  </a:cubicBezTo>
                  <a:cubicBezTo>
                    <a:pt x="2872880" y="185723"/>
                    <a:pt x="2852708" y="178248"/>
                    <a:pt x="2848226" y="162549"/>
                  </a:cubicBezTo>
                  <a:cubicBezTo>
                    <a:pt x="2844490" y="148345"/>
                    <a:pt x="2843743" y="132646"/>
                    <a:pt x="2840755" y="118442"/>
                  </a:cubicBezTo>
                  <a:cubicBezTo>
                    <a:pt x="2838514" y="111714"/>
                    <a:pt x="2834031" y="103491"/>
                    <a:pt x="2828801" y="99753"/>
                  </a:cubicBezTo>
                  <a:cubicBezTo>
                    <a:pt x="2816101" y="91529"/>
                    <a:pt x="2810871" y="96015"/>
                    <a:pt x="2810871" y="110219"/>
                  </a:cubicBezTo>
                  <a:cubicBezTo>
                    <a:pt x="2811618" y="119937"/>
                    <a:pt x="2811618" y="130403"/>
                    <a:pt x="2811618" y="140121"/>
                  </a:cubicBezTo>
                  <a:cubicBezTo>
                    <a:pt x="2810871" y="167034"/>
                    <a:pt x="2810871" y="167034"/>
                    <a:pt x="2834031" y="175257"/>
                  </a:cubicBezTo>
                  <a:cubicBezTo>
                    <a:pt x="2827307" y="181985"/>
                    <a:pt x="2763057" y="182733"/>
                    <a:pt x="2749610" y="176005"/>
                  </a:cubicBezTo>
                  <a:cubicBezTo>
                    <a:pt x="2754092" y="174510"/>
                    <a:pt x="2756334" y="173015"/>
                    <a:pt x="2759322" y="173015"/>
                  </a:cubicBezTo>
                  <a:cubicBezTo>
                    <a:pt x="2769781" y="170772"/>
                    <a:pt x="2775011" y="164791"/>
                    <a:pt x="2775011" y="154325"/>
                  </a:cubicBezTo>
                  <a:cubicBezTo>
                    <a:pt x="2775011" y="113209"/>
                    <a:pt x="2775011" y="72093"/>
                    <a:pt x="2775011" y="31724"/>
                  </a:cubicBezTo>
                  <a:cubicBezTo>
                    <a:pt x="2775011" y="16025"/>
                    <a:pt x="2764552" y="11539"/>
                    <a:pt x="2750357" y="10044"/>
                  </a:cubicBezTo>
                  <a:cubicBezTo>
                    <a:pt x="2751104" y="9297"/>
                    <a:pt x="2751104" y="7802"/>
                    <a:pt x="2751104" y="6306"/>
                  </a:cubicBezTo>
                  <a:cubicBezTo>
                    <a:pt x="2753345" y="5559"/>
                    <a:pt x="2754839" y="3316"/>
                    <a:pt x="2757081" y="3316"/>
                  </a:cubicBezTo>
                  <a:close/>
                  <a:moveTo>
                    <a:pt x="197218" y="3316"/>
                  </a:moveTo>
                  <a:cubicBezTo>
                    <a:pt x="236654" y="3316"/>
                    <a:pt x="276091" y="4062"/>
                    <a:pt x="314783" y="4062"/>
                  </a:cubicBezTo>
                  <a:cubicBezTo>
                    <a:pt x="323712" y="4062"/>
                    <a:pt x="328176" y="5555"/>
                    <a:pt x="328176" y="15257"/>
                  </a:cubicBezTo>
                  <a:cubicBezTo>
                    <a:pt x="327432" y="31676"/>
                    <a:pt x="328176" y="47349"/>
                    <a:pt x="325200" y="65261"/>
                  </a:cubicBezTo>
                  <a:cubicBezTo>
                    <a:pt x="322968" y="61529"/>
                    <a:pt x="319991" y="58544"/>
                    <a:pt x="318503" y="54813"/>
                  </a:cubicBezTo>
                  <a:cubicBezTo>
                    <a:pt x="308086" y="30184"/>
                    <a:pt x="291716" y="14511"/>
                    <a:pt x="264185" y="13018"/>
                  </a:cubicBezTo>
                  <a:cubicBezTo>
                    <a:pt x="248560" y="12272"/>
                    <a:pt x="242607" y="17496"/>
                    <a:pt x="241863" y="33169"/>
                  </a:cubicBezTo>
                  <a:cubicBezTo>
                    <a:pt x="241863" y="48842"/>
                    <a:pt x="241863" y="64515"/>
                    <a:pt x="241863" y="80188"/>
                  </a:cubicBezTo>
                  <a:cubicBezTo>
                    <a:pt x="262697" y="86158"/>
                    <a:pt x="266418" y="83173"/>
                    <a:pt x="284276" y="53320"/>
                  </a:cubicBezTo>
                  <a:cubicBezTo>
                    <a:pt x="291716" y="60783"/>
                    <a:pt x="292460" y="108548"/>
                    <a:pt x="285020" y="122728"/>
                  </a:cubicBezTo>
                  <a:cubicBezTo>
                    <a:pt x="282043" y="117504"/>
                    <a:pt x="280555" y="113026"/>
                    <a:pt x="278323" y="110041"/>
                  </a:cubicBezTo>
                  <a:cubicBezTo>
                    <a:pt x="273858" y="104816"/>
                    <a:pt x="269394" y="98846"/>
                    <a:pt x="263441" y="95861"/>
                  </a:cubicBezTo>
                  <a:cubicBezTo>
                    <a:pt x="247816" y="86905"/>
                    <a:pt x="241863" y="90636"/>
                    <a:pt x="241863" y="108548"/>
                  </a:cubicBezTo>
                  <a:cubicBezTo>
                    <a:pt x="241863" y="123475"/>
                    <a:pt x="242607" y="138401"/>
                    <a:pt x="241863" y="153328"/>
                  </a:cubicBezTo>
                  <a:cubicBezTo>
                    <a:pt x="241119" y="166761"/>
                    <a:pt x="248560" y="170493"/>
                    <a:pt x="260465" y="171239"/>
                  </a:cubicBezTo>
                  <a:cubicBezTo>
                    <a:pt x="288740" y="171239"/>
                    <a:pt x="309574" y="156313"/>
                    <a:pt x="321480" y="127206"/>
                  </a:cubicBezTo>
                  <a:cubicBezTo>
                    <a:pt x="322968" y="123475"/>
                    <a:pt x="325200" y="118997"/>
                    <a:pt x="327432" y="115265"/>
                  </a:cubicBezTo>
                  <a:cubicBezTo>
                    <a:pt x="328920" y="115265"/>
                    <a:pt x="330409" y="116011"/>
                    <a:pt x="331153" y="116011"/>
                  </a:cubicBezTo>
                  <a:cubicBezTo>
                    <a:pt x="331153" y="135416"/>
                    <a:pt x="331897" y="154074"/>
                    <a:pt x="331153" y="173478"/>
                  </a:cubicBezTo>
                  <a:cubicBezTo>
                    <a:pt x="331153" y="175717"/>
                    <a:pt x="325944" y="180195"/>
                    <a:pt x="323712" y="180195"/>
                  </a:cubicBezTo>
                  <a:cubicBezTo>
                    <a:pt x="276835" y="180195"/>
                    <a:pt x="229958" y="179449"/>
                    <a:pt x="183824" y="179449"/>
                  </a:cubicBezTo>
                  <a:cubicBezTo>
                    <a:pt x="182336" y="179449"/>
                    <a:pt x="181592" y="177956"/>
                    <a:pt x="177128" y="175717"/>
                  </a:cubicBezTo>
                  <a:cubicBezTo>
                    <a:pt x="183824" y="174225"/>
                    <a:pt x="187545" y="174225"/>
                    <a:pt x="189033" y="171986"/>
                  </a:cubicBezTo>
                  <a:cubicBezTo>
                    <a:pt x="194242" y="167508"/>
                    <a:pt x="202427" y="161537"/>
                    <a:pt x="202427" y="155567"/>
                  </a:cubicBezTo>
                  <a:cubicBezTo>
                    <a:pt x="203171" y="113772"/>
                    <a:pt x="203171" y="71978"/>
                    <a:pt x="203171" y="30184"/>
                  </a:cubicBezTo>
                  <a:cubicBezTo>
                    <a:pt x="203171" y="19735"/>
                    <a:pt x="197962" y="13765"/>
                    <a:pt x="187545" y="11526"/>
                  </a:cubicBezTo>
                  <a:cubicBezTo>
                    <a:pt x="185313" y="11526"/>
                    <a:pt x="182336" y="10033"/>
                    <a:pt x="180104" y="5555"/>
                  </a:cubicBezTo>
                  <a:cubicBezTo>
                    <a:pt x="186057" y="4809"/>
                    <a:pt x="192009" y="3316"/>
                    <a:pt x="197218" y="3316"/>
                  </a:cubicBezTo>
                  <a:close/>
                  <a:moveTo>
                    <a:pt x="4043261" y="3264"/>
                  </a:moveTo>
                  <a:cubicBezTo>
                    <a:pt x="4062841" y="3170"/>
                    <a:pt x="4083452" y="4860"/>
                    <a:pt x="4090572" y="8615"/>
                  </a:cubicBezTo>
                  <a:cubicBezTo>
                    <a:pt x="4056845" y="10868"/>
                    <a:pt x="4063591" y="34149"/>
                    <a:pt x="4063591" y="53675"/>
                  </a:cubicBezTo>
                  <a:cubicBezTo>
                    <a:pt x="4062841" y="79959"/>
                    <a:pt x="4062841" y="106995"/>
                    <a:pt x="4063591" y="133280"/>
                  </a:cubicBezTo>
                  <a:cubicBezTo>
                    <a:pt x="4063591" y="152055"/>
                    <a:pt x="4057595" y="173833"/>
                    <a:pt x="4090572" y="174584"/>
                  </a:cubicBezTo>
                  <a:cubicBezTo>
                    <a:pt x="4089073" y="176086"/>
                    <a:pt x="4088324" y="177588"/>
                    <a:pt x="4086825" y="179090"/>
                  </a:cubicBezTo>
                  <a:cubicBezTo>
                    <a:pt x="4059094" y="179090"/>
                    <a:pt x="4030613" y="179090"/>
                    <a:pt x="4002133" y="179090"/>
                  </a:cubicBezTo>
                  <a:cubicBezTo>
                    <a:pt x="4002133" y="176837"/>
                    <a:pt x="4002133" y="175335"/>
                    <a:pt x="4002133" y="175335"/>
                  </a:cubicBezTo>
                  <a:cubicBezTo>
                    <a:pt x="4025367" y="166323"/>
                    <a:pt x="4025367" y="166323"/>
                    <a:pt x="4025367" y="140039"/>
                  </a:cubicBezTo>
                  <a:cubicBezTo>
                    <a:pt x="4025367" y="107746"/>
                    <a:pt x="4025367" y="75453"/>
                    <a:pt x="4025367" y="43912"/>
                  </a:cubicBezTo>
                  <a:cubicBezTo>
                    <a:pt x="4025367" y="16876"/>
                    <a:pt x="4025367" y="16876"/>
                    <a:pt x="4002133" y="8615"/>
                  </a:cubicBezTo>
                  <a:cubicBezTo>
                    <a:pt x="4005131" y="5236"/>
                    <a:pt x="4023681" y="3358"/>
                    <a:pt x="4043261" y="3264"/>
                  </a:cubicBezTo>
                  <a:close/>
                  <a:moveTo>
                    <a:pt x="3851659" y="3078"/>
                  </a:moveTo>
                  <a:cubicBezTo>
                    <a:pt x="3866309" y="5857"/>
                    <a:pt x="3875282" y="18240"/>
                    <a:pt x="3884254" y="32311"/>
                  </a:cubicBezTo>
                  <a:cubicBezTo>
                    <a:pt x="3900703" y="60079"/>
                    <a:pt x="3919396" y="87096"/>
                    <a:pt x="3937341" y="113363"/>
                  </a:cubicBezTo>
                  <a:cubicBezTo>
                    <a:pt x="3940332" y="117116"/>
                    <a:pt x="3943322" y="120117"/>
                    <a:pt x="3949304" y="126121"/>
                  </a:cubicBezTo>
                  <a:cubicBezTo>
                    <a:pt x="3949304" y="113363"/>
                    <a:pt x="3949304" y="103607"/>
                    <a:pt x="3949304" y="94601"/>
                  </a:cubicBezTo>
                  <a:cubicBezTo>
                    <a:pt x="3950052" y="76589"/>
                    <a:pt x="3950052" y="58578"/>
                    <a:pt x="3950052" y="40566"/>
                  </a:cubicBezTo>
                  <a:cubicBezTo>
                    <a:pt x="3950799" y="25557"/>
                    <a:pt x="3946313" y="14300"/>
                    <a:pt x="3929116" y="12048"/>
                  </a:cubicBezTo>
                  <a:cubicBezTo>
                    <a:pt x="3927621" y="12048"/>
                    <a:pt x="3926873" y="10547"/>
                    <a:pt x="3925378" y="9797"/>
                  </a:cubicBezTo>
                  <a:cubicBezTo>
                    <a:pt x="3924630" y="9797"/>
                    <a:pt x="3924630" y="8296"/>
                    <a:pt x="3923882" y="5294"/>
                  </a:cubicBezTo>
                  <a:cubicBezTo>
                    <a:pt x="3944070" y="5294"/>
                    <a:pt x="3962763" y="5294"/>
                    <a:pt x="3984446" y="5294"/>
                  </a:cubicBezTo>
                  <a:cubicBezTo>
                    <a:pt x="3961267" y="23305"/>
                    <a:pt x="3961267" y="23305"/>
                    <a:pt x="3960520" y="51824"/>
                  </a:cubicBezTo>
                  <a:cubicBezTo>
                    <a:pt x="3959772" y="87847"/>
                    <a:pt x="3959772" y="123870"/>
                    <a:pt x="3959772" y="159893"/>
                  </a:cubicBezTo>
                  <a:cubicBezTo>
                    <a:pt x="3959772" y="165897"/>
                    <a:pt x="3959772" y="172651"/>
                    <a:pt x="3959772" y="179405"/>
                  </a:cubicBezTo>
                  <a:cubicBezTo>
                    <a:pt x="3947809" y="182407"/>
                    <a:pt x="3939584" y="181657"/>
                    <a:pt x="3932107" y="170400"/>
                  </a:cubicBezTo>
                  <a:cubicBezTo>
                    <a:pt x="3907433" y="132125"/>
                    <a:pt x="3881263" y="93851"/>
                    <a:pt x="3855841" y="56327"/>
                  </a:cubicBezTo>
                  <a:cubicBezTo>
                    <a:pt x="3852851" y="52574"/>
                    <a:pt x="3849860" y="48822"/>
                    <a:pt x="3847617" y="45069"/>
                  </a:cubicBezTo>
                  <a:cubicBezTo>
                    <a:pt x="3846121" y="45820"/>
                    <a:pt x="3844626" y="45820"/>
                    <a:pt x="3843130" y="46570"/>
                  </a:cubicBezTo>
                  <a:cubicBezTo>
                    <a:pt x="3843130" y="84094"/>
                    <a:pt x="3842383" y="121618"/>
                    <a:pt x="3843878" y="158392"/>
                  </a:cubicBezTo>
                  <a:cubicBezTo>
                    <a:pt x="3843878" y="163645"/>
                    <a:pt x="3852851" y="168899"/>
                    <a:pt x="3858084" y="172651"/>
                  </a:cubicBezTo>
                  <a:cubicBezTo>
                    <a:pt x="3861075" y="174902"/>
                    <a:pt x="3866309" y="174152"/>
                    <a:pt x="3870048" y="174902"/>
                  </a:cubicBezTo>
                  <a:cubicBezTo>
                    <a:pt x="3870048" y="176403"/>
                    <a:pt x="3870048" y="177904"/>
                    <a:pt x="3869300" y="178655"/>
                  </a:cubicBezTo>
                  <a:cubicBezTo>
                    <a:pt x="3849860" y="178655"/>
                    <a:pt x="3829672" y="178655"/>
                    <a:pt x="3809484" y="178655"/>
                  </a:cubicBezTo>
                  <a:cubicBezTo>
                    <a:pt x="3808736" y="177904"/>
                    <a:pt x="3808736" y="177154"/>
                    <a:pt x="3808736" y="175653"/>
                  </a:cubicBezTo>
                  <a:cubicBezTo>
                    <a:pt x="3811727" y="174902"/>
                    <a:pt x="3814718" y="174152"/>
                    <a:pt x="3816961" y="173401"/>
                  </a:cubicBezTo>
                  <a:cubicBezTo>
                    <a:pt x="3826681" y="171150"/>
                    <a:pt x="3831915" y="165897"/>
                    <a:pt x="3831915" y="155390"/>
                  </a:cubicBezTo>
                  <a:cubicBezTo>
                    <a:pt x="3831915" y="113363"/>
                    <a:pt x="3831915" y="71336"/>
                    <a:pt x="3832663" y="30060"/>
                  </a:cubicBezTo>
                  <a:cubicBezTo>
                    <a:pt x="3832663" y="12799"/>
                    <a:pt x="3818456" y="12799"/>
                    <a:pt x="3804250" y="7545"/>
                  </a:cubicBezTo>
                  <a:cubicBezTo>
                    <a:pt x="3810232" y="5294"/>
                    <a:pt x="3812475" y="3793"/>
                    <a:pt x="3815466" y="3793"/>
                  </a:cubicBezTo>
                  <a:cubicBezTo>
                    <a:pt x="3821447" y="3793"/>
                    <a:pt x="3828924" y="5294"/>
                    <a:pt x="3834906" y="3793"/>
                  </a:cubicBezTo>
                  <a:cubicBezTo>
                    <a:pt x="3841262" y="2292"/>
                    <a:pt x="3846776" y="2151"/>
                    <a:pt x="3851659" y="3078"/>
                  </a:cubicBezTo>
                  <a:close/>
                  <a:moveTo>
                    <a:pt x="1898402" y="2689"/>
                  </a:moveTo>
                  <a:cubicBezTo>
                    <a:pt x="1919941" y="3639"/>
                    <a:pt x="1925009" y="11239"/>
                    <a:pt x="1945281" y="41640"/>
                  </a:cubicBezTo>
                  <a:cubicBezTo>
                    <a:pt x="1960297" y="64910"/>
                    <a:pt x="1976064" y="88180"/>
                    <a:pt x="1991831" y="111450"/>
                  </a:cubicBezTo>
                  <a:cubicBezTo>
                    <a:pt x="1994084" y="115203"/>
                    <a:pt x="1997838" y="118957"/>
                    <a:pt x="2003094" y="125712"/>
                  </a:cubicBezTo>
                  <a:cubicBezTo>
                    <a:pt x="2003845" y="118206"/>
                    <a:pt x="2005346" y="115203"/>
                    <a:pt x="2005346" y="111450"/>
                  </a:cubicBezTo>
                  <a:cubicBezTo>
                    <a:pt x="2005346" y="88180"/>
                    <a:pt x="2004595" y="64159"/>
                    <a:pt x="2005346" y="40889"/>
                  </a:cubicBezTo>
                  <a:cubicBezTo>
                    <a:pt x="2006097" y="25126"/>
                    <a:pt x="2000841" y="14617"/>
                    <a:pt x="1984323" y="11614"/>
                  </a:cubicBezTo>
                  <a:cubicBezTo>
                    <a:pt x="1982822" y="11614"/>
                    <a:pt x="1981320" y="10113"/>
                    <a:pt x="1980569" y="9362"/>
                  </a:cubicBezTo>
                  <a:cubicBezTo>
                    <a:pt x="1979818" y="8612"/>
                    <a:pt x="1979818" y="7861"/>
                    <a:pt x="1979068" y="4858"/>
                  </a:cubicBezTo>
                  <a:cubicBezTo>
                    <a:pt x="1998589" y="4858"/>
                    <a:pt x="2017359" y="4858"/>
                    <a:pt x="2036130" y="4858"/>
                  </a:cubicBezTo>
                  <a:cubicBezTo>
                    <a:pt x="2037631" y="5609"/>
                    <a:pt x="2039133" y="7110"/>
                    <a:pt x="2039884" y="7861"/>
                  </a:cubicBezTo>
                  <a:cubicBezTo>
                    <a:pt x="2007599" y="15367"/>
                    <a:pt x="2015858" y="39388"/>
                    <a:pt x="2015858" y="58905"/>
                  </a:cubicBezTo>
                  <a:cubicBezTo>
                    <a:pt x="2015858" y="98689"/>
                    <a:pt x="2015858" y="138473"/>
                    <a:pt x="2015858" y="178258"/>
                  </a:cubicBezTo>
                  <a:cubicBezTo>
                    <a:pt x="2001592" y="183512"/>
                    <a:pt x="1993333" y="179759"/>
                    <a:pt x="1985074" y="167749"/>
                  </a:cubicBezTo>
                  <a:cubicBezTo>
                    <a:pt x="1961048" y="129466"/>
                    <a:pt x="1934769" y="92684"/>
                    <a:pt x="1909242" y="54401"/>
                  </a:cubicBezTo>
                  <a:cubicBezTo>
                    <a:pt x="1906989" y="51398"/>
                    <a:pt x="1903986" y="48396"/>
                    <a:pt x="1900983" y="45393"/>
                  </a:cubicBezTo>
                  <a:cubicBezTo>
                    <a:pt x="1900232" y="46144"/>
                    <a:pt x="1898730" y="46144"/>
                    <a:pt x="1897229" y="46895"/>
                  </a:cubicBezTo>
                  <a:cubicBezTo>
                    <a:pt x="1897229" y="65661"/>
                    <a:pt x="1897229" y="85178"/>
                    <a:pt x="1897229" y="104694"/>
                  </a:cubicBezTo>
                  <a:cubicBezTo>
                    <a:pt x="1897229" y="119707"/>
                    <a:pt x="1897229" y="134720"/>
                    <a:pt x="1897229" y="149733"/>
                  </a:cubicBezTo>
                  <a:cubicBezTo>
                    <a:pt x="1897229" y="167749"/>
                    <a:pt x="1900232" y="170751"/>
                    <a:pt x="1918251" y="173003"/>
                  </a:cubicBezTo>
                  <a:cubicBezTo>
                    <a:pt x="1921255" y="173003"/>
                    <a:pt x="1923507" y="174504"/>
                    <a:pt x="1925760" y="178258"/>
                  </a:cubicBezTo>
                  <a:cubicBezTo>
                    <a:pt x="1904737" y="178258"/>
                    <a:pt x="1884465" y="178258"/>
                    <a:pt x="1863442" y="178258"/>
                  </a:cubicBezTo>
                  <a:cubicBezTo>
                    <a:pt x="1864193" y="176006"/>
                    <a:pt x="1864193" y="174504"/>
                    <a:pt x="1864193" y="174504"/>
                  </a:cubicBezTo>
                  <a:cubicBezTo>
                    <a:pt x="1885966" y="167749"/>
                    <a:pt x="1885966" y="167749"/>
                    <a:pt x="1885966" y="144479"/>
                  </a:cubicBezTo>
                  <a:cubicBezTo>
                    <a:pt x="1885966" y="112201"/>
                    <a:pt x="1885966" y="79923"/>
                    <a:pt x="1885966" y="46895"/>
                  </a:cubicBezTo>
                  <a:cubicBezTo>
                    <a:pt x="1885966" y="18370"/>
                    <a:pt x="1885966" y="18370"/>
                    <a:pt x="1859688" y="6360"/>
                  </a:cubicBezTo>
                  <a:cubicBezTo>
                    <a:pt x="1864193" y="4858"/>
                    <a:pt x="1867196" y="3357"/>
                    <a:pt x="1870199" y="3357"/>
                  </a:cubicBezTo>
                  <a:cubicBezTo>
                    <a:pt x="1882212" y="2794"/>
                    <a:pt x="1891222" y="2372"/>
                    <a:pt x="1898402" y="2689"/>
                  </a:cubicBezTo>
                  <a:close/>
                  <a:moveTo>
                    <a:pt x="75422" y="2603"/>
                  </a:moveTo>
                  <a:cubicBezTo>
                    <a:pt x="88932" y="1105"/>
                    <a:pt x="103191" y="5598"/>
                    <a:pt x="115950" y="9343"/>
                  </a:cubicBezTo>
                  <a:cubicBezTo>
                    <a:pt x="125707" y="13087"/>
                    <a:pt x="134713" y="18329"/>
                    <a:pt x="141468" y="6347"/>
                  </a:cubicBezTo>
                  <a:cubicBezTo>
                    <a:pt x="142218" y="5598"/>
                    <a:pt x="145220" y="5598"/>
                    <a:pt x="148223" y="4850"/>
                  </a:cubicBezTo>
                  <a:cubicBezTo>
                    <a:pt x="148223" y="25818"/>
                    <a:pt x="148223" y="45289"/>
                    <a:pt x="148223" y="68505"/>
                  </a:cubicBezTo>
                  <a:cubicBezTo>
                    <a:pt x="144470" y="64011"/>
                    <a:pt x="141468" y="61765"/>
                    <a:pt x="139216" y="58769"/>
                  </a:cubicBezTo>
                  <a:cubicBezTo>
                    <a:pt x="134713" y="50531"/>
                    <a:pt x="130961" y="41545"/>
                    <a:pt x="126458" y="34056"/>
                  </a:cubicBezTo>
                  <a:cubicBezTo>
                    <a:pt x="113699" y="15334"/>
                    <a:pt x="95686" y="6347"/>
                    <a:pt x="77674" y="10841"/>
                  </a:cubicBezTo>
                  <a:cubicBezTo>
                    <a:pt x="58160" y="16083"/>
                    <a:pt x="46903" y="31809"/>
                    <a:pt x="45402" y="49783"/>
                  </a:cubicBezTo>
                  <a:cubicBezTo>
                    <a:pt x="43150" y="76742"/>
                    <a:pt x="42399" y="103702"/>
                    <a:pt x="44651" y="129913"/>
                  </a:cubicBezTo>
                  <a:cubicBezTo>
                    <a:pt x="47653" y="159120"/>
                    <a:pt x="66416" y="174097"/>
                    <a:pt x="93435" y="174097"/>
                  </a:cubicBezTo>
                  <a:cubicBezTo>
                    <a:pt x="119703" y="174846"/>
                    <a:pt x="139967" y="156124"/>
                    <a:pt x="145220" y="129164"/>
                  </a:cubicBezTo>
                  <a:cubicBezTo>
                    <a:pt x="145971" y="123922"/>
                    <a:pt x="147472" y="118680"/>
                    <a:pt x="148973" y="113438"/>
                  </a:cubicBezTo>
                  <a:cubicBezTo>
                    <a:pt x="149724" y="113438"/>
                    <a:pt x="151225" y="114187"/>
                    <a:pt x="152726" y="114187"/>
                  </a:cubicBezTo>
                  <a:cubicBezTo>
                    <a:pt x="157229" y="148635"/>
                    <a:pt x="134713" y="177093"/>
                    <a:pt x="98688" y="180837"/>
                  </a:cubicBezTo>
                  <a:cubicBezTo>
                    <a:pt x="46903" y="186828"/>
                    <a:pt x="6375" y="156873"/>
                    <a:pt x="1121" y="110442"/>
                  </a:cubicBezTo>
                  <a:cubicBezTo>
                    <a:pt x="-6384" y="54276"/>
                    <a:pt x="24387" y="9343"/>
                    <a:pt x="75422" y="2603"/>
                  </a:cubicBezTo>
                  <a:close/>
                  <a:moveTo>
                    <a:pt x="4684016" y="2211"/>
                  </a:moveTo>
                  <a:cubicBezTo>
                    <a:pt x="4696008" y="2211"/>
                    <a:pt x="4708749" y="4463"/>
                    <a:pt x="4719242" y="9718"/>
                  </a:cubicBezTo>
                  <a:cubicBezTo>
                    <a:pt x="4731234" y="16473"/>
                    <a:pt x="4737979" y="8967"/>
                    <a:pt x="4749221" y="2211"/>
                  </a:cubicBezTo>
                  <a:cubicBezTo>
                    <a:pt x="4749221" y="23980"/>
                    <a:pt x="4749221" y="42746"/>
                    <a:pt x="4749221" y="61512"/>
                  </a:cubicBezTo>
                  <a:cubicBezTo>
                    <a:pt x="4747722" y="62263"/>
                    <a:pt x="4746973" y="63013"/>
                    <a:pt x="4746223" y="63013"/>
                  </a:cubicBezTo>
                  <a:cubicBezTo>
                    <a:pt x="4743975" y="59260"/>
                    <a:pt x="4740977" y="55507"/>
                    <a:pt x="4738728" y="51754"/>
                  </a:cubicBezTo>
                  <a:cubicBezTo>
                    <a:pt x="4731234" y="34489"/>
                    <a:pt x="4722989" y="17975"/>
                    <a:pt x="4703503" y="11219"/>
                  </a:cubicBezTo>
                  <a:cubicBezTo>
                    <a:pt x="4690012" y="6715"/>
                    <a:pt x="4672024" y="12720"/>
                    <a:pt x="4666778" y="23980"/>
                  </a:cubicBezTo>
                  <a:cubicBezTo>
                    <a:pt x="4660032" y="35990"/>
                    <a:pt x="4664529" y="49502"/>
                    <a:pt x="4679519" y="59260"/>
                  </a:cubicBezTo>
                  <a:cubicBezTo>
                    <a:pt x="4685515" y="63013"/>
                    <a:pt x="4692260" y="65265"/>
                    <a:pt x="4698256" y="68268"/>
                  </a:cubicBezTo>
                  <a:cubicBezTo>
                    <a:pt x="4710248" y="74273"/>
                    <a:pt x="4722989" y="79528"/>
                    <a:pt x="4734232" y="86284"/>
                  </a:cubicBezTo>
                  <a:cubicBezTo>
                    <a:pt x="4754468" y="97543"/>
                    <a:pt x="4762712" y="115559"/>
                    <a:pt x="4757466" y="138078"/>
                  </a:cubicBezTo>
                  <a:cubicBezTo>
                    <a:pt x="4752969" y="159096"/>
                    <a:pt x="4740227" y="174860"/>
                    <a:pt x="4718492" y="177862"/>
                  </a:cubicBezTo>
                  <a:cubicBezTo>
                    <a:pt x="4702004" y="180114"/>
                    <a:pt x="4684016" y="179364"/>
                    <a:pt x="4667527" y="175610"/>
                  </a:cubicBezTo>
                  <a:cubicBezTo>
                    <a:pt x="4655536" y="173359"/>
                    <a:pt x="4645792" y="169605"/>
                    <a:pt x="4634550" y="184618"/>
                  </a:cubicBezTo>
                  <a:cubicBezTo>
                    <a:pt x="4634550" y="158346"/>
                    <a:pt x="4634550" y="136577"/>
                    <a:pt x="4634550" y="114808"/>
                  </a:cubicBezTo>
                  <a:cubicBezTo>
                    <a:pt x="4636049" y="114808"/>
                    <a:pt x="4636798" y="114058"/>
                    <a:pt x="4638297" y="113307"/>
                  </a:cubicBezTo>
                  <a:cubicBezTo>
                    <a:pt x="4640546" y="119312"/>
                    <a:pt x="4643544" y="124567"/>
                    <a:pt x="4645792" y="130572"/>
                  </a:cubicBezTo>
                  <a:cubicBezTo>
                    <a:pt x="4652538" y="147837"/>
                    <a:pt x="4660782" y="164351"/>
                    <a:pt x="4679519" y="171857"/>
                  </a:cubicBezTo>
                  <a:cubicBezTo>
                    <a:pt x="4702004" y="180114"/>
                    <a:pt x="4724488" y="171857"/>
                    <a:pt x="4726737" y="152340"/>
                  </a:cubicBezTo>
                  <a:cubicBezTo>
                    <a:pt x="4727486" y="144834"/>
                    <a:pt x="4724488" y="134325"/>
                    <a:pt x="4719242" y="129070"/>
                  </a:cubicBezTo>
                  <a:cubicBezTo>
                    <a:pt x="4711747" y="121564"/>
                    <a:pt x="4699755" y="117060"/>
                    <a:pt x="4690012" y="111806"/>
                  </a:cubicBezTo>
                  <a:cubicBezTo>
                    <a:pt x="4680269" y="106551"/>
                    <a:pt x="4669776" y="102798"/>
                    <a:pt x="4660782" y="96793"/>
                  </a:cubicBezTo>
                  <a:cubicBezTo>
                    <a:pt x="4636798" y="83281"/>
                    <a:pt x="4630053" y="68268"/>
                    <a:pt x="4636798" y="40494"/>
                  </a:cubicBezTo>
                  <a:cubicBezTo>
                    <a:pt x="4641295" y="18725"/>
                    <a:pt x="4660032" y="2211"/>
                    <a:pt x="4684016" y="2211"/>
                  </a:cubicBezTo>
                  <a:close/>
                  <a:moveTo>
                    <a:pt x="1457447" y="2039"/>
                  </a:moveTo>
                  <a:cubicBezTo>
                    <a:pt x="1466922" y="1336"/>
                    <a:pt x="1476559" y="2367"/>
                    <a:pt x="1485870" y="5367"/>
                  </a:cubicBezTo>
                  <a:cubicBezTo>
                    <a:pt x="1490340" y="6117"/>
                    <a:pt x="1494809" y="9117"/>
                    <a:pt x="1499278" y="10617"/>
                  </a:cubicBezTo>
                  <a:cubicBezTo>
                    <a:pt x="1503748" y="11367"/>
                    <a:pt x="1508962" y="13617"/>
                    <a:pt x="1512687" y="12117"/>
                  </a:cubicBezTo>
                  <a:cubicBezTo>
                    <a:pt x="1517156" y="11367"/>
                    <a:pt x="1520136" y="6867"/>
                    <a:pt x="1526095" y="2367"/>
                  </a:cubicBezTo>
                  <a:cubicBezTo>
                    <a:pt x="1526095" y="25617"/>
                    <a:pt x="1526095" y="45117"/>
                    <a:pt x="1526095" y="64618"/>
                  </a:cubicBezTo>
                  <a:cubicBezTo>
                    <a:pt x="1524605" y="65368"/>
                    <a:pt x="1523860" y="65368"/>
                    <a:pt x="1523115" y="66118"/>
                  </a:cubicBezTo>
                  <a:cubicBezTo>
                    <a:pt x="1521626" y="63117"/>
                    <a:pt x="1519391" y="60867"/>
                    <a:pt x="1517901" y="58617"/>
                  </a:cubicBezTo>
                  <a:cubicBezTo>
                    <a:pt x="1513432" y="50367"/>
                    <a:pt x="1510452" y="42117"/>
                    <a:pt x="1505238" y="34617"/>
                  </a:cubicBezTo>
                  <a:cubicBezTo>
                    <a:pt x="1494064" y="17367"/>
                    <a:pt x="1478421" y="6117"/>
                    <a:pt x="1456819" y="10617"/>
                  </a:cubicBezTo>
                  <a:cubicBezTo>
                    <a:pt x="1435217" y="15867"/>
                    <a:pt x="1425533" y="33867"/>
                    <a:pt x="1423298" y="52617"/>
                  </a:cubicBezTo>
                  <a:cubicBezTo>
                    <a:pt x="1421063" y="78118"/>
                    <a:pt x="1421063" y="104368"/>
                    <a:pt x="1423298" y="129868"/>
                  </a:cubicBezTo>
                  <a:cubicBezTo>
                    <a:pt x="1427023" y="159118"/>
                    <a:pt x="1446390" y="174868"/>
                    <a:pt x="1472462" y="174118"/>
                  </a:cubicBezTo>
                  <a:cubicBezTo>
                    <a:pt x="1500023" y="174118"/>
                    <a:pt x="1517156" y="157618"/>
                    <a:pt x="1522370" y="129118"/>
                  </a:cubicBezTo>
                  <a:cubicBezTo>
                    <a:pt x="1523860" y="123868"/>
                    <a:pt x="1525350" y="118618"/>
                    <a:pt x="1527585" y="110368"/>
                  </a:cubicBezTo>
                  <a:cubicBezTo>
                    <a:pt x="1535779" y="126868"/>
                    <a:pt x="1528330" y="151618"/>
                    <a:pt x="1513432" y="165118"/>
                  </a:cubicBezTo>
                  <a:cubicBezTo>
                    <a:pt x="1494064" y="183118"/>
                    <a:pt x="1470227" y="184618"/>
                    <a:pt x="1446390" y="179368"/>
                  </a:cubicBezTo>
                  <a:cubicBezTo>
                    <a:pt x="1387543" y="168118"/>
                    <a:pt x="1362216" y="108118"/>
                    <a:pt x="1389777" y="48867"/>
                  </a:cubicBezTo>
                  <a:cubicBezTo>
                    <a:pt x="1402068" y="21867"/>
                    <a:pt x="1429025" y="4148"/>
                    <a:pt x="1457447" y="2039"/>
                  </a:cubicBezTo>
                  <a:close/>
                  <a:moveTo>
                    <a:pt x="2644397" y="1853"/>
                  </a:moveTo>
                  <a:cubicBezTo>
                    <a:pt x="2688365" y="1105"/>
                    <a:pt x="2727862" y="42976"/>
                    <a:pt x="2727862" y="90829"/>
                  </a:cubicBezTo>
                  <a:cubicBezTo>
                    <a:pt x="2728607" y="140178"/>
                    <a:pt x="2690600" y="181301"/>
                    <a:pt x="2645887" y="181301"/>
                  </a:cubicBezTo>
                  <a:cubicBezTo>
                    <a:pt x="2599683" y="181301"/>
                    <a:pt x="2562422" y="141673"/>
                    <a:pt x="2561677" y="92325"/>
                  </a:cubicBezTo>
                  <a:cubicBezTo>
                    <a:pt x="2561677" y="44472"/>
                    <a:pt x="2599683" y="2601"/>
                    <a:pt x="2644397" y="1853"/>
                  </a:cubicBezTo>
                  <a:close/>
                  <a:moveTo>
                    <a:pt x="2137720" y="1105"/>
                  </a:moveTo>
                  <a:cubicBezTo>
                    <a:pt x="2142209" y="7076"/>
                    <a:pt x="2147446" y="13046"/>
                    <a:pt x="2150438" y="20510"/>
                  </a:cubicBezTo>
                  <a:cubicBezTo>
                    <a:pt x="2167645" y="60811"/>
                    <a:pt x="2183355" y="101859"/>
                    <a:pt x="2201310" y="142161"/>
                  </a:cubicBezTo>
                  <a:cubicBezTo>
                    <a:pt x="2207295" y="155594"/>
                    <a:pt x="2217021" y="166789"/>
                    <a:pt x="2224502" y="177984"/>
                  </a:cubicBezTo>
                  <a:cubicBezTo>
                    <a:pt x="2199814" y="177984"/>
                    <a:pt x="2172882" y="177984"/>
                    <a:pt x="2145950" y="177984"/>
                  </a:cubicBezTo>
                  <a:cubicBezTo>
                    <a:pt x="2145201" y="177238"/>
                    <a:pt x="2145201" y="176492"/>
                    <a:pt x="2144453" y="174999"/>
                  </a:cubicBezTo>
                  <a:cubicBezTo>
                    <a:pt x="2145950" y="174253"/>
                    <a:pt x="2147446" y="173506"/>
                    <a:pt x="2148194" y="172760"/>
                  </a:cubicBezTo>
                  <a:cubicBezTo>
                    <a:pt x="2169141" y="169028"/>
                    <a:pt x="2169889" y="167536"/>
                    <a:pt x="2163904" y="147385"/>
                  </a:cubicBezTo>
                  <a:cubicBezTo>
                    <a:pt x="2156423" y="123503"/>
                    <a:pt x="2154927" y="122010"/>
                    <a:pt x="2130239" y="121264"/>
                  </a:cubicBezTo>
                  <a:cubicBezTo>
                    <a:pt x="2127247" y="121264"/>
                    <a:pt x="2124254" y="121264"/>
                    <a:pt x="2121262" y="121264"/>
                  </a:cubicBezTo>
                  <a:cubicBezTo>
                    <a:pt x="2095826" y="121264"/>
                    <a:pt x="2089841" y="127234"/>
                    <a:pt x="2086100" y="152609"/>
                  </a:cubicBezTo>
                  <a:cubicBezTo>
                    <a:pt x="2084604" y="165297"/>
                    <a:pt x="2088345" y="173506"/>
                    <a:pt x="2102559" y="172760"/>
                  </a:cubicBezTo>
                  <a:cubicBezTo>
                    <a:pt x="2105551" y="172760"/>
                    <a:pt x="2108544" y="174253"/>
                    <a:pt x="2111536" y="177984"/>
                  </a:cubicBezTo>
                  <a:cubicBezTo>
                    <a:pt x="2090589" y="177984"/>
                    <a:pt x="2070390" y="177984"/>
                    <a:pt x="2050939" y="177984"/>
                  </a:cubicBezTo>
                  <a:cubicBezTo>
                    <a:pt x="2092085" y="133951"/>
                    <a:pt x="2100314" y="73499"/>
                    <a:pt x="2125002" y="21256"/>
                  </a:cubicBezTo>
                  <a:cubicBezTo>
                    <a:pt x="2127995" y="13793"/>
                    <a:pt x="2133232" y="7822"/>
                    <a:pt x="2137720" y="1105"/>
                  </a:cubicBezTo>
                  <a:close/>
                  <a:moveTo>
                    <a:pt x="986546" y="1105"/>
                  </a:moveTo>
                  <a:cubicBezTo>
                    <a:pt x="988798" y="4096"/>
                    <a:pt x="993301" y="7088"/>
                    <a:pt x="994802" y="11575"/>
                  </a:cubicBezTo>
                  <a:cubicBezTo>
                    <a:pt x="1012063" y="52706"/>
                    <a:pt x="1029324" y="94585"/>
                    <a:pt x="1046585" y="136464"/>
                  </a:cubicBezTo>
                  <a:cubicBezTo>
                    <a:pt x="1054840" y="157403"/>
                    <a:pt x="1054840" y="157403"/>
                    <a:pt x="1078105" y="179090"/>
                  </a:cubicBezTo>
                  <a:cubicBezTo>
                    <a:pt x="1048836" y="179090"/>
                    <a:pt x="1021068" y="179090"/>
                    <a:pt x="988798" y="179090"/>
                  </a:cubicBezTo>
                  <a:cubicBezTo>
                    <a:pt x="993301" y="175351"/>
                    <a:pt x="994802" y="173855"/>
                    <a:pt x="996302" y="173108"/>
                  </a:cubicBezTo>
                  <a:cubicBezTo>
                    <a:pt x="1017316" y="170116"/>
                    <a:pt x="1018817" y="167125"/>
                    <a:pt x="1012063" y="147681"/>
                  </a:cubicBezTo>
                  <a:cubicBezTo>
                    <a:pt x="1003807" y="122255"/>
                    <a:pt x="1002306" y="120759"/>
                    <a:pt x="975289" y="121507"/>
                  </a:cubicBezTo>
                  <a:cubicBezTo>
                    <a:pt x="973038" y="121507"/>
                    <a:pt x="970786" y="122255"/>
                    <a:pt x="969285" y="121507"/>
                  </a:cubicBezTo>
                  <a:cubicBezTo>
                    <a:pt x="944519" y="121507"/>
                    <a:pt x="939266" y="125994"/>
                    <a:pt x="934013" y="150672"/>
                  </a:cubicBezTo>
                  <a:cubicBezTo>
                    <a:pt x="931011" y="165629"/>
                    <a:pt x="935514" y="171612"/>
                    <a:pt x="951274" y="173108"/>
                  </a:cubicBezTo>
                  <a:cubicBezTo>
                    <a:pt x="954276" y="173108"/>
                    <a:pt x="956527" y="174603"/>
                    <a:pt x="959529" y="175351"/>
                  </a:cubicBezTo>
                  <a:cubicBezTo>
                    <a:pt x="959529" y="176847"/>
                    <a:pt x="959529" y="177595"/>
                    <a:pt x="959529" y="179090"/>
                  </a:cubicBezTo>
                  <a:cubicBezTo>
                    <a:pt x="938516" y="179090"/>
                    <a:pt x="917502" y="179090"/>
                    <a:pt x="893487" y="179090"/>
                  </a:cubicBezTo>
                  <a:cubicBezTo>
                    <a:pt x="935514" y="149177"/>
                    <a:pt x="936264" y="102063"/>
                    <a:pt x="955777" y="64671"/>
                  </a:cubicBezTo>
                  <a:cubicBezTo>
                    <a:pt x="964032" y="47471"/>
                    <a:pt x="970036" y="28775"/>
                    <a:pt x="977540" y="10827"/>
                  </a:cubicBezTo>
                  <a:cubicBezTo>
                    <a:pt x="979041" y="7088"/>
                    <a:pt x="983544" y="4096"/>
                    <a:pt x="986546" y="1105"/>
                  </a:cubicBezTo>
                  <a:close/>
                  <a:moveTo>
                    <a:pt x="3241750" y="0"/>
                  </a:moveTo>
                  <a:cubicBezTo>
                    <a:pt x="3244741" y="4496"/>
                    <a:pt x="3248481" y="7493"/>
                    <a:pt x="3250724" y="11989"/>
                  </a:cubicBezTo>
                  <a:cubicBezTo>
                    <a:pt x="3269420" y="58448"/>
                    <a:pt x="3288116" y="104907"/>
                    <a:pt x="3307560" y="150616"/>
                  </a:cubicBezTo>
                  <a:cubicBezTo>
                    <a:pt x="3312047" y="160357"/>
                    <a:pt x="3321769" y="168600"/>
                    <a:pt x="3329995" y="179090"/>
                  </a:cubicBezTo>
                  <a:cubicBezTo>
                    <a:pt x="3303820" y="179090"/>
                    <a:pt x="3276151" y="179090"/>
                    <a:pt x="3246237" y="179090"/>
                  </a:cubicBezTo>
                  <a:cubicBezTo>
                    <a:pt x="3248481" y="176093"/>
                    <a:pt x="3249228" y="173845"/>
                    <a:pt x="3249976" y="173845"/>
                  </a:cubicBezTo>
                  <a:cubicBezTo>
                    <a:pt x="3272411" y="169349"/>
                    <a:pt x="3273907" y="167101"/>
                    <a:pt x="3265681" y="144621"/>
                  </a:cubicBezTo>
                  <a:cubicBezTo>
                    <a:pt x="3257455" y="121392"/>
                    <a:pt x="3257455" y="121392"/>
                    <a:pt x="3232776" y="121392"/>
                  </a:cubicBezTo>
                  <a:cubicBezTo>
                    <a:pt x="3230533" y="121392"/>
                    <a:pt x="3227541" y="121392"/>
                    <a:pt x="3225298" y="121392"/>
                  </a:cubicBezTo>
                  <a:cubicBezTo>
                    <a:pt x="3200619" y="121392"/>
                    <a:pt x="3191645" y="128885"/>
                    <a:pt x="3189402" y="153613"/>
                  </a:cubicBezTo>
                  <a:cubicBezTo>
                    <a:pt x="3187906" y="164853"/>
                    <a:pt x="3190897" y="173096"/>
                    <a:pt x="3204358" y="173096"/>
                  </a:cubicBezTo>
                  <a:cubicBezTo>
                    <a:pt x="3208097" y="173096"/>
                    <a:pt x="3211837" y="173845"/>
                    <a:pt x="3215576" y="174594"/>
                  </a:cubicBezTo>
                  <a:cubicBezTo>
                    <a:pt x="3214828" y="176093"/>
                    <a:pt x="3214828" y="177592"/>
                    <a:pt x="3214828" y="178341"/>
                  </a:cubicBezTo>
                  <a:cubicBezTo>
                    <a:pt x="3193889" y="178341"/>
                    <a:pt x="3173697" y="178341"/>
                    <a:pt x="3152758" y="178341"/>
                  </a:cubicBezTo>
                  <a:cubicBezTo>
                    <a:pt x="3152010" y="177592"/>
                    <a:pt x="3152010" y="176093"/>
                    <a:pt x="3152010" y="175344"/>
                  </a:cubicBezTo>
                  <a:cubicBezTo>
                    <a:pt x="3178184" y="161106"/>
                    <a:pt x="3183419" y="133381"/>
                    <a:pt x="3193141" y="109403"/>
                  </a:cubicBezTo>
                  <a:cubicBezTo>
                    <a:pt x="3206602" y="76432"/>
                    <a:pt x="3219315" y="43461"/>
                    <a:pt x="3232776" y="11240"/>
                  </a:cubicBezTo>
                  <a:cubicBezTo>
                    <a:pt x="3234272" y="6744"/>
                    <a:pt x="3238759" y="3747"/>
                    <a:pt x="3241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2351088" y="1326048"/>
              <a:ext cx="4360985" cy="1082834"/>
              <a:chOff x="2351088" y="1326048"/>
              <a:chExt cx="4360985" cy="1082834"/>
            </a:xfrm>
            <a:grpFill/>
          </p:grpSpPr>
          <p:grpSp>
            <p:nvGrpSpPr>
              <p:cNvPr id="18" name="îṡļïdé"/>
              <p:cNvGrpSpPr/>
              <p:nvPr/>
            </p:nvGrpSpPr>
            <p:grpSpPr>
              <a:xfrm>
                <a:off x="3656552" y="1348935"/>
                <a:ext cx="3055521" cy="809023"/>
                <a:chOff x="4589240" y="2552697"/>
                <a:chExt cx="5250050" cy="1390078"/>
              </a:xfrm>
              <a:grpFill/>
            </p:grpSpPr>
            <p:sp>
              <p:nvSpPr>
                <p:cNvPr id="26" name="îslïḋe"/>
                <p:cNvSpPr/>
                <p:nvPr/>
              </p:nvSpPr>
              <p:spPr bwMode="auto">
                <a:xfrm>
                  <a:off x="5705761" y="2796379"/>
                  <a:ext cx="458780" cy="849019"/>
                </a:xfrm>
                <a:custGeom>
                  <a:avLst/>
                  <a:gdLst>
                    <a:gd name="T0" fmla="*/ 231 w 612"/>
                    <a:gd name="T1" fmla="*/ 1135 h 1135"/>
                    <a:gd name="T2" fmla="*/ 231 w 612"/>
                    <a:gd name="T3" fmla="*/ 911 h 1135"/>
                    <a:gd name="T4" fmla="*/ 227 w 612"/>
                    <a:gd name="T5" fmla="*/ 694 h 1135"/>
                    <a:gd name="T6" fmla="*/ 222 w 612"/>
                    <a:gd name="T7" fmla="*/ 627 h 1135"/>
                    <a:gd name="T8" fmla="*/ 203 w 612"/>
                    <a:gd name="T9" fmla="*/ 617 h 1135"/>
                    <a:gd name="T10" fmla="*/ 165 w 612"/>
                    <a:gd name="T11" fmla="*/ 645 h 1135"/>
                    <a:gd name="T12" fmla="*/ 133 w 612"/>
                    <a:gd name="T13" fmla="*/ 633 h 1135"/>
                    <a:gd name="T14" fmla="*/ 33 w 612"/>
                    <a:gd name="T15" fmla="*/ 598 h 1135"/>
                    <a:gd name="T16" fmla="*/ 2 w 612"/>
                    <a:gd name="T17" fmla="*/ 464 h 1135"/>
                    <a:gd name="T18" fmla="*/ 3 w 612"/>
                    <a:gd name="T19" fmla="*/ 382 h 1135"/>
                    <a:gd name="T20" fmla="*/ 20 w 612"/>
                    <a:gd name="T21" fmla="*/ 332 h 1135"/>
                    <a:gd name="T22" fmla="*/ 55 w 612"/>
                    <a:gd name="T23" fmla="*/ 335 h 1135"/>
                    <a:gd name="T24" fmla="*/ 65 w 612"/>
                    <a:gd name="T25" fmla="*/ 352 h 1135"/>
                    <a:gd name="T26" fmla="*/ 120 w 612"/>
                    <a:gd name="T27" fmla="*/ 419 h 1135"/>
                    <a:gd name="T28" fmla="*/ 133 w 612"/>
                    <a:gd name="T29" fmla="*/ 404 h 1135"/>
                    <a:gd name="T30" fmla="*/ 203 w 612"/>
                    <a:gd name="T31" fmla="*/ 336 h 1135"/>
                    <a:gd name="T32" fmla="*/ 245 w 612"/>
                    <a:gd name="T33" fmla="*/ 265 h 1135"/>
                    <a:gd name="T34" fmla="*/ 255 w 612"/>
                    <a:gd name="T35" fmla="*/ 102 h 1135"/>
                    <a:gd name="T36" fmla="*/ 230 w 612"/>
                    <a:gd name="T37" fmla="*/ 59 h 1135"/>
                    <a:gd name="T38" fmla="*/ 341 w 612"/>
                    <a:gd name="T39" fmla="*/ 17 h 1135"/>
                    <a:gd name="T40" fmla="*/ 383 w 612"/>
                    <a:gd name="T41" fmla="*/ 81 h 1135"/>
                    <a:gd name="T42" fmla="*/ 368 w 612"/>
                    <a:gd name="T43" fmla="*/ 208 h 1135"/>
                    <a:gd name="T44" fmla="*/ 391 w 612"/>
                    <a:gd name="T45" fmla="*/ 231 h 1135"/>
                    <a:gd name="T46" fmla="*/ 408 w 612"/>
                    <a:gd name="T47" fmla="*/ 228 h 1135"/>
                    <a:gd name="T48" fmla="*/ 589 w 612"/>
                    <a:gd name="T49" fmla="*/ 326 h 1135"/>
                    <a:gd name="T50" fmla="*/ 611 w 612"/>
                    <a:gd name="T51" fmla="*/ 387 h 1135"/>
                    <a:gd name="T52" fmla="*/ 595 w 612"/>
                    <a:gd name="T53" fmla="*/ 424 h 1135"/>
                    <a:gd name="T54" fmla="*/ 479 w 612"/>
                    <a:gd name="T55" fmla="*/ 489 h 1135"/>
                    <a:gd name="T56" fmla="*/ 442 w 612"/>
                    <a:gd name="T57" fmla="*/ 517 h 1135"/>
                    <a:gd name="T58" fmla="*/ 391 w 612"/>
                    <a:gd name="T59" fmla="*/ 550 h 1135"/>
                    <a:gd name="T60" fmla="*/ 332 w 612"/>
                    <a:gd name="T61" fmla="*/ 625 h 1135"/>
                    <a:gd name="T62" fmla="*/ 327 w 612"/>
                    <a:gd name="T63" fmla="*/ 790 h 1135"/>
                    <a:gd name="T64" fmla="*/ 328 w 612"/>
                    <a:gd name="T65" fmla="*/ 1018 h 1135"/>
                    <a:gd name="T66" fmla="*/ 269 w 612"/>
                    <a:gd name="T67" fmla="*/ 1104 h 1135"/>
                    <a:gd name="T68" fmla="*/ 231 w 612"/>
                    <a:gd name="T69" fmla="*/ 1135 h 1135"/>
                    <a:gd name="T70" fmla="*/ 223 w 612"/>
                    <a:gd name="T71" fmla="*/ 364 h 1135"/>
                    <a:gd name="T72" fmla="*/ 193 w 612"/>
                    <a:gd name="T73" fmla="*/ 387 h 1135"/>
                    <a:gd name="T74" fmla="*/ 137 w 612"/>
                    <a:gd name="T75" fmla="*/ 493 h 1135"/>
                    <a:gd name="T76" fmla="*/ 153 w 612"/>
                    <a:gd name="T77" fmla="*/ 585 h 1135"/>
                    <a:gd name="T78" fmla="*/ 168 w 612"/>
                    <a:gd name="T79" fmla="*/ 590 h 1135"/>
                    <a:gd name="T80" fmla="*/ 194 w 612"/>
                    <a:gd name="T81" fmla="*/ 572 h 1135"/>
                    <a:gd name="T82" fmla="*/ 223 w 612"/>
                    <a:gd name="T83" fmla="*/ 525 h 1135"/>
                    <a:gd name="T84" fmla="*/ 227 w 612"/>
                    <a:gd name="T85" fmla="*/ 428 h 1135"/>
                    <a:gd name="T86" fmla="*/ 223 w 612"/>
                    <a:gd name="T87" fmla="*/ 364 h 1135"/>
                    <a:gd name="T88" fmla="*/ 351 w 612"/>
                    <a:gd name="T89" fmla="*/ 424 h 1135"/>
                    <a:gd name="T90" fmla="*/ 357 w 612"/>
                    <a:gd name="T91" fmla="*/ 433 h 1135"/>
                    <a:gd name="T92" fmla="*/ 372 w 612"/>
                    <a:gd name="T93" fmla="*/ 427 h 1135"/>
                    <a:gd name="T94" fmla="*/ 446 w 612"/>
                    <a:gd name="T95" fmla="*/ 312 h 1135"/>
                    <a:gd name="T96" fmla="*/ 421 w 612"/>
                    <a:gd name="T97" fmla="*/ 268 h 1135"/>
                    <a:gd name="T98" fmla="*/ 395 w 612"/>
                    <a:gd name="T99" fmla="*/ 267 h 1135"/>
                    <a:gd name="T100" fmla="*/ 365 w 612"/>
                    <a:gd name="T101" fmla="*/ 296 h 1135"/>
                    <a:gd name="T102" fmla="*/ 351 w 612"/>
                    <a:gd name="T103" fmla="*/ 424 h 1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12" h="1135">
                      <a:moveTo>
                        <a:pt x="231" y="1135"/>
                      </a:moveTo>
                      <a:cubicBezTo>
                        <a:pt x="231" y="1064"/>
                        <a:pt x="231" y="987"/>
                        <a:pt x="231" y="911"/>
                      </a:cubicBezTo>
                      <a:cubicBezTo>
                        <a:pt x="230" y="839"/>
                        <a:pt x="229" y="766"/>
                        <a:pt x="227" y="694"/>
                      </a:cubicBezTo>
                      <a:cubicBezTo>
                        <a:pt x="227" y="671"/>
                        <a:pt x="223" y="649"/>
                        <a:pt x="222" y="627"/>
                      </a:cubicBezTo>
                      <a:cubicBezTo>
                        <a:pt x="222" y="611"/>
                        <a:pt x="214" y="610"/>
                        <a:pt x="203" y="617"/>
                      </a:cubicBezTo>
                      <a:cubicBezTo>
                        <a:pt x="190" y="626"/>
                        <a:pt x="178" y="637"/>
                        <a:pt x="165" y="645"/>
                      </a:cubicBezTo>
                      <a:cubicBezTo>
                        <a:pt x="142" y="660"/>
                        <a:pt x="140" y="659"/>
                        <a:pt x="133" y="633"/>
                      </a:cubicBezTo>
                      <a:cubicBezTo>
                        <a:pt x="100" y="654"/>
                        <a:pt x="44" y="636"/>
                        <a:pt x="33" y="598"/>
                      </a:cubicBezTo>
                      <a:cubicBezTo>
                        <a:pt x="20" y="554"/>
                        <a:pt x="0" y="511"/>
                        <a:pt x="2" y="464"/>
                      </a:cubicBezTo>
                      <a:cubicBezTo>
                        <a:pt x="3" y="436"/>
                        <a:pt x="0" y="409"/>
                        <a:pt x="3" y="382"/>
                      </a:cubicBezTo>
                      <a:cubicBezTo>
                        <a:pt x="5" y="365"/>
                        <a:pt x="12" y="347"/>
                        <a:pt x="20" y="332"/>
                      </a:cubicBezTo>
                      <a:cubicBezTo>
                        <a:pt x="30" y="315"/>
                        <a:pt x="46" y="317"/>
                        <a:pt x="55" y="335"/>
                      </a:cubicBezTo>
                      <a:cubicBezTo>
                        <a:pt x="57" y="341"/>
                        <a:pt x="61" y="347"/>
                        <a:pt x="65" y="352"/>
                      </a:cubicBezTo>
                      <a:cubicBezTo>
                        <a:pt x="83" y="374"/>
                        <a:pt x="101" y="395"/>
                        <a:pt x="120" y="419"/>
                      </a:cubicBezTo>
                      <a:cubicBezTo>
                        <a:pt x="124" y="415"/>
                        <a:pt x="130" y="410"/>
                        <a:pt x="133" y="404"/>
                      </a:cubicBezTo>
                      <a:cubicBezTo>
                        <a:pt x="150" y="375"/>
                        <a:pt x="172" y="350"/>
                        <a:pt x="203" y="336"/>
                      </a:cubicBezTo>
                      <a:cubicBezTo>
                        <a:pt x="234" y="321"/>
                        <a:pt x="243" y="296"/>
                        <a:pt x="245" y="265"/>
                      </a:cubicBezTo>
                      <a:cubicBezTo>
                        <a:pt x="248" y="211"/>
                        <a:pt x="252" y="156"/>
                        <a:pt x="255" y="102"/>
                      </a:cubicBezTo>
                      <a:cubicBezTo>
                        <a:pt x="255" y="84"/>
                        <a:pt x="256" y="64"/>
                        <a:pt x="230" y="59"/>
                      </a:cubicBezTo>
                      <a:cubicBezTo>
                        <a:pt x="268" y="25"/>
                        <a:pt x="297" y="0"/>
                        <a:pt x="341" y="17"/>
                      </a:cubicBezTo>
                      <a:cubicBezTo>
                        <a:pt x="365" y="27"/>
                        <a:pt x="385" y="54"/>
                        <a:pt x="383" y="81"/>
                      </a:cubicBezTo>
                      <a:cubicBezTo>
                        <a:pt x="379" y="123"/>
                        <a:pt x="374" y="165"/>
                        <a:pt x="368" y="208"/>
                      </a:cubicBezTo>
                      <a:cubicBezTo>
                        <a:pt x="366" y="231"/>
                        <a:pt x="367" y="233"/>
                        <a:pt x="391" y="231"/>
                      </a:cubicBezTo>
                      <a:cubicBezTo>
                        <a:pt x="397" y="230"/>
                        <a:pt x="403" y="229"/>
                        <a:pt x="408" y="228"/>
                      </a:cubicBezTo>
                      <a:cubicBezTo>
                        <a:pt x="480" y="214"/>
                        <a:pt x="562" y="259"/>
                        <a:pt x="589" y="326"/>
                      </a:cubicBezTo>
                      <a:cubicBezTo>
                        <a:pt x="597" y="346"/>
                        <a:pt x="610" y="364"/>
                        <a:pt x="611" y="387"/>
                      </a:cubicBezTo>
                      <a:cubicBezTo>
                        <a:pt x="612" y="402"/>
                        <a:pt x="607" y="413"/>
                        <a:pt x="595" y="424"/>
                      </a:cubicBezTo>
                      <a:cubicBezTo>
                        <a:pt x="561" y="454"/>
                        <a:pt x="519" y="469"/>
                        <a:pt x="479" y="489"/>
                      </a:cubicBezTo>
                      <a:cubicBezTo>
                        <a:pt x="465" y="496"/>
                        <a:pt x="451" y="505"/>
                        <a:pt x="442" y="517"/>
                      </a:cubicBezTo>
                      <a:cubicBezTo>
                        <a:pt x="428" y="534"/>
                        <a:pt x="412" y="545"/>
                        <a:pt x="391" y="550"/>
                      </a:cubicBezTo>
                      <a:cubicBezTo>
                        <a:pt x="343" y="562"/>
                        <a:pt x="334" y="574"/>
                        <a:pt x="332" y="625"/>
                      </a:cubicBezTo>
                      <a:cubicBezTo>
                        <a:pt x="331" y="680"/>
                        <a:pt x="327" y="735"/>
                        <a:pt x="327" y="790"/>
                      </a:cubicBezTo>
                      <a:cubicBezTo>
                        <a:pt x="326" y="866"/>
                        <a:pt x="328" y="942"/>
                        <a:pt x="328" y="1018"/>
                      </a:cubicBezTo>
                      <a:cubicBezTo>
                        <a:pt x="329" y="1056"/>
                        <a:pt x="304" y="1089"/>
                        <a:pt x="269" y="1104"/>
                      </a:cubicBezTo>
                      <a:cubicBezTo>
                        <a:pt x="254" y="1110"/>
                        <a:pt x="242" y="1125"/>
                        <a:pt x="231" y="1135"/>
                      </a:cubicBezTo>
                      <a:close/>
                      <a:moveTo>
                        <a:pt x="223" y="364"/>
                      </a:moveTo>
                      <a:cubicBezTo>
                        <a:pt x="209" y="374"/>
                        <a:pt x="199" y="379"/>
                        <a:pt x="193" y="387"/>
                      </a:cubicBezTo>
                      <a:cubicBezTo>
                        <a:pt x="167" y="418"/>
                        <a:pt x="122" y="439"/>
                        <a:pt x="137" y="493"/>
                      </a:cubicBezTo>
                      <a:cubicBezTo>
                        <a:pt x="145" y="523"/>
                        <a:pt x="147" y="555"/>
                        <a:pt x="153" y="585"/>
                      </a:cubicBezTo>
                      <a:cubicBezTo>
                        <a:pt x="155" y="596"/>
                        <a:pt x="161" y="596"/>
                        <a:pt x="168" y="590"/>
                      </a:cubicBezTo>
                      <a:cubicBezTo>
                        <a:pt x="177" y="584"/>
                        <a:pt x="185" y="578"/>
                        <a:pt x="194" y="572"/>
                      </a:cubicBezTo>
                      <a:cubicBezTo>
                        <a:pt x="211" y="561"/>
                        <a:pt x="222" y="547"/>
                        <a:pt x="223" y="525"/>
                      </a:cubicBezTo>
                      <a:cubicBezTo>
                        <a:pt x="223" y="493"/>
                        <a:pt x="227" y="460"/>
                        <a:pt x="227" y="428"/>
                      </a:cubicBezTo>
                      <a:cubicBezTo>
                        <a:pt x="228" y="408"/>
                        <a:pt x="225" y="389"/>
                        <a:pt x="223" y="364"/>
                      </a:cubicBezTo>
                      <a:close/>
                      <a:moveTo>
                        <a:pt x="351" y="424"/>
                      </a:moveTo>
                      <a:cubicBezTo>
                        <a:pt x="352" y="424"/>
                        <a:pt x="353" y="432"/>
                        <a:pt x="357" y="433"/>
                      </a:cubicBezTo>
                      <a:cubicBezTo>
                        <a:pt x="361" y="435"/>
                        <a:pt x="369" y="431"/>
                        <a:pt x="372" y="427"/>
                      </a:cubicBezTo>
                      <a:cubicBezTo>
                        <a:pt x="397" y="389"/>
                        <a:pt x="423" y="352"/>
                        <a:pt x="446" y="312"/>
                      </a:cubicBezTo>
                      <a:cubicBezTo>
                        <a:pt x="458" y="291"/>
                        <a:pt x="444" y="271"/>
                        <a:pt x="421" y="268"/>
                      </a:cubicBezTo>
                      <a:cubicBezTo>
                        <a:pt x="412" y="267"/>
                        <a:pt x="404" y="267"/>
                        <a:pt x="395" y="267"/>
                      </a:cubicBezTo>
                      <a:cubicBezTo>
                        <a:pt x="376" y="268"/>
                        <a:pt x="367" y="279"/>
                        <a:pt x="365" y="296"/>
                      </a:cubicBezTo>
                      <a:cubicBezTo>
                        <a:pt x="360" y="337"/>
                        <a:pt x="356" y="378"/>
                        <a:pt x="351" y="42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7" name="î$ľîḋè"/>
                <p:cNvSpPr/>
                <p:nvPr/>
              </p:nvSpPr>
              <p:spPr bwMode="auto">
                <a:xfrm>
                  <a:off x="9201413" y="2678796"/>
                  <a:ext cx="637877" cy="996357"/>
                </a:xfrm>
                <a:custGeom>
                  <a:avLst/>
                  <a:gdLst>
                    <a:gd name="connsiteX0" fmla="*/ 408970 w 637877"/>
                    <a:gd name="connsiteY0" fmla="*/ 817578 h 996357"/>
                    <a:gd name="connsiteX1" fmla="*/ 361690 w 637877"/>
                    <a:gd name="connsiteY1" fmla="*/ 872094 h 996357"/>
                    <a:gd name="connsiteX2" fmla="*/ 370696 w 637877"/>
                    <a:gd name="connsiteY2" fmla="*/ 929598 h 996357"/>
                    <a:gd name="connsiteX3" fmla="*/ 390208 w 637877"/>
                    <a:gd name="connsiteY3" fmla="*/ 927357 h 996357"/>
                    <a:gd name="connsiteX4" fmla="*/ 408219 w 637877"/>
                    <a:gd name="connsiteY4" fmla="*/ 857158 h 996357"/>
                    <a:gd name="connsiteX5" fmla="*/ 408970 w 637877"/>
                    <a:gd name="connsiteY5" fmla="*/ 817578 h 996357"/>
                    <a:gd name="connsiteX6" fmla="*/ 407187 w 637877"/>
                    <a:gd name="connsiteY6" fmla="*/ 583831 h 996357"/>
                    <a:gd name="connsiteX7" fmla="*/ 435236 w 637877"/>
                    <a:gd name="connsiteY7" fmla="*/ 593539 h 996357"/>
                    <a:gd name="connsiteX8" fmla="*/ 438238 w 637877"/>
                    <a:gd name="connsiteY8" fmla="*/ 612956 h 996357"/>
                    <a:gd name="connsiteX9" fmla="*/ 409720 w 637877"/>
                    <a:gd name="connsiteY9" fmla="*/ 655524 h 996357"/>
                    <a:gd name="connsiteX10" fmla="*/ 379702 w 637877"/>
                    <a:gd name="connsiteY10" fmla="*/ 688383 h 996357"/>
                    <a:gd name="connsiteX11" fmla="*/ 382703 w 637877"/>
                    <a:gd name="connsiteY11" fmla="*/ 719001 h 996357"/>
                    <a:gd name="connsiteX12" fmla="*/ 425480 w 637877"/>
                    <a:gd name="connsiteY12" fmla="*/ 769783 h 996357"/>
                    <a:gd name="connsiteX13" fmla="*/ 438238 w 637877"/>
                    <a:gd name="connsiteY13" fmla="*/ 775758 h 996357"/>
                    <a:gd name="connsiteX14" fmla="*/ 475761 w 637877"/>
                    <a:gd name="connsiteY14" fmla="*/ 761569 h 996357"/>
                    <a:gd name="connsiteX15" fmla="*/ 547055 w 637877"/>
                    <a:gd name="connsiteY15" fmla="*/ 780985 h 996357"/>
                    <a:gd name="connsiteX16" fmla="*/ 527543 w 637877"/>
                    <a:gd name="connsiteY16" fmla="*/ 822806 h 996357"/>
                    <a:gd name="connsiteX17" fmla="*/ 472759 w 637877"/>
                    <a:gd name="connsiteY17" fmla="*/ 837742 h 996357"/>
                    <a:gd name="connsiteX18" fmla="*/ 479513 w 637877"/>
                    <a:gd name="connsiteY18" fmla="*/ 820565 h 996357"/>
                    <a:gd name="connsiteX19" fmla="*/ 475761 w 637877"/>
                    <a:gd name="connsiteY19" fmla="*/ 806376 h 996357"/>
                    <a:gd name="connsiteX20" fmla="*/ 444242 w 637877"/>
                    <a:gd name="connsiteY20" fmla="*/ 803389 h 996357"/>
                    <a:gd name="connsiteX21" fmla="*/ 436737 w 637877"/>
                    <a:gd name="connsiteY21" fmla="*/ 821312 h 996357"/>
                    <a:gd name="connsiteX22" fmla="*/ 439739 w 637877"/>
                    <a:gd name="connsiteY22" fmla="*/ 881056 h 996357"/>
                    <a:gd name="connsiteX23" fmla="*/ 432234 w 637877"/>
                    <a:gd name="connsiteY23" fmla="*/ 938559 h 996357"/>
                    <a:gd name="connsiteX24" fmla="*/ 374448 w 637877"/>
                    <a:gd name="connsiteY24" fmla="*/ 996063 h 996357"/>
                    <a:gd name="connsiteX25" fmla="*/ 360189 w 637877"/>
                    <a:gd name="connsiteY25" fmla="*/ 989341 h 996357"/>
                    <a:gd name="connsiteX26" fmla="*/ 327169 w 637877"/>
                    <a:gd name="connsiteY26" fmla="*/ 953495 h 996357"/>
                    <a:gd name="connsiteX27" fmla="*/ 327920 w 637877"/>
                    <a:gd name="connsiteY27" fmla="*/ 859399 h 996357"/>
                    <a:gd name="connsiteX28" fmla="*/ 375949 w 637877"/>
                    <a:gd name="connsiteY28" fmla="*/ 807123 h 996357"/>
                    <a:gd name="connsiteX29" fmla="*/ 386456 w 637877"/>
                    <a:gd name="connsiteY29" fmla="*/ 798908 h 996357"/>
                    <a:gd name="connsiteX30" fmla="*/ 390208 w 637877"/>
                    <a:gd name="connsiteY30" fmla="*/ 779492 h 996357"/>
                    <a:gd name="connsiteX31" fmla="*/ 366944 w 637877"/>
                    <a:gd name="connsiteY31" fmla="*/ 758581 h 996357"/>
                    <a:gd name="connsiteX32" fmla="*/ 354186 w 637877"/>
                    <a:gd name="connsiteY32" fmla="*/ 676434 h 996357"/>
                    <a:gd name="connsiteX33" fmla="*/ 382703 w 637877"/>
                    <a:gd name="connsiteY33" fmla="*/ 615943 h 996357"/>
                    <a:gd name="connsiteX34" fmla="*/ 370696 w 637877"/>
                    <a:gd name="connsiteY34" fmla="*/ 604741 h 996357"/>
                    <a:gd name="connsiteX35" fmla="*/ 336925 w 637877"/>
                    <a:gd name="connsiteY35" fmla="*/ 630132 h 996357"/>
                    <a:gd name="connsiteX36" fmla="*/ 279890 w 637877"/>
                    <a:gd name="connsiteY36" fmla="*/ 662991 h 996357"/>
                    <a:gd name="connsiteX37" fmla="*/ 264880 w 637877"/>
                    <a:gd name="connsiteY37" fmla="*/ 654030 h 996357"/>
                    <a:gd name="connsiteX38" fmla="*/ 271635 w 637877"/>
                    <a:gd name="connsiteY38" fmla="*/ 634613 h 996357"/>
                    <a:gd name="connsiteX39" fmla="*/ 327169 w 637877"/>
                    <a:gd name="connsiteY39" fmla="*/ 606982 h 996357"/>
                    <a:gd name="connsiteX40" fmla="*/ 377450 w 637877"/>
                    <a:gd name="connsiteY40" fmla="*/ 585325 h 996357"/>
                    <a:gd name="connsiteX41" fmla="*/ 407187 w 637877"/>
                    <a:gd name="connsiteY41" fmla="*/ 583831 h 996357"/>
                    <a:gd name="connsiteX42" fmla="*/ 453023 w 637877"/>
                    <a:gd name="connsiteY42" fmla="*/ 448126 h 996357"/>
                    <a:gd name="connsiteX43" fmla="*/ 575637 w 637877"/>
                    <a:gd name="connsiteY43" fmla="*/ 459346 h 996357"/>
                    <a:gd name="connsiteX44" fmla="*/ 630215 w 637877"/>
                    <a:gd name="connsiteY44" fmla="*/ 487770 h 996357"/>
                    <a:gd name="connsiteX45" fmla="*/ 619748 w 637877"/>
                    <a:gd name="connsiteY45" fmla="*/ 537138 h 996357"/>
                    <a:gd name="connsiteX46" fmla="*/ 601804 w 637877"/>
                    <a:gd name="connsiteY46" fmla="*/ 544617 h 996357"/>
                    <a:gd name="connsiteX47" fmla="*/ 522554 w 637877"/>
                    <a:gd name="connsiteY47" fmla="*/ 544617 h 996357"/>
                    <a:gd name="connsiteX48" fmla="*/ 489657 w 637877"/>
                    <a:gd name="connsiteY48" fmla="*/ 549105 h 996357"/>
                    <a:gd name="connsiteX49" fmla="*/ 473209 w 637877"/>
                    <a:gd name="connsiteY49" fmla="*/ 550601 h 996357"/>
                    <a:gd name="connsiteX50" fmla="*/ 494143 w 637877"/>
                    <a:gd name="connsiteY50" fmla="*/ 535642 h 996357"/>
                    <a:gd name="connsiteX51" fmla="*/ 560684 w 637877"/>
                    <a:gd name="connsiteY51" fmla="*/ 496746 h 996357"/>
                    <a:gd name="connsiteX52" fmla="*/ 569655 w 637877"/>
                    <a:gd name="connsiteY52" fmla="*/ 481786 h 996357"/>
                    <a:gd name="connsiteX53" fmla="*/ 557693 w 637877"/>
                    <a:gd name="connsiteY53" fmla="*/ 472062 h 996357"/>
                    <a:gd name="connsiteX54" fmla="*/ 526292 w 637877"/>
                    <a:gd name="connsiteY54" fmla="*/ 470566 h 996357"/>
                    <a:gd name="connsiteX55" fmla="*/ 469471 w 637877"/>
                    <a:gd name="connsiteY55" fmla="*/ 473558 h 996357"/>
                    <a:gd name="connsiteX56" fmla="*/ 405173 w 637877"/>
                    <a:gd name="connsiteY56" fmla="*/ 499738 h 996357"/>
                    <a:gd name="connsiteX57" fmla="*/ 348352 w 637877"/>
                    <a:gd name="connsiteY57" fmla="*/ 528162 h 996357"/>
                    <a:gd name="connsiteX58" fmla="*/ 240691 w 637877"/>
                    <a:gd name="connsiteY58" fmla="*/ 579025 h 996357"/>
                    <a:gd name="connsiteX59" fmla="*/ 168169 w 637877"/>
                    <a:gd name="connsiteY59" fmla="*/ 640361 h 996357"/>
                    <a:gd name="connsiteX60" fmla="*/ 124058 w 637877"/>
                    <a:gd name="connsiteY60" fmla="*/ 708428 h 996357"/>
                    <a:gd name="connsiteX61" fmla="*/ 95648 w 637877"/>
                    <a:gd name="connsiteY61" fmla="*/ 728624 h 996357"/>
                    <a:gd name="connsiteX62" fmla="*/ 697 w 637877"/>
                    <a:gd name="connsiteY62" fmla="*/ 688233 h 996357"/>
                    <a:gd name="connsiteX63" fmla="*/ 7425 w 637877"/>
                    <a:gd name="connsiteY63" fmla="*/ 647093 h 996357"/>
                    <a:gd name="connsiteX64" fmla="*/ 53779 w 637877"/>
                    <a:gd name="connsiteY64" fmla="*/ 648589 h 996357"/>
                    <a:gd name="connsiteX65" fmla="*/ 145740 w 637877"/>
                    <a:gd name="connsiteY65" fmla="*/ 590993 h 996357"/>
                    <a:gd name="connsiteX66" fmla="*/ 273587 w 637877"/>
                    <a:gd name="connsiteY66" fmla="*/ 532650 h 996357"/>
                    <a:gd name="connsiteX67" fmla="*/ 373024 w 637877"/>
                    <a:gd name="connsiteY67" fmla="*/ 484778 h 996357"/>
                    <a:gd name="connsiteX68" fmla="*/ 431341 w 637877"/>
                    <a:gd name="connsiteY68" fmla="*/ 452614 h 996357"/>
                    <a:gd name="connsiteX69" fmla="*/ 453023 w 637877"/>
                    <a:gd name="connsiteY69" fmla="*/ 448126 h 996357"/>
                    <a:gd name="connsiteX70" fmla="*/ 494369 w 637877"/>
                    <a:gd name="connsiteY70" fmla="*/ 1951 h 996357"/>
                    <a:gd name="connsiteX71" fmla="*/ 517559 w 637877"/>
                    <a:gd name="connsiteY71" fmla="*/ 34054 h 996357"/>
                    <a:gd name="connsiteX72" fmla="*/ 516063 w 637877"/>
                    <a:gd name="connsiteY72" fmla="*/ 59437 h 996357"/>
                    <a:gd name="connsiteX73" fmla="*/ 535512 w 637877"/>
                    <a:gd name="connsiteY73" fmla="*/ 75862 h 996357"/>
                    <a:gd name="connsiteX74" fmla="*/ 574410 w 637877"/>
                    <a:gd name="connsiteY74" fmla="*/ 72875 h 996357"/>
                    <a:gd name="connsiteX75" fmla="*/ 597599 w 637877"/>
                    <a:gd name="connsiteY75" fmla="*/ 98259 h 996357"/>
                    <a:gd name="connsiteX76" fmla="*/ 595355 w 637877"/>
                    <a:gd name="connsiteY76" fmla="*/ 154251 h 996357"/>
                    <a:gd name="connsiteX77" fmla="*/ 561693 w 637877"/>
                    <a:gd name="connsiteY77" fmla="*/ 172915 h 996357"/>
                    <a:gd name="connsiteX78" fmla="*/ 534016 w 637877"/>
                    <a:gd name="connsiteY78" fmla="*/ 183367 h 996357"/>
                    <a:gd name="connsiteX79" fmla="*/ 486889 w 637877"/>
                    <a:gd name="connsiteY79" fmla="*/ 225922 h 996357"/>
                    <a:gd name="connsiteX80" fmla="*/ 473424 w 637877"/>
                    <a:gd name="connsiteY80" fmla="*/ 264743 h 996357"/>
                    <a:gd name="connsiteX81" fmla="*/ 489133 w 637877"/>
                    <a:gd name="connsiteY81" fmla="*/ 285647 h 996357"/>
                    <a:gd name="connsiteX82" fmla="*/ 520551 w 637877"/>
                    <a:gd name="connsiteY82" fmla="*/ 313270 h 996357"/>
                    <a:gd name="connsiteX83" fmla="*/ 480157 w 637877"/>
                    <a:gd name="connsiteY83" fmla="*/ 396139 h 996357"/>
                    <a:gd name="connsiteX84" fmla="*/ 430038 w 637877"/>
                    <a:gd name="connsiteY84" fmla="*/ 418536 h 996357"/>
                    <a:gd name="connsiteX85" fmla="*/ 371691 w 637877"/>
                    <a:gd name="connsiteY85" fmla="*/ 448399 h 996357"/>
                    <a:gd name="connsiteX86" fmla="*/ 369447 w 637877"/>
                    <a:gd name="connsiteY86" fmla="*/ 445412 h 996357"/>
                    <a:gd name="connsiteX87" fmla="*/ 389644 w 637877"/>
                    <a:gd name="connsiteY87" fmla="*/ 430481 h 996357"/>
                    <a:gd name="connsiteX88" fmla="*/ 433778 w 637877"/>
                    <a:gd name="connsiteY88" fmla="*/ 384940 h 996357"/>
                    <a:gd name="connsiteX89" fmla="*/ 449487 w 637877"/>
                    <a:gd name="connsiteY89" fmla="*/ 339400 h 996357"/>
                    <a:gd name="connsiteX90" fmla="*/ 438267 w 637877"/>
                    <a:gd name="connsiteY90" fmla="*/ 319989 h 996357"/>
                    <a:gd name="connsiteX91" fmla="*/ 426298 w 637877"/>
                    <a:gd name="connsiteY91" fmla="*/ 299832 h 996357"/>
                    <a:gd name="connsiteX92" fmla="*/ 426298 w 637877"/>
                    <a:gd name="connsiteY92" fmla="*/ 280421 h 996357"/>
                    <a:gd name="connsiteX93" fmla="*/ 360470 w 637877"/>
                    <a:gd name="connsiteY93" fmla="*/ 464823 h 996357"/>
                    <a:gd name="connsiteX94" fmla="*/ 342517 w 637877"/>
                    <a:gd name="connsiteY94" fmla="*/ 457358 h 996357"/>
                    <a:gd name="connsiteX95" fmla="*/ 303619 w 637877"/>
                    <a:gd name="connsiteY95" fmla="*/ 370009 h 996357"/>
                    <a:gd name="connsiteX96" fmla="*/ 298383 w 637877"/>
                    <a:gd name="connsiteY96" fmla="*/ 308790 h 996357"/>
                    <a:gd name="connsiteX97" fmla="*/ 295391 w 637877"/>
                    <a:gd name="connsiteY97" fmla="*/ 299832 h 996357"/>
                    <a:gd name="connsiteX98" fmla="*/ 281178 w 637877"/>
                    <a:gd name="connsiteY98" fmla="*/ 329694 h 996357"/>
                    <a:gd name="connsiteX99" fmla="*/ 277438 w 637877"/>
                    <a:gd name="connsiteY99" fmla="*/ 404351 h 996357"/>
                    <a:gd name="connsiteX100" fmla="*/ 260981 w 637877"/>
                    <a:gd name="connsiteY100" fmla="*/ 461837 h 996357"/>
                    <a:gd name="connsiteX101" fmla="*/ 247516 w 637877"/>
                    <a:gd name="connsiteY101" fmla="*/ 496926 h 996357"/>
                    <a:gd name="connsiteX102" fmla="*/ 207870 w 637877"/>
                    <a:gd name="connsiteY102" fmla="*/ 507378 h 996357"/>
                    <a:gd name="connsiteX103" fmla="*/ 187673 w 637877"/>
                    <a:gd name="connsiteY103" fmla="*/ 461090 h 996357"/>
                    <a:gd name="connsiteX104" fmla="*/ 169720 w 637877"/>
                    <a:gd name="connsiteY104" fmla="*/ 324468 h 996357"/>
                    <a:gd name="connsiteX105" fmla="*/ 155508 w 637877"/>
                    <a:gd name="connsiteY105" fmla="*/ 258024 h 996357"/>
                    <a:gd name="connsiteX106" fmla="*/ 141295 w 637877"/>
                    <a:gd name="connsiteY106" fmla="*/ 246079 h 996357"/>
                    <a:gd name="connsiteX107" fmla="*/ 135311 w 637877"/>
                    <a:gd name="connsiteY107" fmla="*/ 243839 h 996357"/>
                    <a:gd name="connsiteX108" fmla="*/ 139799 w 637877"/>
                    <a:gd name="connsiteY108" fmla="*/ 202031 h 996357"/>
                    <a:gd name="connsiteX109" fmla="*/ 152515 w 637877"/>
                    <a:gd name="connsiteY109" fmla="*/ 192326 h 996357"/>
                    <a:gd name="connsiteX110" fmla="*/ 212359 w 637877"/>
                    <a:gd name="connsiteY110" fmla="*/ 202031 h 996357"/>
                    <a:gd name="connsiteX111" fmla="*/ 226571 w 637877"/>
                    <a:gd name="connsiteY111" fmla="*/ 255784 h 996357"/>
                    <a:gd name="connsiteX112" fmla="*/ 224327 w 637877"/>
                    <a:gd name="connsiteY112" fmla="*/ 329694 h 996357"/>
                    <a:gd name="connsiteX113" fmla="*/ 228067 w 637877"/>
                    <a:gd name="connsiteY113" fmla="*/ 349852 h 996357"/>
                    <a:gd name="connsiteX114" fmla="*/ 234052 w 637877"/>
                    <a:gd name="connsiteY114" fmla="*/ 349852 h 996357"/>
                    <a:gd name="connsiteX115" fmla="*/ 252005 w 637877"/>
                    <a:gd name="connsiteY115" fmla="*/ 267729 h 996357"/>
                    <a:gd name="connsiteX116" fmla="*/ 269210 w 637877"/>
                    <a:gd name="connsiteY116" fmla="*/ 196805 h 996357"/>
                    <a:gd name="connsiteX117" fmla="*/ 287163 w 637877"/>
                    <a:gd name="connsiteY117" fmla="*/ 158730 h 996357"/>
                    <a:gd name="connsiteX118" fmla="*/ 292399 w 637877"/>
                    <a:gd name="connsiteY118" fmla="*/ 141559 h 996357"/>
                    <a:gd name="connsiteX119" fmla="*/ 304367 w 637877"/>
                    <a:gd name="connsiteY119" fmla="*/ 128121 h 996357"/>
                    <a:gd name="connsiteX120" fmla="*/ 321572 w 637877"/>
                    <a:gd name="connsiteY120" fmla="*/ 134840 h 996357"/>
                    <a:gd name="connsiteX121" fmla="*/ 344762 w 637877"/>
                    <a:gd name="connsiteY121" fmla="*/ 171422 h 996357"/>
                    <a:gd name="connsiteX122" fmla="*/ 341769 w 637877"/>
                    <a:gd name="connsiteY122" fmla="*/ 194566 h 996357"/>
                    <a:gd name="connsiteX123" fmla="*/ 326809 w 637877"/>
                    <a:gd name="connsiteY123" fmla="*/ 275942 h 996357"/>
                    <a:gd name="connsiteX124" fmla="*/ 333541 w 637877"/>
                    <a:gd name="connsiteY124" fmla="*/ 328948 h 996357"/>
                    <a:gd name="connsiteX125" fmla="*/ 338777 w 637877"/>
                    <a:gd name="connsiteY125" fmla="*/ 329694 h 996357"/>
                    <a:gd name="connsiteX126" fmla="*/ 354486 w 637877"/>
                    <a:gd name="connsiteY126" fmla="*/ 303565 h 996357"/>
                    <a:gd name="connsiteX127" fmla="*/ 400116 w 637877"/>
                    <a:gd name="connsiteY127" fmla="*/ 223682 h 996357"/>
                    <a:gd name="connsiteX128" fmla="*/ 404605 w 637877"/>
                    <a:gd name="connsiteY128" fmla="*/ 216963 h 996357"/>
                    <a:gd name="connsiteX129" fmla="*/ 442007 w 637877"/>
                    <a:gd name="connsiteY129" fmla="*/ 135587 h 996357"/>
                    <a:gd name="connsiteX130" fmla="*/ 436770 w 637877"/>
                    <a:gd name="connsiteY130" fmla="*/ 78848 h 996357"/>
                    <a:gd name="connsiteX131" fmla="*/ 445747 w 637877"/>
                    <a:gd name="connsiteY131" fmla="*/ 34054 h 996357"/>
                    <a:gd name="connsiteX132" fmla="*/ 462952 w 637877"/>
                    <a:gd name="connsiteY132" fmla="*/ 12403 h 996357"/>
                    <a:gd name="connsiteX133" fmla="*/ 494369 w 637877"/>
                    <a:gd name="connsiteY133" fmla="*/ 1951 h 996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</a:cxnLst>
                  <a:rect l="l" t="t" r="r" b="b"/>
                  <a:pathLst>
                    <a:path w="637877" h="996357">
                      <a:moveTo>
                        <a:pt x="408970" y="817578"/>
                      </a:moveTo>
                      <a:cubicBezTo>
                        <a:pt x="381202" y="828780"/>
                        <a:pt x="369195" y="848944"/>
                        <a:pt x="361690" y="872094"/>
                      </a:cubicBezTo>
                      <a:cubicBezTo>
                        <a:pt x="354186" y="893005"/>
                        <a:pt x="358689" y="912421"/>
                        <a:pt x="370696" y="929598"/>
                      </a:cubicBezTo>
                      <a:cubicBezTo>
                        <a:pt x="378201" y="940053"/>
                        <a:pt x="385705" y="940053"/>
                        <a:pt x="390208" y="927357"/>
                      </a:cubicBezTo>
                      <a:cubicBezTo>
                        <a:pt x="397713" y="904207"/>
                        <a:pt x="403716" y="881056"/>
                        <a:pt x="408219" y="857158"/>
                      </a:cubicBezTo>
                      <a:cubicBezTo>
                        <a:pt x="410471" y="845210"/>
                        <a:pt x="408970" y="833261"/>
                        <a:pt x="408970" y="817578"/>
                      </a:cubicBezTo>
                      <a:close/>
                      <a:moveTo>
                        <a:pt x="407187" y="583831"/>
                      </a:moveTo>
                      <a:cubicBezTo>
                        <a:pt x="416662" y="586258"/>
                        <a:pt x="425855" y="590552"/>
                        <a:pt x="435236" y="593539"/>
                      </a:cubicBezTo>
                      <a:cubicBezTo>
                        <a:pt x="438238" y="594286"/>
                        <a:pt x="441240" y="608475"/>
                        <a:pt x="438238" y="612956"/>
                      </a:cubicBezTo>
                      <a:cubicBezTo>
                        <a:pt x="429983" y="627892"/>
                        <a:pt x="420227" y="642081"/>
                        <a:pt x="409720" y="655524"/>
                      </a:cubicBezTo>
                      <a:cubicBezTo>
                        <a:pt x="400715" y="667472"/>
                        <a:pt x="389458" y="677181"/>
                        <a:pt x="379702" y="688383"/>
                      </a:cubicBezTo>
                      <a:cubicBezTo>
                        <a:pt x="372197" y="695851"/>
                        <a:pt x="372947" y="711533"/>
                        <a:pt x="382703" y="719001"/>
                      </a:cubicBezTo>
                      <a:cubicBezTo>
                        <a:pt x="401465" y="732444"/>
                        <a:pt x="416474" y="748126"/>
                        <a:pt x="425480" y="769783"/>
                      </a:cubicBezTo>
                      <a:cubicBezTo>
                        <a:pt x="426981" y="772771"/>
                        <a:pt x="434486" y="776504"/>
                        <a:pt x="438238" y="775758"/>
                      </a:cubicBezTo>
                      <a:cubicBezTo>
                        <a:pt x="450996" y="772024"/>
                        <a:pt x="463754" y="767543"/>
                        <a:pt x="475761" y="761569"/>
                      </a:cubicBezTo>
                      <a:cubicBezTo>
                        <a:pt x="497525" y="749620"/>
                        <a:pt x="535048" y="759328"/>
                        <a:pt x="547055" y="780985"/>
                      </a:cubicBezTo>
                      <a:cubicBezTo>
                        <a:pt x="551558" y="790694"/>
                        <a:pt x="540301" y="818325"/>
                        <a:pt x="527543" y="822806"/>
                      </a:cubicBezTo>
                      <a:cubicBezTo>
                        <a:pt x="511033" y="828780"/>
                        <a:pt x="493022" y="832514"/>
                        <a:pt x="472759" y="837742"/>
                      </a:cubicBezTo>
                      <a:cubicBezTo>
                        <a:pt x="475761" y="831021"/>
                        <a:pt x="479513" y="825793"/>
                        <a:pt x="479513" y="820565"/>
                      </a:cubicBezTo>
                      <a:cubicBezTo>
                        <a:pt x="480264" y="816085"/>
                        <a:pt x="478012" y="807123"/>
                        <a:pt x="475761" y="806376"/>
                      </a:cubicBezTo>
                      <a:cubicBezTo>
                        <a:pt x="465255" y="804136"/>
                        <a:pt x="454748" y="801896"/>
                        <a:pt x="444242" y="803389"/>
                      </a:cubicBezTo>
                      <a:cubicBezTo>
                        <a:pt x="440489" y="803389"/>
                        <a:pt x="436737" y="815338"/>
                        <a:pt x="436737" y="821312"/>
                      </a:cubicBezTo>
                      <a:cubicBezTo>
                        <a:pt x="436737" y="841476"/>
                        <a:pt x="439739" y="860892"/>
                        <a:pt x="439739" y="881056"/>
                      </a:cubicBezTo>
                      <a:cubicBezTo>
                        <a:pt x="438988" y="900473"/>
                        <a:pt x="435986" y="919889"/>
                        <a:pt x="432234" y="938559"/>
                      </a:cubicBezTo>
                      <a:cubicBezTo>
                        <a:pt x="426230" y="970671"/>
                        <a:pt x="398463" y="981873"/>
                        <a:pt x="374448" y="996063"/>
                      </a:cubicBezTo>
                      <a:cubicBezTo>
                        <a:pt x="371446" y="997556"/>
                        <a:pt x="363191" y="993075"/>
                        <a:pt x="360189" y="989341"/>
                      </a:cubicBezTo>
                      <a:cubicBezTo>
                        <a:pt x="348182" y="978139"/>
                        <a:pt x="338426" y="965444"/>
                        <a:pt x="327169" y="953495"/>
                      </a:cubicBezTo>
                      <a:cubicBezTo>
                        <a:pt x="301653" y="928851"/>
                        <a:pt x="301653" y="886284"/>
                        <a:pt x="327920" y="859399"/>
                      </a:cubicBezTo>
                      <a:cubicBezTo>
                        <a:pt x="344430" y="842223"/>
                        <a:pt x="359439" y="824299"/>
                        <a:pt x="375949" y="807123"/>
                      </a:cubicBezTo>
                      <a:cubicBezTo>
                        <a:pt x="378951" y="803389"/>
                        <a:pt x="382703" y="801149"/>
                        <a:pt x="386456" y="798908"/>
                      </a:cubicBezTo>
                      <a:cubicBezTo>
                        <a:pt x="396212" y="793681"/>
                        <a:pt x="396212" y="786213"/>
                        <a:pt x="390208" y="779492"/>
                      </a:cubicBezTo>
                      <a:cubicBezTo>
                        <a:pt x="382703" y="772024"/>
                        <a:pt x="375199" y="763809"/>
                        <a:pt x="366944" y="758581"/>
                      </a:cubicBezTo>
                      <a:cubicBezTo>
                        <a:pt x="336925" y="741405"/>
                        <a:pt x="329420" y="699584"/>
                        <a:pt x="354186" y="676434"/>
                      </a:cubicBezTo>
                      <a:cubicBezTo>
                        <a:pt x="372197" y="659257"/>
                        <a:pt x="378951" y="639094"/>
                        <a:pt x="382703" y="615943"/>
                      </a:cubicBezTo>
                      <a:cubicBezTo>
                        <a:pt x="384955" y="604741"/>
                        <a:pt x="378201" y="601007"/>
                        <a:pt x="370696" y="604741"/>
                      </a:cubicBezTo>
                      <a:cubicBezTo>
                        <a:pt x="357938" y="611463"/>
                        <a:pt x="345180" y="619677"/>
                        <a:pt x="336925" y="630132"/>
                      </a:cubicBezTo>
                      <a:cubicBezTo>
                        <a:pt x="322666" y="650296"/>
                        <a:pt x="304655" y="662245"/>
                        <a:pt x="279890" y="662991"/>
                      </a:cubicBezTo>
                      <a:cubicBezTo>
                        <a:pt x="274637" y="663738"/>
                        <a:pt x="264880" y="657764"/>
                        <a:pt x="264880" y="654030"/>
                      </a:cubicBezTo>
                      <a:cubicBezTo>
                        <a:pt x="264130" y="648056"/>
                        <a:pt x="266381" y="638347"/>
                        <a:pt x="271635" y="634613"/>
                      </a:cubicBezTo>
                      <a:cubicBezTo>
                        <a:pt x="288145" y="621171"/>
                        <a:pt x="306156" y="612209"/>
                        <a:pt x="327169" y="606982"/>
                      </a:cubicBezTo>
                      <a:cubicBezTo>
                        <a:pt x="344430" y="603248"/>
                        <a:pt x="360940" y="593539"/>
                        <a:pt x="377450" y="585325"/>
                      </a:cubicBezTo>
                      <a:cubicBezTo>
                        <a:pt x="387956" y="580844"/>
                        <a:pt x="397713" y="581404"/>
                        <a:pt x="407187" y="583831"/>
                      </a:cubicBezTo>
                      <a:close/>
                      <a:moveTo>
                        <a:pt x="453023" y="448126"/>
                      </a:moveTo>
                      <a:cubicBezTo>
                        <a:pt x="494143" y="451118"/>
                        <a:pt x="535264" y="452614"/>
                        <a:pt x="575637" y="459346"/>
                      </a:cubicBezTo>
                      <a:cubicBezTo>
                        <a:pt x="595075" y="463086"/>
                        <a:pt x="613766" y="475802"/>
                        <a:pt x="630215" y="487770"/>
                      </a:cubicBezTo>
                      <a:cubicBezTo>
                        <a:pt x="644420" y="498990"/>
                        <a:pt x="637691" y="525918"/>
                        <a:pt x="619748" y="537138"/>
                      </a:cubicBezTo>
                      <a:cubicBezTo>
                        <a:pt x="614514" y="540878"/>
                        <a:pt x="607785" y="544617"/>
                        <a:pt x="601804" y="544617"/>
                      </a:cubicBezTo>
                      <a:cubicBezTo>
                        <a:pt x="575637" y="544617"/>
                        <a:pt x="549469" y="549853"/>
                        <a:pt x="522554" y="544617"/>
                      </a:cubicBezTo>
                      <a:cubicBezTo>
                        <a:pt x="512087" y="542374"/>
                        <a:pt x="500872" y="546861"/>
                        <a:pt x="489657" y="549105"/>
                      </a:cubicBezTo>
                      <a:cubicBezTo>
                        <a:pt x="484424" y="549853"/>
                        <a:pt x="479938" y="552097"/>
                        <a:pt x="473209" y="550601"/>
                      </a:cubicBezTo>
                      <a:cubicBezTo>
                        <a:pt x="480685" y="546113"/>
                        <a:pt x="486667" y="540130"/>
                        <a:pt x="494143" y="535642"/>
                      </a:cubicBezTo>
                      <a:cubicBezTo>
                        <a:pt x="515825" y="522926"/>
                        <a:pt x="539002" y="510210"/>
                        <a:pt x="560684" y="496746"/>
                      </a:cubicBezTo>
                      <a:cubicBezTo>
                        <a:pt x="565170" y="493754"/>
                        <a:pt x="569655" y="487022"/>
                        <a:pt x="569655" y="481786"/>
                      </a:cubicBezTo>
                      <a:cubicBezTo>
                        <a:pt x="569655" y="478794"/>
                        <a:pt x="562179" y="472810"/>
                        <a:pt x="557693" y="472062"/>
                      </a:cubicBezTo>
                      <a:cubicBezTo>
                        <a:pt x="547226" y="470566"/>
                        <a:pt x="536759" y="470566"/>
                        <a:pt x="526292" y="470566"/>
                      </a:cubicBezTo>
                      <a:cubicBezTo>
                        <a:pt x="507601" y="471314"/>
                        <a:pt x="487414" y="469070"/>
                        <a:pt x="469471" y="473558"/>
                      </a:cubicBezTo>
                      <a:cubicBezTo>
                        <a:pt x="447041" y="479542"/>
                        <a:pt x="426107" y="490014"/>
                        <a:pt x="405173" y="499738"/>
                      </a:cubicBezTo>
                      <a:cubicBezTo>
                        <a:pt x="385734" y="508714"/>
                        <a:pt x="367791" y="519186"/>
                        <a:pt x="348352" y="528162"/>
                      </a:cubicBezTo>
                      <a:cubicBezTo>
                        <a:pt x="312465" y="545365"/>
                        <a:pt x="275830" y="560325"/>
                        <a:pt x="240691" y="579025"/>
                      </a:cubicBezTo>
                      <a:cubicBezTo>
                        <a:pt x="213028" y="594733"/>
                        <a:pt x="186860" y="611937"/>
                        <a:pt x="168169" y="640361"/>
                      </a:cubicBezTo>
                      <a:cubicBezTo>
                        <a:pt x="153216" y="662801"/>
                        <a:pt x="135273" y="682997"/>
                        <a:pt x="124058" y="708428"/>
                      </a:cubicBezTo>
                      <a:cubicBezTo>
                        <a:pt x="119572" y="717404"/>
                        <a:pt x="106115" y="723388"/>
                        <a:pt x="95648" y="728624"/>
                      </a:cubicBezTo>
                      <a:cubicBezTo>
                        <a:pt x="57518" y="748820"/>
                        <a:pt x="10416" y="729372"/>
                        <a:pt x="697" y="688233"/>
                      </a:cubicBezTo>
                      <a:cubicBezTo>
                        <a:pt x="-2294" y="675517"/>
                        <a:pt x="5182" y="661305"/>
                        <a:pt x="7425" y="647093"/>
                      </a:cubicBezTo>
                      <a:cubicBezTo>
                        <a:pt x="23126" y="659061"/>
                        <a:pt x="38079" y="658313"/>
                        <a:pt x="53779" y="648589"/>
                      </a:cubicBezTo>
                      <a:cubicBezTo>
                        <a:pt x="83685" y="628393"/>
                        <a:pt x="113591" y="607449"/>
                        <a:pt x="145740" y="590993"/>
                      </a:cubicBezTo>
                      <a:cubicBezTo>
                        <a:pt x="187608" y="569301"/>
                        <a:pt x="230972" y="552097"/>
                        <a:pt x="273587" y="532650"/>
                      </a:cubicBezTo>
                      <a:cubicBezTo>
                        <a:pt x="307232" y="516942"/>
                        <a:pt x="340128" y="501234"/>
                        <a:pt x="373024" y="484778"/>
                      </a:cubicBezTo>
                      <a:cubicBezTo>
                        <a:pt x="392463" y="474306"/>
                        <a:pt x="411902" y="462338"/>
                        <a:pt x="431341" y="452614"/>
                      </a:cubicBezTo>
                      <a:cubicBezTo>
                        <a:pt x="437322" y="449622"/>
                        <a:pt x="445546" y="448126"/>
                        <a:pt x="453023" y="448126"/>
                      </a:cubicBezTo>
                      <a:close/>
                      <a:moveTo>
                        <a:pt x="494369" y="1951"/>
                      </a:moveTo>
                      <a:cubicBezTo>
                        <a:pt x="508582" y="7924"/>
                        <a:pt x="515315" y="19869"/>
                        <a:pt x="517559" y="34054"/>
                      </a:cubicBezTo>
                      <a:cubicBezTo>
                        <a:pt x="518307" y="42266"/>
                        <a:pt x="516063" y="51225"/>
                        <a:pt x="516063" y="59437"/>
                      </a:cubicBezTo>
                      <a:cubicBezTo>
                        <a:pt x="514567" y="76608"/>
                        <a:pt x="519055" y="79594"/>
                        <a:pt x="535512" y="75862"/>
                      </a:cubicBezTo>
                      <a:cubicBezTo>
                        <a:pt x="548228" y="72875"/>
                        <a:pt x="560945" y="72875"/>
                        <a:pt x="574410" y="72875"/>
                      </a:cubicBezTo>
                      <a:cubicBezTo>
                        <a:pt x="590867" y="72129"/>
                        <a:pt x="597599" y="84820"/>
                        <a:pt x="597599" y="98259"/>
                      </a:cubicBezTo>
                      <a:cubicBezTo>
                        <a:pt x="599095" y="116923"/>
                        <a:pt x="597599" y="135587"/>
                        <a:pt x="595355" y="154251"/>
                      </a:cubicBezTo>
                      <a:cubicBezTo>
                        <a:pt x="593859" y="166943"/>
                        <a:pt x="575158" y="177395"/>
                        <a:pt x="561693" y="172915"/>
                      </a:cubicBezTo>
                      <a:cubicBezTo>
                        <a:pt x="548976" y="169182"/>
                        <a:pt x="539252" y="172915"/>
                        <a:pt x="534016" y="183367"/>
                      </a:cubicBezTo>
                      <a:cubicBezTo>
                        <a:pt x="523543" y="204271"/>
                        <a:pt x="505590" y="216216"/>
                        <a:pt x="486889" y="225922"/>
                      </a:cubicBezTo>
                      <a:cubicBezTo>
                        <a:pt x="468188" y="234880"/>
                        <a:pt x="475668" y="252051"/>
                        <a:pt x="473424" y="264743"/>
                      </a:cubicBezTo>
                      <a:cubicBezTo>
                        <a:pt x="472676" y="270716"/>
                        <a:pt x="481653" y="280421"/>
                        <a:pt x="489133" y="285647"/>
                      </a:cubicBezTo>
                      <a:cubicBezTo>
                        <a:pt x="500354" y="293113"/>
                        <a:pt x="512322" y="299832"/>
                        <a:pt x="520551" y="313270"/>
                      </a:cubicBezTo>
                      <a:cubicBezTo>
                        <a:pt x="537756" y="340893"/>
                        <a:pt x="515315" y="394646"/>
                        <a:pt x="480157" y="396139"/>
                      </a:cubicBezTo>
                      <a:cubicBezTo>
                        <a:pt x="462952" y="396885"/>
                        <a:pt x="446495" y="410324"/>
                        <a:pt x="430038" y="418536"/>
                      </a:cubicBezTo>
                      <a:cubicBezTo>
                        <a:pt x="410589" y="428241"/>
                        <a:pt x="391140" y="438693"/>
                        <a:pt x="371691" y="448399"/>
                      </a:cubicBezTo>
                      <a:cubicBezTo>
                        <a:pt x="370943" y="447652"/>
                        <a:pt x="370195" y="446905"/>
                        <a:pt x="369447" y="445412"/>
                      </a:cubicBezTo>
                      <a:cubicBezTo>
                        <a:pt x="376179" y="440186"/>
                        <a:pt x="383660" y="436453"/>
                        <a:pt x="389644" y="430481"/>
                      </a:cubicBezTo>
                      <a:cubicBezTo>
                        <a:pt x="404605" y="415550"/>
                        <a:pt x="421810" y="402111"/>
                        <a:pt x="433778" y="384940"/>
                      </a:cubicBezTo>
                      <a:cubicBezTo>
                        <a:pt x="442755" y="372249"/>
                        <a:pt x="445747" y="355078"/>
                        <a:pt x="449487" y="339400"/>
                      </a:cubicBezTo>
                      <a:cubicBezTo>
                        <a:pt x="450983" y="331934"/>
                        <a:pt x="449487" y="322975"/>
                        <a:pt x="438267" y="319989"/>
                      </a:cubicBezTo>
                      <a:cubicBezTo>
                        <a:pt x="429290" y="317749"/>
                        <a:pt x="425550" y="309537"/>
                        <a:pt x="426298" y="299832"/>
                      </a:cubicBezTo>
                      <a:cubicBezTo>
                        <a:pt x="427046" y="293859"/>
                        <a:pt x="426298" y="287140"/>
                        <a:pt x="426298" y="280421"/>
                      </a:cubicBezTo>
                      <a:cubicBezTo>
                        <a:pt x="405353" y="294606"/>
                        <a:pt x="355982" y="434214"/>
                        <a:pt x="360470" y="464823"/>
                      </a:cubicBezTo>
                      <a:cubicBezTo>
                        <a:pt x="353738" y="461837"/>
                        <a:pt x="347754" y="459597"/>
                        <a:pt x="342517" y="457358"/>
                      </a:cubicBezTo>
                      <a:cubicBezTo>
                        <a:pt x="305116" y="438693"/>
                        <a:pt x="308108" y="402858"/>
                        <a:pt x="303619" y="370009"/>
                      </a:cubicBezTo>
                      <a:cubicBezTo>
                        <a:pt x="301375" y="349852"/>
                        <a:pt x="299879" y="329694"/>
                        <a:pt x="298383" y="308790"/>
                      </a:cubicBezTo>
                      <a:cubicBezTo>
                        <a:pt x="297635" y="306551"/>
                        <a:pt x="296887" y="303565"/>
                        <a:pt x="295391" y="299832"/>
                      </a:cubicBezTo>
                      <a:cubicBezTo>
                        <a:pt x="283422" y="307297"/>
                        <a:pt x="281926" y="318496"/>
                        <a:pt x="281178" y="329694"/>
                      </a:cubicBezTo>
                      <a:cubicBezTo>
                        <a:pt x="279682" y="354331"/>
                        <a:pt x="279682" y="379714"/>
                        <a:pt x="277438" y="404351"/>
                      </a:cubicBezTo>
                      <a:cubicBezTo>
                        <a:pt x="275194" y="423762"/>
                        <a:pt x="273698" y="443919"/>
                        <a:pt x="260981" y="461837"/>
                      </a:cubicBezTo>
                      <a:cubicBezTo>
                        <a:pt x="254249" y="471542"/>
                        <a:pt x="252005" y="485727"/>
                        <a:pt x="247516" y="496926"/>
                      </a:cubicBezTo>
                      <a:cubicBezTo>
                        <a:pt x="242280" y="511110"/>
                        <a:pt x="221335" y="513350"/>
                        <a:pt x="207870" y="507378"/>
                      </a:cubicBezTo>
                      <a:cubicBezTo>
                        <a:pt x="184681" y="497672"/>
                        <a:pt x="190665" y="478261"/>
                        <a:pt x="187673" y="461090"/>
                      </a:cubicBezTo>
                      <a:cubicBezTo>
                        <a:pt x="181689" y="415550"/>
                        <a:pt x="176453" y="370009"/>
                        <a:pt x="169720" y="324468"/>
                      </a:cubicBezTo>
                      <a:cubicBezTo>
                        <a:pt x="166728" y="302071"/>
                        <a:pt x="160744" y="279674"/>
                        <a:pt x="155508" y="258024"/>
                      </a:cubicBezTo>
                      <a:cubicBezTo>
                        <a:pt x="154012" y="251305"/>
                        <a:pt x="153263" y="241599"/>
                        <a:pt x="141295" y="246079"/>
                      </a:cubicBezTo>
                      <a:cubicBezTo>
                        <a:pt x="139799" y="246825"/>
                        <a:pt x="136807" y="245332"/>
                        <a:pt x="135311" y="243839"/>
                      </a:cubicBezTo>
                      <a:cubicBezTo>
                        <a:pt x="124838" y="231894"/>
                        <a:pt x="126334" y="211737"/>
                        <a:pt x="139799" y="202031"/>
                      </a:cubicBezTo>
                      <a:cubicBezTo>
                        <a:pt x="143539" y="199045"/>
                        <a:pt x="148027" y="195312"/>
                        <a:pt x="152515" y="192326"/>
                      </a:cubicBezTo>
                      <a:cubicBezTo>
                        <a:pt x="186177" y="174408"/>
                        <a:pt x="194406" y="178888"/>
                        <a:pt x="212359" y="202031"/>
                      </a:cubicBezTo>
                      <a:cubicBezTo>
                        <a:pt x="225075" y="219202"/>
                        <a:pt x="228815" y="235627"/>
                        <a:pt x="226571" y="255784"/>
                      </a:cubicBezTo>
                      <a:cubicBezTo>
                        <a:pt x="225075" y="280421"/>
                        <a:pt x="224327" y="305058"/>
                        <a:pt x="224327" y="329694"/>
                      </a:cubicBezTo>
                      <a:cubicBezTo>
                        <a:pt x="224327" y="336413"/>
                        <a:pt x="226571" y="343133"/>
                        <a:pt x="228067" y="349852"/>
                      </a:cubicBezTo>
                      <a:cubicBezTo>
                        <a:pt x="230312" y="349852"/>
                        <a:pt x="231808" y="349852"/>
                        <a:pt x="234052" y="349852"/>
                      </a:cubicBezTo>
                      <a:cubicBezTo>
                        <a:pt x="240036" y="322229"/>
                        <a:pt x="246020" y="294606"/>
                        <a:pt x="252005" y="267729"/>
                      </a:cubicBezTo>
                      <a:cubicBezTo>
                        <a:pt x="257241" y="243839"/>
                        <a:pt x="261729" y="219949"/>
                        <a:pt x="269210" y="196805"/>
                      </a:cubicBezTo>
                      <a:cubicBezTo>
                        <a:pt x="272950" y="183367"/>
                        <a:pt x="281178" y="171422"/>
                        <a:pt x="287163" y="158730"/>
                      </a:cubicBezTo>
                      <a:cubicBezTo>
                        <a:pt x="289407" y="152758"/>
                        <a:pt x="289407" y="146785"/>
                        <a:pt x="292399" y="141559"/>
                      </a:cubicBezTo>
                      <a:cubicBezTo>
                        <a:pt x="294643" y="136333"/>
                        <a:pt x="299879" y="129614"/>
                        <a:pt x="304367" y="128121"/>
                      </a:cubicBezTo>
                      <a:cubicBezTo>
                        <a:pt x="309604" y="127375"/>
                        <a:pt x="317832" y="130361"/>
                        <a:pt x="321572" y="134840"/>
                      </a:cubicBezTo>
                      <a:cubicBezTo>
                        <a:pt x="330549" y="146039"/>
                        <a:pt x="345510" y="153505"/>
                        <a:pt x="344762" y="171422"/>
                      </a:cubicBezTo>
                      <a:cubicBezTo>
                        <a:pt x="344014" y="178888"/>
                        <a:pt x="343266" y="187100"/>
                        <a:pt x="341769" y="194566"/>
                      </a:cubicBezTo>
                      <a:cubicBezTo>
                        <a:pt x="337281" y="221442"/>
                        <a:pt x="329053" y="248319"/>
                        <a:pt x="326809" y="275942"/>
                      </a:cubicBezTo>
                      <a:cubicBezTo>
                        <a:pt x="325313" y="293113"/>
                        <a:pt x="331297" y="311030"/>
                        <a:pt x="333541" y="328948"/>
                      </a:cubicBezTo>
                      <a:cubicBezTo>
                        <a:pt x="335037" y="328948"/>
                        <a:pt x="336533" y="328948"/>
                        <a:pt x="338777" y="329694"/>
                      </a:cubicBezTo>
                      <a:cubicBezTo>
                        <a:pt x="344014" y="320736"/>
                        <a:pt x="349250" y="312523"/>
                        <a:pt x="354486" y="303565"/>
                      </a:cubicBezTo>
                      <a:cubicBezTo>
                        <a:pt x="369447" y="276688"/>
                        <a:pt x="385156" y="249812"/>
                        <a:pt x="400116" y="223682"/>
                      </a:cubicBezTo>
                      <a:cubicBezTo>
                        <a:pt x="401613" y="221442"/>
                        <a:pt x="402361" y="218456"/>
                        <a:pt x="404605" y="216963"/>
                      </a:cubicBezTo>
                      <a:cubicBezTo>
                        <a:pt x="431534" y="196805"/>
                        <a:pt x="436770" y="165450"/>
                        <a:pt x="442007" y="135587"/>
                      </a:cubicBezTo>
                      <a:cubicBezTo>
                        <a:pt x="444251" y="116923"/>
                        <a:pt x="442755" y="96765"/>
                        <a:pt x="436770" y="78848"/>
                      </a:cubicBezTo>
                      <a:cubicBezTo>
                        <a:pt x="431534" y="60930"/>
                        <a:pt x="438267" y="48239"/>
                        <a:pt x="445747" y="34054"/>
                      </a:cubicBezTo>
                      <a:cubicBezTo>
                        <a:pt x="450235" y="25842"/>
                        <a:pt x="456219" y="18376"/>
                        <a:pt x="462952" y="12403"/>
                      </a:cubicBezTo>
                      <a:cubicBezTo>
                        <a:pt x="471180" y="4938"/>
                        <a:pt x="480905" y="-4021"/>
                        <a:pt x="494369" y="195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8" name="íṡ1íḑê"/>
                <p:cNvSpPr/>
                <p:nvPr/>
              </p:nvSpPr>
              <p:spPr bwMode="auto">
                <a:xfrm>
                  <a:off x="7485853" y="2757241"/>
                  <a:ext cx="657518" cy="920296"/>
                </a:xfrm>
                <a:custGeom>
                  <a:avLst/>
                  <a:gdLst>
                    <a:gd name="connsiteX0" fmla="*/ 280111 w 657518"/>
                    <a:gd name="connsiteY0" fmla="*/ 509888 h 920296"/>
                    <a:gd name="connsiteX1" fmla="*/ 261378 w 657518"/>
                    <a:gd name="connsiteY1" fmla="*/ 514283 h 920296"/>
                    <a:gd name="connsiteX2" fmla="*/ 243394 w 657518"/>
                    <a:gd name="connsiteY2" fmla="*/ 544210 h 920296"/>
                    <a:gd name="connsiteX3" fmla="*/ 263626 w 657518"/>
                    <a:gd name="connsiteY3" fmla="*/ 591345 h 920296"/>
                    <a:gd name="connsiteX4" fmla="*/ 263626 w 657518"/>
                    <a:gd name="connsiteY4" fmla="*/ 625013 h 920296"/>
                    <a:gd name="connsiteX5" fmla="*/ 267373 w 657518"/>
                    <a:gd name="connsiteY5" fmla="*/ 627257 h 920296"/>
                    <a:gd name="connsiteX6" fmla="*/ 280111 w 657518"/>
                    <a:gd name="connsiteY6" fmla="*/ 613790 h 920296"/>
                    <a:gd name="connsiteX7" fmla="*/ 303341 w 657518"/>
                    <a:gd name="connsiteY7" fmla="*/ 572641 h 920296"/>
                    <a:gd name="connsiteX8" fmla="*/ 309335 w 657518"/>
                    <a:gd name="connsiteY8" fmla="*/ 514283 h 920296"/>
                    <a:gd name="connsiteX9" fmla="*/ 298845 w 657518"/>
                    <a:gd name="connsiteY9" fmla="*/ 515031 h 920296"/>
                    <a:gd name="connsiteX10" fmla="*/ 280111 w 657518"/>
                    <a:gd name="connsiteY10" fmla="*/ 509888 h 920296"/>
                    <a:gd name="connsiteX11" fmla="*/ 506993 w 657518"/>
                    <a:gd name="connsiteY11" fmla="*/ 368250 h 920296"/>
                    <a:gd name="connsiteX12" fmla="*/ 514482 w 657518"/>
                    <a:gd name="connsiteY12" fmla="*/ 374233 h 920296"/>
                    <a:gd name="connsiteX13" fmla="*/ 509240 w 657518"/>
                    <a:gd name="connsiteY13" fmla="*/ 440785 h 920296"/>
                    <a:gd name="connsiteX14" fmla="*/ 489769 w 657518"/>
                    <a:gd name="connsiteY14" fmla="*/ 466958 h 920296"/>
                    <a:gd name="connsiteX15" fmla="*/ 503997 w 657518"/>
                    <a:gd name="connsiteY15" fmla="*/ 501356 h 920296"/>
                    <a:gd name="connsiteX16" fmla="*/ 512235 w 657518"/>
                    <a:gd name="connsiteY16" fmla="*/ 521546 h 920296"/>
                    <a:gd name="connsiteX17" fmla="*/ 493513 w 657518"/>
                    <a:gd name="connsiteY17" fmla="*/ 552205 h 920296"/>
                    <a:gd name="connsiteX18" fmla="*/ 441840 w 657518"/>
                    <a:gd name="connsiteY18" fmla="*/ 570152 h 920296"/>
                    <a:gd name="connsiteX19" fmla="*/ 422369 w 657518"/>
                    <a:gd name="connsiteY19" fmla="*/ 547718 h 920296"/>
                    <a:gd name="connsiteX20" fmla="*/ 419374 w 657518"/>
                    <a:gd name="connsiteY20" fmla="*/ 539493 h 920296"/>
                    <a:gd name="connsiteX21" fmla="*/ 414881 w 657518"/>
                    <a:gd name="connsiteY21" fmla="*/ 542484 h 920296"/>
                    <a:gd name="connsiteX22" fmla="*/ 411136 w 657518"/>
                    <a:gd name="connsiteY22" fmla="*/ 550710 h 920296"/>
                    <a:gd name="connsiteX23" fmla="*/ 441091 w 657518"/>
                    <a:gd name="connsiteY23" fmla="*/ 716718 h 920296"/>
                    <a:gd name="connsiteX24" fmla="*/ 483029 w 657518"/>
                    <a:gd name="connsiteY24" fmla="*/ 752611 h 920296"/>
                    <a:gd name="connsiteX25" fmla="*/ 566904 w 657518"/>
                    <a:gd name="connsiteY25" fmla="*/ 760089 h 920296"/>
                    <a:gd name="connsiteX26" fmla="*/ 593114 w 657518"/>
                    <a:gd name="connsiteY26" fmla="*/ 733917 h 920296"/>
                    <a:gd name="connsiteX27" fmla="*/ 599854 w 657518"/>
                    <a:gd name="connsiteY27" fmla="*/ 668860 h 920296"/>
                    <a:gd name="connsiteX28" fmla="*/ 603599 w 657518"/>
                    <a:gd name="connsiteY28" fmla="*/ 656147 h 920296"/>
                    <a:gd name="connsiteX29" fmla="*/ 628312 w 657518"/>
                    <a:gd name="connsiteY29" fmla="*/ 728682 h 920296"/>
                    <a:gd name="connsiteX30" fmla="*/ 648532 w 657518"/>
                    <a:gd name="connsiteY30" fmla="*/ 752611 h 920296"/>
                    <a:gd name="connsiteX31" fmla="*/ 657518 w 657518"/>
                    <a:gd name="connsiteY31" fmla="*/ 766072 h 920296"/>
                    <a:gd name="connsiteX32" fmla="*/ 638047 w 657518"/>
                    <a:gd name="connsiteY32" fmla="*/ 837859 h 920296"/>
                    <a:gd name="connsiteX33" fmla="*/ 622321 w 657518"/>
                    <a:gd name="connsiteY33" fmla="*/ 846084 h 920296"/>
                    <a:gd name="connsiteX34" fmla="*/ 512984 w 657518"/>
                    <a:gd name="connsiteY34" fmla="*/ 840850 h 920296"/>
                    <a:gd name="connsiteX35" fmla="*/ 415629 w 657518"/>
                    <a:gd name="connsiteY35" fmla="*/ 763080 h 920296"/>
                    <a:gd name="connsiteX36" fmla="*/ 385674 w 657518"/>
                    <a:gd name="connsiteY36" fmla="*/ 627731 h 920296"/>
                    <a:gd name="connsiteX37" fmla="*/ 384925 w 657518"/>
                    <a:gd name="connsiteY37" fmla="*/ 523789 h 920296"/>
                    <a:gd name="connsiteX38" fmla="*/ 378934 w 657518"/>
                    <a:gd name="connsiteY38" fmla="*/ 481913 h 920296"/>
                    <a:gd name="connsiteX39" fmla="*/ 417127 w 657518"/>
                    <a:gd name="connsiteY39" fmla="*/ 496121 h 920296"/>
                    <a:gd name="connsiteX40" fmla="*/ 435100 w 657518"/>
                    <a:gd name="connsiteY40" fmla="*/ 498365 h 920296"/>
                    <a:gd name="connsiteX41" fmla="*/ 449329 w 657518"/>
                    <a:gd name="connsiteY41" fmla="*/ 472940 h 920296"/>
                    <a:gd name="connsiteX42" fmla="*/ 459813 w 657518"/>
                    <a:gd name="connsiteY42" fmla="*/ 432560 h 920296"/>
                    <a:gd name="connsiteX43" fmla="*/ 457567 w 657518"/>
                    <a:gd name="connsiteY43" fmla="*/ 419100 h 920296"/>
                    <a:gd name="connsiteX44" fmla="*/ 445585 w 657518"/>
                    <a:gd name="connsiteY44" fmla="*/ 424334 h 920296"/>
                    <a:gd name="connsiteX45" fmla="*/ 420872 w 657518"/>
                    <a:gd name="connsiteY45" fmla="*/ 452750 h 920296"/>
                    <a:gd name="connsiteX46" fmla="*/ 418625 w 657518"/>
                    <a:gd name="connsiteY46" fmla="*/ 449759 h 920296"/>
                    <a:gd name="connsiteX47" fmla="*/ 453822 w 657518"/>
                    <a:gd name="connsiteY47" fmla="*/ 392927 h 920296"/>
                    <a:gd name="connsiteX48" fmla="*/ 506993 w 657518"/>
                    <a:gd name="connsiteY48" fmla="*/ 368250 h 920296"/>
                    <a:gd name="connsiteX49" fmla="*/ 253135 w 657518"/>
                    <a:gd name="connsiteY49" fmla="*/ 68373 h 920296"/>
                    <a:gd name="connsiteX50" fmla="*/ 277863 w 657518"/>
                    <a:gd name="connsiteY50" fmla="*/ 109522 h 920296"/>
                    <a:gd name="connsiteX51" fmla="*/ 289103 w 657518"/>
                    <a:gd name="connsiteY51" fmla="*/ 135708 h 920296"/>
                    <a:gd name="connsiteX52" fmla="*/ 295847 w 657518"/>
                    <a:gd name="connsiteY52" fmla="*/ 180599 h 920296"/>
                    <a:gd name="connsiteX53" fmla="*/ 269621 w 657518"/>
                    <a:gd name="connsiteY53" fmla="*/ 194066 h 920296"/>
                    <a:gd name="connsiteX54" fmla="*/ 260629 w 657518"/>
                    <a:gd name="connsiteY54" fmla="*/ 208281 h 920296"/>
                    <a:gd name="connsiteX55" fmla="*/ 247141 w 657518"/>
                    <a:gd name="connsiteY55" fmla="*/ 260653 h 920296"/>
                    <a:gd name="connsiteX56" fmla="*/ 244893 w 657518"/>
                    <a:gd name="connsiteY56" fmla="*/ 286091 h 920296"/>
                    <a:gd name="connsiteX57" fmla="*/ 259130 w 657518"/>
                    <a:gd name="connsiteY57" fmla="*/ 316766 h 920296"/>
                    <a:gd name="connsiteX58" fmla="*/ 271119 w 657518"/>
                    <a:gd name="connsiteY58" fmla="*/ 328737 h 920296"/>
                    <a:gd name="connsiteX59" fmla="*/ 279362 w 657518"/>
                    <a:gd name="connsiteY59" fmla="*/ 331729 h 920296"/>
                    <a:gd name="connsiteX60" fmla="*/ 283109 w 657518"/>
                    <a:gd name="connsiteY60" fmla="*/ 398317 h 920296"/>
                    <a:gd name="connsiteX61" fmla="*/ 253135 w 657518"/>
                    <a:gd name="connsiteY61" fmla="*/ 467148 h 920296"/>
                    <a:gd name="connsiteX62" fmla="*/ 254634 w 657518"/>
                    <a:gd name="connsiteY62" fmla="*/ 471638 h 920296"/>
                    <a:gd name="connsiteX63" fmla="*/ 298845 w 657518"/>
                    <a:gd name="connsiteY63" fmla="*/ 463408 h 920296"/>
                    <a:gd name="connsiteX64" fmla="*/ 350549 w 657518"/>
                    <a:gd name="connsiteY64" fmla="*/ 500816 h 920296"/>
                    <a:gd name="connsiteX65" fmla="*/ 341556 w 657518"/>
                    <a:gd name="connsiteY65" fmla="*/ 551692 h 920296"/>
                    <a:gd name="connsiteX66" fmla="*/ 306338 w 657518"/>
                    <a:gd name="connsiteY66" fmla="*/ 631746 h 920296"/>
                    <a:gd name="connsiteX67" fmla="*/ 316079 w 657518"/>
                    <a:gd name="connsiteY67" fmla="*/ 648206 h 920296"/>
                    <a:gd name="connsiteX68" fmla="*/ 337060 w 657518"/>
                    <a:gd name="connsiteY68" fmla="*/ 647458 h 920296"/>
                    <a:gd name="connsiteX69" fmla="*/ 346053 w 657518"/>
                    <a:gd name="connsiteY69" fmla="*/ 660925 h 920296"/>
                    <a:gd name="connsiteX70" fmla="*/ 294349 w 657518"/>
                    <a:gd name="connsiteY70" fmla="*/ 705815 h 920296"/>
                    <a:gd name="connsiteX71" fmla="*/ 283858 w 657518"/>
                    <a:gd name="connsiteY71" fmla="*/ 708060 h 920296"/>
                    <a:gd name="connsiteX72" fmla="*/ 256882 w 657518"/>
                    <a:gd name="connsiteY72" fmla="*/ 743972 h 920296"/>
                    <a:gd name="connsiteX73" fmla="*/ 260629 w 657518"/>
                    <a:gd name="connsiteY73" fmla="*/ 787366 h 920296"/>
                    <a:gd name="connsiteX74" fmla="*/ 274117 w 657518"/>
                    <a:gd name="connsiteY74" fmla="*/ 827767 h 920296"/>
                    <a:gd name="connsiteX75" fmla="*/ 272618 w 657518"/>
                    <a:gd name="connsiteY75" fmla="*/ 860687 h 920296"/>
                    <a:gd name="connsiteX76" fmla="*/ 262877 w 657518"/>
                    <a:gd name="connsiteY76" fmla="*/ 888369 h 920296"/>
                    <a:gd name="connsiteX77" fmla="*/ 236650 w 657518"/>
                    <a:gd name="connsiteY77" fmla="*/ 918296 h 920296"/>
                    <a:gd name="connsiteX78" fmla="*/ 209674 w 657518"/>
                    <a:gd name="connsiteY78" fmla="*/ 904829 h 920296"/>
                    <a:gd name="connsiteX79" fmla="*/ 198434 w 657518"/>
                    <a:gd name="connsiteY79" fmla="*/ 795596 h 920296"/>
                    <a:gd name="connsiteX80" fmla="*/ 202181 w 657518"/>
                    <a:gd name="connsiteY80" fmla="*/ 764173 h 920296"/>
                    <a:gd name="connsiteX81" fmla="*/ 190192 w 657518"/>
                    <a:gd name="connsiteY81" fmla="*/ 767913 h 920296"/>
                    <a:gd name="connsiteX82" fmla="*/ 150477 w 657518"/>
                    <a:gd name="connsiteY82" fmla="*/ 809811 h 920296"/>
                    <a:gd name="connsiteX83" fmla="*/ 40326 w 657518"/>
                    <a:gd name="connsiteY83" fmla="*/ 871909 h 920296"/>
                    <a:gd name="connsiteX84" fmla="*/ 20843 w 657518"/>
                    <a:gd name="connsiteY84" fmla="*/ 868168 h 920296"/>
                    <a:gd name="connsiteX85" fmla="*/ 8854 w 657518"/>
                    <a:gd name="connsiteY85" fmla="*/ 821782 h 920296"/>
                    <a:gd name="connsiteX86" fmla="*/ 31334 w 657518"/>
                    <a:gd name="connsiteY86" fmla="*/ 800833 h 920296"/>
                    <a:gd name="connsiteX87" fmla="*/ 34331 w 657518"/>
                    <a:gd name="connsiteY87" fmla="*/ 803078 h 920296"/>
                    <a:gd name="connsiteX88" fmla="*/ 23840 w 657518"/>
                    <a:gd name="connsiteY88" fmla="*/ 815048 h 920296"/>
                    <a:gd name="connsiteX89" fmla="*/ 22342 w 657518"/>
                    <a:gd name="connsiteY89" fmla="*/ 827019 h 920296"/>
                    <a:gd name="connsiteX90" fmla="*/ 34331 w 657518"/>
                    <a:gd name="connsiteY90" fmla="*/ 833004 h 920296"/>
                    <a:gd name="connsiteX91" fmla="*/ 54563 w 657518"/>
                    <a:gd name="connsiteY91" fmla="*/ 825523 h 920296"/>
                    <a:gd name="connsiteX92" fmla="*/ 142984 w 657518"/>
                    <a:gd name="connsiteY92" fmla="*/ 759684 h 920296"/>
                    <a:gd name="connsiteX93" fmla="*/ 196186 w 657518"/>
                    <a:gd name="connsiteY93" fmla="*/ 716290 h 920296"/>
                    <a:gd name="connsiteX94" fmla="*/ 202930 w 657518"/>
                    <a:gd name="connsiteY94" fmla="*/ 690852 h 920296"/>
                    <a:gd name="connsiteX95" fmla="*/ 199933 w 657518"/>
                    <a:gd name="connsiteY95" fmla="*/ 656436 h 920296"/>
                    <a:gd name="connsiteX96" fmla="*/ 197685 w 657518"/>
                    <a:gd name="connsiteY96" fmla="*/ 625013 h 920296"/>
                    <a:gd name="connsiteX97" fmla="*/ 181200 w 657518"/>
                    <a:gd name="connsiteY97" fmla="*/ 680377 h 920296"/>
                    <a:gd name="connsiteX98" fmla="*/ 171458 w 657518"/>
                    <a:gd name="connsiteY98" fmla="*/ 667658 h 920296"/>
                    <a:gd name="connsiteX99" fmla="*/ 188693 w 657518"/>
                    <a:gd name="connsiteY99" fmla="*/ 608553 h 920296"/>
                    <a:gd name="connsiteX100" fmla="*/ 202930 w 657518"/>
                    <a:gd name="connsiteY100" fmla="*/ 540469 h 920296"/>
                    <a:gd name="connsiteX101" fmla="*/ 178952 w 657518"/>
                    <a:gd name="connsiteY101" fmla="*/ 567403 h 920296"/>
                    <a:gd name="connsiteX102" fmla="*/ 141485 w 657518"/>
                    <a:gd name="connsiteY102" fmla="*/ 656436 h 920296"/>
                    <a:gd name="connsiteX103" fmla="*/ 113760 w 657518"/>
                    <a:gd name="connsiteY103" fmla="*/ 678133 h 920296"/>
                    <a:gd name="connsiteX104" fmla="*/ 86784 w 657518"/>
                    <a:gd name="connsiteY104" fmla="*/ 649702 h 920296"/>
                    <a:gd name="connsiteX105" fmla="*/ 110013 w 657518"/>
                    <a:gd name="connsiteY105" fmla="*/ 511291 h 920296"/>
                    <a:gd name="connsiteX106" fmla="*/ 148229 w 657518"/>
                    <a:gd name="connsiteY106" fmla="*/ 475378 h 920296"/>
                    <a:gd name="connsiteX107" fmla="*/ 133243 w 657518"/>
                    <a:gd name="connsiteY107" fmla="*/ 506802 h 920296"/>
                    <a:gd name="connsiteX108" fmla="*/ 125749 w 657518"/>
                    <a:gd name="connsiteY108" fmla="*/ 536728 h 920296"/>
                    <a:gd name="connsiteX109" fmla="*/ 139237 w 657518"/>
                    <a:gd name="connsiteY109" fmla="*/ 546455 h 920296"/>
                    <a:gd name="connsiteX110" fmla="*/ 197685 w 657518"/>
                    <a:gd name="connsiteY110" fmla="*/ 500816 h 920296"/>
                    <a:gd name="connsiteX111" fmla="*/ 204429 w 657518"/>
                    <a:gd name="connsiteY111" fmla="*/ 484356 h 920296"/>
                    <a:gd name="connsiteX112" fmla="*/ 204429 w 657518"/>
                    <a:gd name="connsiteY112" fmla="*/ 455926 h 920296"/>
                    <a:gd name="connsiteX113" fmla="*/ 186445 w 657518"/>
                    <a:gd name="connsiteY113" fmla="*/ 434229 h 920296"/>
                    <a:gd name="connsiteX114" fmla="*/ 157970 w 657518"/>
                    <a:gd name="connsiteY114" fmla="*/ 419265 h 920296"/>
                    <a:gd name="connsiteX115" fmla="*/ 157221 w 657518"/>
                    <a:gd name="connsiteY115" fmla="*/ 375872 h 920296"/>
                    <a:gd name="connsiteX116" fmla="*/ 166962 w 657518"/>
                    <a:gd name="connsiteY116" fmla="*/ 370634 h 920296"/>
                    <a:gd name="connsiteX117" fmla="*/ 199184 w 657518"/>
                    <a:gd name="connsiteY117" fmla="*/ 330981 h 920296"/>
                    <a:gd name="connsiteX118" fmla="*/ 206677 w 657518"/>
                    <a:gd name="connsiteY118" fmla="*/ 309284 h 920296"/>
                    <a:gd name="connsiteX119" fmla="*/ 220914 w 657518"/>
                    <a:gd name="connsiteY119" fmla="*/ 284595 h 920296"/>
                    <a:gd name="connsiteX120" fmla="*/ 214920 w 657518"/>
                    <a:gd name="connsiteY120" fmla="*/ 264394 h 920296"/>
                    <a:gd name="connsiteX121" fmla="*/ 189442 w 657518"/>
                    <a:gd name="connsiteY121" fmla="*/ 214266 h 920296"/>
                    <a:gd name="connsiteX122" fmla="*/ 201432 w 657518"/>
                    <a:gd name="connsiteY122" fmla="*/ 194814 h 920296"/>
                    <a:gd name="connsiteX123" fmla="*/ 205178 w 657518"/>
                    <a:gd name="connsiteY123" fmla="*/ 169376 h 920296"/>
                    <a:gd name="connsiteX124" fmla="*/ 169960 w 657518"/>
                    <a:gd name="connsiteY124" fmla="*/ 210526 h 920296"/>
                    <a:gd name="connsiteX125" fmla="*/ 123501 w 657518"/>
                    <a:gd name="connsiteY125" fmla="*/ 267387 h 920296"/>
                    <a:gd name="connsiteX126" fmla="*/ 106267 w 657518"/>
                    <a:gd name="connsiteY126" fmla="*/ 288335 h 920296"/>
                    <a:gd name="connsiteX127" fmla="*/ 71797 w 657518"/>
                    <a:gd name="connsiteY127" fmla="*/ 320507 h 920296"/>
                    <a:gd name="connsiteX128" fmla="*/ 68051 w 657518"/>
                    <a:gd name="connsiteY128" fmla="*/ 317514 h 920296"/>
                    <a:gd name="connsiteX129" fmla="*/ 69549 w 657518"/>
                    <a:gd name="connsiteY129" fmla="*/ 312277 h 920296"/>
                    <a:gd name="connsiteX130" fmla="*/ 151976 w 657518"/>
                    <a:gd name="connsiteY130" fmla="*/ 173865 h 920296"/>
                    <a:gd name="connsiteX131" fmla="*/ 167712 w 657518"/>
                    <a:gd name="connsiteY131" fmla="*/ 139449 h 920296"/>
                    <a:gd name="connsiteX132" fmla="*/ 171458 w 657518"/>
                    <a:gd name="connsiteY132" fmla="*/ 107278 h 920296"/>
                    <a:gd name="connsiteX133" fmla="*/ 182698 w 657518"/>
                    <a:gd name="connsiteY133" fmla="*/ 84085 h 920296"/>
                    <a:gd name="connsiteX134" fmla="*/ 253135 w 657518"/>
                    <a:gd name="connsiteY134" fmla="*/ 68373 h 920296"/>
                    <a:gd name="connsiteX135" fmla="*/ 531131 w 657518"/>
                    <a:gd name="connsiteY135" fmla="*/ 517 h 920296"/>
                    <a:gd name="connsiteX136" fmla="*/ 575229 w 657518"/>
                    <a:gd name="connsiteY136" fmla="*/ 52931 h 920296"/>
                    <a:gd name="connsiteX137" fmla="*/ 557290 w 657518"/>
                    <a:gd name="connsiteY137" fmla="*/ 82134 h 920296"/>
                    <a:gd name="connsiteX138" fmla="*/ 545332 w 657518"/>
                    <a:gd name="connsiteY138" fmla="*/ 95612 h 920296"/>
                    <a:gd name="connsiteX139" fmla="*/ 573734 w 657518"/>
                    <a:gd name="connsiteY139" fmla="*/ 125563 h 920296"/>
                    <a:gd name="connsiteX140" fmla="*/ 569997 w 657518"/>
                    <a:gd name="connsiteY140" fmla="*/ 145780 h 920296"/>
                    <a:gd name="connsiteX141" fmla="*/ 558785 w 657518"/>
                    <a:gd name="connsiteY141" fmla="*/ 174234 h 920296"/>
                    <a:gd name="connsiteX142" fmla="*/ 519172 w 657518"/>
                    <a:gd name="connsiteY142" fmla="*/ 242372 h 920296"/>
                    <a:gd name="connsiteX143" fmla="*/ 495254 w 657518"/>
                    <a:gd name="connsiteY143" fmla="*/ 237131 h 920296"/>
                    <a:gd name="connsiteX144" fmla="*/ 463862 w 657518"/>
                    <a:gd name="connsiteY144" fmla="*/ 211673 h 920296"/>
                    <a:gd name="connsiteX145" fmla="*/ 499739 w 657518"/>
                    <a:gd name="connsiteY145" fmla="*/ 147278 h 920296"/>
                    <a:gd name="connsiteX146" fmla="*/ 494507 w 657518"/>
                    <a:gd name="connsiteY146" fmla="*/ 142785 h 920296"/>
                    <a:gd name="connsiteX147" fmla="*/ 475074 w 657518"/>
                    <a:gd name="connsiteY147" fmla="*/ 157760 h 920296"/>
                    <a:gd name="connsiteX148" fmla="*/ 451156 w 657518"/>
                    <a:gd name="connsiteY148" fmla="*/ 191455 h 920296"/>
                    <a:gd name="connsiteX149" fmla="*/ 404816 w 657518"/>
                    <a:gd name="connsiteY149" fmla="*/ 225899 h 920296"/>
                    <a:gd name="connsiteX150" fmla="*/ 379403 w 657518"/>
                    <a:gd name="connsiteY150" fmla="*/ 237880 h 920296"/>
                    <a:gd name="connsiteX151" fmla="*/ 348012 w 657518"/>
                    <a:gd name="connsiteY151" fmla="*/ 253604 h 920296"/>
                    <a:gd name="connsiteX152" fmla="*/ 345769 w 657518"/>
                    <a:gd name="connsiteY152" fmla="*/ 250609 h 920296"/>
                    <a:gd name="connsiteX153" fmla="*/ 354738 w 657518"/>
                    <a:gd name="connsiteY153" fmla="*/ 241624 h 920296"/>
                    <a:gd name="connsiteX154" fmla="*/ 432470 w 657518"/>
                    <a:gd name="connsiteY154" fmla="*/ 144282 h 920296"/>
                    <a:gd name="connsiteX155" fmla="*/ 472831 w 657518"/>
                    <a:gd name="connsiteY155" fmla="*/ 78390 h 920296"/>
                    <a:gd name="connsiteX156" fmla="*/ 485538 w 657518"/>
                    <a:gd name="connsiteY156" fmla="*/ 40951 h 920296"/>
                    <a:gd name="connsiteX157" fmla="*/ 531131 w 657518"/>
                    <a:gd name="connsiteY157" fmla="*/ 517 h 9202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</a:cxnLst>
                  <a:rect l="l" t="t" r="r" b="b"/>
                  <a:pathLst>
                    <a:path w="657518" h="920296">
                      <a:moveTo>
                        <a:pt x="280111" y="509888"/>
                      </a:moveTo>
                      <a:cubicBezTo>
                        <a:pt x="273929" y="511291"/>
                        <a:pt x="267748" y="514283"/>
                        <a:pt x="261378" y="514283"/>
                      </a:cubicBezTo>
                      <a:cubicBezTo>
                        <a:pt x="241146" y="515031"/>
                        <a:pt x="243394" y="530743"/>
                        <a:pt x="243394" y="544210"/>
                      </a:cubicBezTo>
                      <a:cubicBezTo>
                        <a:pt x="243394" y="562914"/>
                        <a:pt x="241146" y="583115"/>
                        <a:pt x="263626" y="591345"/>
                      </a:cubicBezTo>
                      <a:cubicBezTo>
                        <a:pt x="263626" y="603316"/>
                        <a:pt x="263626" y="614538"/>
                        <a:pt x="263626" y="625013"/>
                      </a:cubicBezTo>
                      <a:cubicBezTo>
                        <a:pt x="265125" y="625761"/>
                        <a:pt x="265874" y="626509"/>
                        <a:pt x="267373" y="627257"/>
                      </a:cubicBezTo>
                      <a:cubicBezTo>
                        <a:pt x="271869" y="622768"/>
                        <a:pt x="277114" y="619027"/>
                        <a:pt x="280111" y="613790"/>
                      </a:cubicBezTo>
                      <a:cubicBezTo>
                        <a:pt x="288354" y="600323"/>
                        <a:pt x="294349" y="585360"/>
                        <a:pt x="303341" y="572641"/>
                      </a:cubicBezTo>
                      <a:cubicBezTo>
                        <a:pt x="316829" y="553936"/>
                        <a:pt x="316079" y="535232"/>
                        <a:pt x="309335" y="514283"/>
                      </a:cubicBezTo>
                      <a:cubicBezTo>
                        <a:pt x="305589" y="515031"/>
                        <a:pt x="300343" y="516528"/>
                        <a:pt x="298845" y="515031"/>
                      </a:cubicBezTo>
                      <a:cubicBezTo>
                        <a:pt x="292475" y="508672"/>
                        <a:pt x="286293" y="508485"/>
                        <a:pt x="280111" y="509888"/>
                      </a:cubicBezTo>
                      <a:close/>
                      <a:moveTo>
                        <a:pt x="506993" y="368250"/>
                      </a:moveTo>
                      <a:cubicBezTo>
                        <a:pt x="509989" y="368998"/>
                        <a:pt x="513733" y="371241"/>
                        <a:pt x="514482" y="374233"/>
                      </a:cubicBezTo>
                      <a:cubicBezTo>
                        <a:pt x="522720" y="393675"/>
                        <a:pt x="530208" y="419847"/>
                        <a:pt x="509240" y="440785"/>
                      </a:cubicBezTo>
                      <a:cubicBezTo>
                        <a:pt x="501002" y="448263"/>
                        <a:pt x="495011" y="457237"/>
                        <a:pt x="489769" y="466958"/>
                      </a:cubicBezTo>
                      <a:cubicBezTo>
                        <a:pt x="478536" y="486400"/>
                        <a:pt x="483029" y="496121"/>
                        <a:pt x="503997" y="501356"/>
                      </a:cubicBezTo>
                      <a:cubicBezTo>
                        <a:pt x="518226" y="505843"/>
                        <a:pt x="519724" y="508834"/>
                        <a:pt x="512235" y="521546"/>
                      </a:cubicBezTo>
                      <a:cubicBezTo>
                        <a:pt x="506244" y="532015"/>
                        <a:pt x="498755" y="541736"/>
                        <a:pt x="493513" y="552205"/>
                      </a:cubicBezTo>
                      <a:cubicBezTo>
                        <a:pt x="481531" y="573891"/>
                        <a:pt x="460562" y="569404"/>
                        <a:pt x="441840" y="570152"/>
                      </a:cubicBezTo>
                      <a:cubicBezTo>
                        <a:pt x="428360" y="570900"/>
                        <a:pt x="424616" y="558935"/>
                        <a:pt x="422369" y="547718"/>
                      </a:cubicBezTo>
                      <a:cubicBezTo>
                        <a:pt x="421621" y="544727"/>
                        <a:pt x="420123" y="541736"/>
                        <a:pt x="419374" y="539493"/>
                      </a:cubicBezTo>
                      <a:cubicBezTo>
                        <a:pt x="417876" y="540241"/>
                        <a:pt x="416378" y="540988"/>
                        <a:pt x="414881" y="542484"/>
                      </a:cubicBezTo>
                      <a:cubicBezTo>
                        <a:pt x="413383" y="545475"/>
                        <a:pt x="411136" y="548466"/>
                        <a:pt x="411136" y="550710"/>
                      </a:cubicBezTo>
                      <a:cubicBezTo>
                        <a:pt x="411136" y="608289"/>
                        <a:pt x="414132" y="664373"/>
                        <a:pt x="441091" y="716718"/>
                      </a:cubicBezTo>
                      <a:cubicBezTo>
                        <a:pt x="450078" y="733169"/>
                        <a:pt x="463558" y="746629"/>
                        <a:pt x="483029" y="752611"/>
                      </a:cubicBezTo>
                      <a:cubicBezTo>
                        <a:pt x="510737" y="760837"/>
                        <a:pt x="537697" y="764576"/>
                        <a:pt x="566904" y="760089"/>
                      </a:cubicBezTo>
                      <a:cubicBezTo>
                        <a:pt x="582630" y="757098"/>
                        <a:pt x="590868" y="748125"/>
                        <a:pt x="593114" y="733917"/>
                      </a:cubicBezTo>
                      <a:cubicBezTo>
                        <a:pt x="596110" y="712231"/>
                        <a:pt x="597608" y="690545"/>
                        <a:pt x="599854" y="668860"/>
                      </a:cubicBezTo>
                      <a:cubicBezTo>
                        <a:pt x="600603" y="663625"/>
                        <a:pt x="602850" y="658391"/>
                        <a:pt x="603599" y="656147"/>
                      </a:cubicBezTo>
                      <a:cubicBezTo>
                        <a:pt x="611088" y="680076"/>
                        <a:pt x="618576" y="704753"/>
                        <a:pt x="628312" y="728682"/>
                      </a:cubicBezTo>
                      <a:cubicBezTo>
                        <a:pt x="632056" y="737656"/>
                        <a:pt x="641792" y="744386"/>
                        <a:pt x="648532" y="752611"/>
                      </a:cubicBezTo>
                      <a:cubicBezTo>
                        <a:pt x="652276" y="757098"/>
                        <a:pt x="657518" y="761585"/>
                        <a:pt x="657518" y="766072"/>
                      </a:cubicBezTo>
                      <a:cubicBezTo>
                        <a:pt x="656769" y="791496"/>
                        <a:pt x="656769" y="817669"/>
                        <a:pt x="638047" y="837859"/>
                      </a:cubicBezTo>
                      <a:cubicBezTo>
                        <a:pt x="634303" y="842346"/>
                        <a:pt x="627563" y="846832"/>
                        <a:pt x="622321" y="846084"/>
                      </a:cubicBezTo>
                      <a:cubicBezTo>
                        <a:pt x="585626" y="845337"/>
                        <a:pt x="549679" y="850571"/>
                        <a:pt x="512984" y="840850"/>
                      </a:cubicBezTo>
                      <a:cubicBezTo>
                        <a:pt x="467302" y="828138"/>
                        <a:pt x="437347" y="801217"/>
                        <a:pt x="415629" y="763080"/>
                      </a:cubicBezTo>
                      <a:cubicBezTo>
                        <a:pt x="391665" y="721204"/>
                        <a:pt x="386423" y="674842"/>
                        <a:pt x="385674" y="627731"/>
                      </a:cubicBezTo>
                      <a:cubicBezTo>
                        <a:pt x="385674" y="593333"/>
                        <a:pt x="386423" y="558187"/>
                        <a:pt x="384925" y="523789"/>
                      </a:cubicBezTo>
                      <a:cubicBezTo>
                        <a:pt x="384925" y="510329"/>
                        <a:pt x="381181" y="497617"/>
                        <a:pt x="378934" y="481913"/>
                      </a:cubicBezTo>
                      <a:cubicBezTo>
                        <a:pt x="391665" y="472192"/>
                        <a:pt x="407392" y="475931"/>
                        <a:pt x="417127" y="496121"/>
                      </a:cubicBezTo>
                      <a:cubicBezTo>
                        <a:pt x="423118" y="508086"/>
                        <a:pt x="429109" y="505843"/>
                        <a:pt x="435100" y="498365"/>
                      </a:cubicBezTo>
                      <a:cubicBezTo>
                        <a:pt x="441091" y="490887"/>
                        <a:pt x="445585" y="481913"/>
                        <a:pt x="449329" y="472940"/>
                      </a:cubicBezTo>
                      <a:cubicBezTo>
                        <a:pt x="453822" y="459480"/>
                        <a:pt x="456818" y="446020"/>
                        <a:pt x="459813" y="432560"/>
                      </a:cubicBezTo>
                      <a:cubicBezTo>
                        <a:pt x="460562" y="428073"/>
                        <a:pt x="458316" y="423586"/>
                        <a:pt x="457567" y="419100"/>
                      </a:cubicBezTo>
                      <a:cubicBezTo>
                        <a:pt x="453822" y="420595"/>
                        <a:pt x="448580" y="421343"/>
                        <a:pt x="445585" y="424334"/>
                      </a:cubicBezTo>
                      <a:cubicBezTo>
                        <a:pt x="436598" y="433307"/>
                        <a:pt x="429109" y="443029"/>
                        <a:pt x="420872" y="452750"/>
                      </a:cubicBezTo>
                      <a:cubicBezTo>
                        <a:pt x="420123" y="452002"/>
                        <a:pt x="419374" y="450507"/>
                        <a:pt x="418625" y="449759"/>
                      </a:cubicBezTo>
                      <a:cubicBezTo>
                        <a:pt x="429858" y="431064"/>
                        <a:pt x="441840" y="411622"/>
                        <a:pt x="453822" y="392927"/>
                      </a:cubicBezTo>
                      <a:cubicBezTo>
                        <a:pt x="462060" y="379467"/>
                        <a:pt x="492015" y="365259"/>
                        <a:pt x="506993" y="368250"/>
                      </a:cubicBezTo>
                      <a:close/>
                      <a:moveTo>
                        <a:pt x="253135" y="68373"/>
                      </a:moveTo>
                      <a:cubicBezTo>
                        <a:pt x="268871" y="72862"/>
                        <a:pt x="282359" y="93811"/>
                        <a:pt x="277863" y="109522"/>
                      </a:cubicBezTo>
                      <a:cubicBezTo>
                        <a:pt x="274117" y="122241"/>
                        <a:pt x="273367" y="131219"/>
                        <a:pt x="289103" y="135708"/>
                      </a:cubicBezTo>
                      <a:cubicBezTo>
                        <a:pt x="302591" y="140197"/>
                        <a:pt x="306338" y="167132"/>
                        <a:pt x="295847" y="180599"/>
                      </a:cubicBezTo>
                      <a:cubicBezTo>
                        <a:pt x="289853" y="188829"/>
                        <a:pt x="284607" y="198555"/>
                        <a:pt x="269621" y="194066"/>
                      </a:cubicBezTo>
                      <a:cubicBezTo>
                        <a:pt x="260629" y="191821"/>
                        <a:pt x="256133" y="200051"/>
                        <a:pt x="260629" y="208281"/>
                      </a:cubicBezTo>
                      <a:cubicBezTo>
                        <a:pt x="273367" y="230726"/>
                        <a:pt x="263626" y="245690"/>
                        <a:pt x="247141" y="260653"/>
                      </a:cubicBezTo>
                      <a:cubicBezTo>
                        <a:pt x="238149" y="268135"/>
                        <a:pt x="236650" y="275617"/>
                        <a:pt x="244893" y="286091"/>
                      </a:cubicBezTo>
                      <a:cubicBezTo>
                        <a:pt x="251637" y="294321"/>
                        <a:pt x="253885" y="306292"/>
                        <a:pt x="259130" y="316766"/>
                      </a:cubicBezTo>
                      <a:cubicBezTo>
                        <a:pt x="262127" y="321255"/>
                        <a:pt x="266623" y="324996"/>
                        <a:pt x="271119" y="328737"/>
                      </a:cubicBezTo>
                      <a:cubicBezTo>
                        <a:pt x="273367" y="330233"/>
                        <a:pt x="276365" y="330233"/>
                        <a:pt x="279362" y="331729"/>
                      </a:cubicBezTo>
                      <a:cubicBezTo>
                        <a:pt x="299594" y="344448"/>
                        <a:pt x="304090" y="385598"/>
                        <a:pt x="283109" y="398317"/>
                      </a:cubicBezTo>
                      <a:cubicBezTo>
                        <a:pt x="255383" y="414776"/>
                        <a:pt x="250138" y="438718"/>
                        <a:pt x="253135" y="467148"/>
                      </a:cubicBezTo>
                      <a:cubicBezTo>
                        <a:pt x="253135" y="468645"/>
                        <a:pt x="253885" y="469393"/>
                        <a:pt x="254634" y="471638"/>
                      </a:cubicBezTo>
                      <a:cubicBezTo>
                        <a:pt x="269621" y="469393"/>
                        <a:pt x="283858" y="464904"/>
                        <a:pt x="298845" y="463408"/>
                      </a:cubicBezTo>
                      <a:cubicBezTo>
                        <a:pt x="316079" y="461911"/>
                        <a:pt x="349800" y="484356"/>
                        <a:pt x="350549" y="500816"/>
                      </a:cubicBezTo>
                      <a:cubicBezTo>
                        <a:pt x="351298" y="517276"/>
                        <a:pt x="347552" y="535232"/>
                        <a:pt x="341556" y="551692"/>
                      </a:cubicBezTo>
                      <a:cubicBezTo>
                        <a:pt x="331815" y="578626"/>
                        <a:pt x="319077" y="604812"/>
                        <a:pt x="306338" y="631746"/>
                      </a:cubicBezTo>
                      <a:cubicBezTo>
                        <a:pt x="300343" y="645213"/>
                        <a:pt x="301093" y="648206"/>
                        <a:pt x="316079" y="648206"/>
                      </a:cubicBezTo>
                      <a:cubicBezTo>
                        <a:pt x="322823" y="648206"/>
                        <a:pt x="330317" y="648206"/>
                        <a:pt x="337060" y="647458"/>
                      </a:cubicBezTo>
                      <a:cubicBezTo>
                        <a:pt x="347552" y="646710"/>
                        <a:pt x="349800" y="654191"/>
                        <a:pt x="346053" y="660925"/>
                      </a:cubicBezTo>
                      <a:cubicBezTo>
                        <a:pt x="334063" y="681874"/>
                        <a:pt x="323573" y="705067"/>
                        <a:pt x="294349" y="705815"/>
                      </a:cubicBezTo>
                      <a:cubicBezTo>
                        <a:pt x="290602" y="705815"/>
                        <a:pt x="287605" y="707312"/>
                        <a:pt x="283858" y="708060"/>
                      </a:cubicBezTo>
                      <a:cubicBezTo>
                        <a:pt x="262127" y="713297"/>
                        <a:pt x="256133" y="721527"/>
                        <a:pt x="256882" y="743972"/>
                      </a:cubicBezTo>
                      <a:cubicBezTo>
                        <a:pt x="257631" y="758935"/>
                        <a:pt x="257631" y="773151"/>
                        <a:pt x="260629" y="787366"/>
                      </a:cubicBezTo>
                      <a:cubicBezTo>
                        <a:pt x="262877" y="801581"/>
                        <a:pt x="268122" y="815048"/>
                        <a:pt x="274117" y="827767"/>
                      </a:cubicBezTo>
                      <a:cubicBezTo>
                        <a:pt x="278613" y="839738"/>
                        <a:pt x="279362" y="849464"/>
                        <a:pt x="272618" y="860687"/>
                      </a:cubicBezTo>
                      <a:cubicBezTo>
                        <a:pt x="268122" y="868917"/>
                        <a:pt x="265125" y="878643"/>
                        <a:pt x="262877" y="888369"/>
                      </a:cubicBezTo>
                      <a:cubicBezTo>
                        <a:pt x="259130" y="903333"/>
                        <a:pt x="249389" y="912311"/>
                        <a:pt x="236650" y="918296"/>
                      </a:cubicBezTo>
                      <a:cubicBezTo>
                        <a:pt x="225410" y="923533"/>
                        <a:pt x="213421" y="918296"/>
                        <a:pt x="209674" y="904829"/>
                      </a:cubicBezTo>
                      <a:cubicBezTo>
                        <a:pt x="199184" y="869665"/>
                        <a:pt x="187944" y="833753"/>
                        <a:pt x="198434" y="795596"/>
                      </a:cubicBezTo>
                      <a:cubicBezTo>
                        <a:pt x="201432" y="786618"/>
                        <a:pt x="200682" y="776143"/>
                        <a:pt x="202181" y="764173"/>
                      </a:cubicBezTo>
                      <a:cubicBezTo>
                        <a:pt x="196186" y="766417"/>
                        <a:pt x="192440" y="766417"/>
                        <a:pt x="190192" y="767913"/>
                      </a:cubicBezTo>
                      <a:cubicBezTo>
                        <a:pt x="176704" y="781381"/>
                        <a:pt x="163216" y="794848"/>
                        <a:pt x="150477" y="809811"/>
                      </a:cubicBezTo>
                      <a:cubicBezTo>
                        <a:pt x="122003" y="844975"/>
                        <a:pt x="90531" y="874902"/>
                        <a:pt x="40326" y="871909"/>
                      </a:cubicBezTo>
                      <a:cubicBezTo>
                        <a:pt x="33582" y="871161"/>
                        <a:pt x="27587" y="869665"/>
                        <a:pt x="20843" y="868168"/>
                      </a:cubicBezTo>
                      <a:cubicBezTo>
                        <a:pt x="-888" y="861435"/>
                        <a:pt x="-6882" y="838242"/>
                        <a:pt x="8854" y="821782"/>
                      </a:cubicBezTo>
                      <a:cubicBezTo>
                        <a:pt x="15598" y="814300"/>
                        <a:pt x="23840" y="807567"/>
                        <a:pt x="31334" y="800833"/>
                      </a:cubicBezTo>
                      <a:cubicBezTo>
                        <a:pt x="32832" y="801581"/>
                        <a:pt x="33582" y="802329"/>
                        <a:pt x="34331" y="803078"/>
                      </a:cubicBezTo>
                      <a:cubicBezTo>
                        <a:pt x="30584" y="807567"/>
                        <a:pt x="26838" y="810559"/>
                        <a:pt x="23840" y="815048"/>
                      </a:cubicBezTo>
                      <a:cubicBezTo>
                        <a:pt x="22342" y="818789"/>
                        <a:pt x="20843" y="824775"/>
                        <a:pt x="22342" y="827019"/>
                      </a:cubicBezTo>
                      <a:cubicBezTo>
                        <a:pt x="24590" y="830012"/>
                        <a:pt x="30584" y="833004"/>
                        <a:pt x="34331" y="833004"/>
                      </a:cubicBezTo>
                      <a:cubicBezTo>
                        <a:pt x="41075" y="831508"/>
                        <a:pt x="49318" y="829264"/>
                        <a:pt x="54563" y="825523"/>
                      </a:cubicBezTo>
                      <a:cubicBezTo>
                        <a:pt x="84536" y="803826"/>
                        <a:pt x="113760" y="782129"/>
                        <a:pt x="142984" y="759684"/>
                      </a:cubicBezTo>
                      <a:cubicBezTo>
                        <a:pt x="160968" y="746216"/>
                        <a:pt x="177453" y="730505"/>
                        <a:pt x="196186" y="716290"/>
                      </a:cubicBezTo>
                      <a:cubicBezTo>
                        <a:pt x="205178" y="708808"/>
                        <a:pt x="202930" y="699830"/>
                        <a:pt x="202930" y="690852"/>
                      </a:cubicBezTo>
                      <a:cubicBezTo>
                        <a:pt x="202181" y="679629"/>
                        <a:pt x="201432" y="667658"/>
                        <a:pt x="199933" y="656436"/>
                      </a:cubicBezTo>
                      <a:cubicBezTo>
                        <a:pt x="199184" y="645962"/>
                        <a:pt x="198434" y="636235"/>
                        <a:pt x="197685" y="625013"/>
                      </a:cubicBezTo>
                      <a:cubicBezTo>
                        <a:pt x="183448" y="630250"/>
                        <a:pt x="178202" y="646710"/>
                        <a:pt x="181200" y="680377"/>
                      </a:cubicBezTo>
                      <a:cubicBezTo>
                        <a:pt x="176704" y="674392"/>
                        <a:pt x="172957" y="671399"/>
                        <a:pt x="171458" y="667658"/>
                      </a:cubicBezTo>
                      <a:cubicBezTo>
                        <a:pt x="163965" y="644465"/>
                        <a:pt x="167712" y="624265"/>
                        <a:pt x="188693" y="608553"/>
                      </a:cubicBezTo>
                      <a:cubicBezTo>
                        <a:pt x="205178" y="596582"/>
                        <a:pt x="211922" y="560670"/>
                        <a:pt x="202930" y="540469"/>
                      </a:cubicBezTo>
                      <a:cubicBezTo>
                        <a:pt x="187944" y="542714"/>
                        <a:pt x="183448" y="556929"/>
                        <a:pt x="178952" y="567403"/>
                      </a:cubicBezTo>
                      <a:cubicBezTo>
                        <a:pt x="165464" y="596582"/>
                        <a:pt x="153474" y="626509"/>
                        <a:pt x="141485" y="656436"/>
                      </a:cubicBezTo>
                      <a:cubicBezTo>
                        <a:pt x="136240" y="669155"/>
                        <a:pt x="127248" y="676637"/>
                        <a:pt x="113760" y="678133"/>
                      </a:cubicBezTo>
                      <a:cubicBezTo>
                        <a:pt x="104768" y="678881"/>
                        <a:pt x="88283" y="662421"/>
                        <a:pt x="86784" y="649702"/>
                      </a:cubicBezTo>
                      <a:cubicBezTo>
                        <a:pt x="80040" y="601071"/>
                        <a:pt x="76293" y="553188"/>
                        <a:pt x="110013" y="511291"/>
                      </a:cubicBezTo>
                      <a:cubicBezTo>
                        <a:pt x="127997" y="488845"/>
                        <a:pt x="127248" y="488097"/>
                        <a:pt x="148229" y="475378"/>
                      </a:cubicBezTo>
                      <a:cubicBezTo>
                        <a:pt x="142984" y="485853"/>
                        <a:pt x="136989" y="496327"/>
                        <a:pt x="133243" y="506802"/>
                      </a:cubicBezTo>
                      <a:cubicBezTo>
                        <a:pt x="129496" y="516528"/>
                        <a:pt x="127248" y="527002"/>
                        <a:pt x="125749" y="536728"/>
                      </a:cubicBezTo>
                      <a:cubicBezTo>
                        <a:pt x="124251" y="547951"/>
                        <a:pt x="130245" y="553188"/>
                        <a:pt x="139237" y="546455"/>
                      </a:cubicBezTo>
                      <a:cubicBezTo>
                        <a:pt x="159469" y="532239"/>
                        <a:pt x="178952" y="516528"/>
                        <a:pt x="197685" y="500816"/>
                      </a:cubicBezTo>
                      <a:cubicBezTo>
                        <a:pt x="202181" y="497075"/>
                        <a:pt x="203680" y="490342"/>
                        <a:pt x="204429" y="484356"/>
                      </a:cubicBezTo>
                      <a:cubicBezTo>
                        <a:pt x="205178" y="475378"/>
                        <a:pt x="203680" y="465652"/>
                        <a:pt x="204429" y="455926"/>
                      </a:cubicBezTo>
                      <a:cubicBezTo>
                        <a:pt x="205928" y="442459"/>
                        <a:pt x="204429" y="434229"/>
                        <a:pt x="186445" y="434229"/>
                      </a:cubicBezTo>
                      <a:cubicBezTo>
                        <a:pt x="176704" y="434229"/>
                        <a:pt x="160968" y="426747"/>
                        <a:pt x="157970" y="419265"/>
                      </a:cubicBezTo>
                      <a:cubicBezTo>
                        <a:pt x="153474" y="405798"/>
                        <a:pt x="156472" y="390087"/>
                        <a:pt x="157221" y="375872"/>
                      </a:cubicBezTo>
                      <a:cubicBezTo>
                        <a:pt x="157221" y="373627"/>
                        <a:pt x="163216" y="372131"/>
                        <a:pt x="166962" y="370634"/>
                      </a:cubicBezTo>
                      <a:cubicBezTo>
                        <a:pt x="189442" y="364649"/>
                        <a:pt x="196936" y="354175"/>
                        <a:pt x="199184" y="330981"/>
                      </a:cubicBezTo>
                      <a:cubicBezTo>
                        <a:pt x="199184" y="323500"/>
                        <a:pt x="203680" y="316018"/>
                        <a:pt x="206677" y="309284"/>
                      </a:cubicBezTo>
                      <a:cubicBezTo>
                        <a:pt x="211173" y="300306"/>
                        <a:pt x="217168" y="292824"/>
                        <a:pt x="220914" y="284595"/>
                      </a:cubicBezTo>
                      <a:cubicBezTo>
                        <a:pt x="224661" y="277113"/>
                        <a:pt x="224661" y="270379"/>
                        <a:pt x="214920" y="264394"/>
                      </a:cubicBezTo>
                      <a:cubicBezTo>
                        <a:pt x="196186" y="253920"/>
                        <a:pt x="193938" y="232971"/>
                        <a:pt x="189442" y="214266"/>
                      </a:cubicBezTo>
                      <a:cubicBezTo>
                        <a:pt x="188693" y="209029"/>
                        <a:pt x="196936" y="200799"/>
                        <a:pt x="201432" y="194814"/>
                      </a:cubicBezTo>
                      <a:cubicBezTo>
                        <a:pt x="207426" y="188080"/>
                        <a:pt x="211922" y="182095"/>
                        <a:pt x="205178" y="169376"/>
                      </a:cubicBezTo>
                      <a:cubicBezTo>
                        <a:pt x="192440" y="183591"/>
                        <a:pt x="178952" y="195562"/>
                        <a:pt x="169960" y="210526"/>
                      </a:cubicBezTo>
                      <a:cubicBezTo>
                        <a:pt x="156472" y="231474"/>
                        <a:pt x="145232" y="253171"/>
                        <a:pt x="123501" y="267387"/>
                      </a:cubicBezTo>
                      <a:cubicBezTo>
                        <a:pt x="116757" y="272624"/>
                        <a:pt x="113011" y="282350"/>
                        <a:pt x="106267" y="288335"/>
                      </a:cubicBezTo>
                      <a:cubicBezTo>
                        <a:pt x="95027" y="299558"/>
                        <a:pt x="83037" y="310032"/>
                        <a:pt x="71797" y="320507"/>
                      </a:cubicBezTo>
                      <a:cubicBezTo>
                        <a:pt x="70299" y="319759"/>
                        <a:pt x="69549" y="318262"/>
                        <a:pt x="68051" y="317514"/>
                      </a:cubicBezTo>
                      <a:cubicBezTo>
                        <a:pt x="68800" y="315270"/>
                        <a:pt x="68800" y="313025"/>
                        <a:pt x="69549" y="312277"/>
                      </a:cubicBezTo>
                      <a:cubicBezTo>
                        <a:pt x="109264" y="273372"/>
                        <a:pt x="126499" y="221000"/>
                        <a:pt x="151976" y="173865"/>
                      </a:cubicBezTo>
                      <a:cubicBezTo>
                        <a:pt x="157970" y="162643"/>
                        <a:pt x="163965" y="151420"/>
                        <a:pt x="167712" y="139449"/>
                      </a:cubicBezTo>
                      <a:cubicBezTo>
                        <a:pt x="170709" y="129723"/>
                        <a:pt x="171458" y="117752"/>
                        <a:pt x="171458" y="107278"/>
                      </a:cubicBezTo>
                      <a:cubicBezTo>
                        <a:pt x="171458" y="96804"/>
                        <a:pt x="170709" y="89322"/>
                        <a:pt x="182698" y="84085"/>
                      </a:cubicBezTo>
                      <a:cubicBezTo>
                        <a:pt x="205178" y="74358"/>
                        <a:pt x="226160" y="60143"/>
                        <a:pt x="253135" y="68373"/>
                      </a:cubicBezTo>
                      <a:close/>
                      <a:moveTo>
                        <a:pt x="531131" y="517"/>
                      </a:moveTo>
                      <a:cubicBezTo>
                        <a:pt x="561775" y="-3976"/>
                        <a:pt x="583450" y="21483"/>
                        <a:pt x="575229" y="52931"/>
                      </a:cubicBezTo>
                      <a:cubicBezTo>
                        <a:pt x="572239" y="63414"/>
                        <a:pt x="564017" y="72400"/>
                        <a:pt x="557290" y="82134"/>
                      </a:cubicBezTo>
                      <a:cubicBezTo>
                        <a:pt x="552806" y="88124"/>
                        <a:pt x="547574" y="92617"/>
                        <a:pt x="545332" y="95612"/>
                      </a:cubicBezTo>
                      <a:cubicBezTo>
                        <a:pt x="555796" y="106843"/>
                        <a:pt x="565512" y="115829"/>
                        <a:pt x="573734" y="125563"/>
                      </a:cubicBezTo>
                      <a:cubicBezTo>
                        <a:pt x="579713" y="133051"/>
                        <a:pt x="578218" y="140538"/>
                        <a:pt x="569997" y="145780"/>
                      </a:cubicBezTo>
                      <a:cubicBezTo>
                        <a:pt x="559533" y="153268"/>
                        <a:pt x="558038" y="162253"/>
                        <a:pt x="558785" y="174234"/>
                      </a:cubicBezTo>
                      <a:cubicBezTo>
                        <a:pt x="561775" y="203436"/>
                        <a:pt x="545332" y="228894"/>
                        <a:pt x="519172" y="242372"/>
                      </a:cubicBezTo>
                      <a:cubicBezTo>
                        <a:pt x="509455" y="246865"/>
                        <a:pt x="502728" y="243870"/>
                        <a:pt x="495254" y="237131"/>
                      </a:cubicBezTo>
                      <a:cubicBezTo>
                        <a:pt x="485538" y="227397"/>
                        <a:pt x="474326" y="219909"/>
                        <a:pt x="463862" y="211673"/>
                      </a:cubicBezTo>
                      <a:cubicBezTo>
                        <a:pt x="474326" y="192953"/>
                        <a:pt x="487032" y="169741"/>
                        <a:pt x="499739" y="147278"/>
                      </a:cubicBezTo>
                      <a:cubicBezTo>
                        <a:pt x="498244" y="145780"/>
                        <a:pt x="496749" y="144282"/>
                        <a:pt x="494507" y="142785"/>
                      </a:cubicBezTo>
                      <a:cubicBezTo>
                        <a:pt x="487780" y="147278"/>
                        <a:pt x="480306" y="151021"/>
                        <a:pt x="475074" y="157760"/>
                      </a:cubicBezTo>
                      <a:cubicBezTo>
                        <a:pt x="466105" y="168243"/>
                        <a:pt x="458630" y="179475"/>
                        <a:pt x="451156" y="191455"/>
                      </a:cubicBezTo>
                      <a:cubicBezTo>
                        <a:pt x="440692" y="210175"/>
                        <a:pt x="424249" y="219909"/>
                        <a:pt x="404816" y="225899"/>
                      </a:cubicBezTo>
                      <a:cubicBezTo>
                        <a:pt x="395847" y="228146"/>
                        <a:pt x="387625" y="234136"/>
                        <a:pt x="379403" y="237880"/>
                      </a:cubicBezTo>
                      <a:cubicBezTo>
                        <a:pt x="368939" y="243121"/>
                        <a:pt x="358475" y="248363"/>
                        <a:pt x="348012" y="253604"/>
                      </a:cubicBezTo>
                      <a:cubicBezTo>
                        <a:pt x="347264" y="252855"/>
                        <a:pt x="346517" y="252107"/>
                        <a:pt x="345769" y="250609"/>
                      </a:cubicBezTo>
                      <a:cubicBezTo>
                        <a:pt x="348759" y="247614"/>
                        <a:pt x="351749" y="244619"/>
                        <a:pt x="354738" y="241624"/>
                      </a:cubicBezTo>
                      <a:cubicBezTo>
                        <a:pt x="387625" y="214668"/>
                        <a:pt x="412290" y="181721"/>
                        <a:pt x="432470" y="144282"/>
                      </a:cubicBezTo>
                      <a:cubicBezTo>
                        <a:pt x="444429" y="121819"/>
                        <a:pt x="460125" y="100853"/>
                        <a:pt x="472831" y="78390"/>
                      </a:cubicBezTo>
                      <a:cubicBezTo>
                        <a:pt x="478811" y="67158"/>
                        <a:pt x="482548" y="53680"/>
                        <a:pt x="485538" y="40951"/>
                      </a:cubicBezTo>
                      <a:cubicBezTo>
                        <a:pt x="491517" y="13995"/>
                        <a:pt x="509455" y="4261"/>
                        <a:pt x="531131" y="51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29" name="î$liḑé"/>
                <p:cNvSpPr/>
                <p:nvPr/>
              </p:nvSpPr>
              <p:spPr bwMode="auto">
                <a:xfrm>
                  <a:off x="4589240" y="2552697"/>
                  <a:ext cx="769365" cy="1390078"/>
                </a:xfrm>
                <a:custGeom>
                  <a:avLst/>
                  <a:gdLst>
                    <a:gd name="connsiteX0" fmla="*/ 567033 w 769365"/>
                    <a:gd name="connsiteY0" fmla="*/ 520832 h 1390078"/>
                    <a:gd name="connsiteX1" fmla="*/ 522158 w 769365"/>
                    <a:gd name="connsiteY1" fmla="*/ 570204 h 1390078"/>
                    <a:gd name="connsiteX2" fmla="*/ 504207 w 769365"/>
                    <a:gd name="connsiteY2" fmla="*/ 591897 h 1390078"/>
                    <a:gd name="connsiteX3" fmla="*/ 484761 w 769365"/>
                    <a:gd name="connsiteY3" fmla="*/ 844742 h 1390078"/>
                    <a:gd name="connsiteX4" fmla="*/ 492988 w 769365"/>
                    <a:gd name="connsiteY4" fmla="*/ 835017 h 1390078"/>
                    <a:gd name="connsiteX5" fmla="*/ 557310 w 769365"/>
                    <a:gd name="connsiteY5" fmla="*/ 766944 h 1390078"/>
                    <a:gd name="connsiteX6" fmla="*/ 587227 w 769365"/>
                    <a:gd name="connsiteY6" fmla="*/ 723556 h 1390078"/>
                    <a:gd name="connsiteX7" fmla="*/ 581992 w 769365"/>
                    <a:gd name="connsiteY7" fmla="*/ 689145 h 1390078"/>
                    <a:gd name="connsiteX8" fmla="*/ 555066 w 769365"/>
                    <a:gd name="connsiteY8" fmla="*/ 692886 h 1390078"/>
                    <a:gd name="connsiteX9" fmla="*/ 531881 w 769365"/>
                    <a:gd name="connsiteY9" fmla="*/ 685405 h 1390078"/>
                    <a:gd name="connsiteX10" fmla="*/ 534124 w 769365"/>
                    <a:gd name="connsiteY10" fmla="*/ 642765 h 1390078"/>
                    <a:gd name="connsiteX11" fmla="*/ 553571 w 769365"/>
                    <a:gd name="connsiteY11" fmla="*/ 587409 h 1390078"/>
                    <a:gd name="connsiteX12" fmla="*/ 561050 w 769365"/>
                    <a:gd name="connsiteY12" fmla="*/ 555242 h 1390078"/>
                    <a:gd name="connsiteX13" fmla="*/ 567033 w 769365"/>
                    <a:gd name="connsiteY13" fmla="*/ 520832 h 1390078"/>
                    <a:gd name="connsiteX14" fmla="*/ 507573 w 769365"/>
                    <a:gd name="connsiteY14" fmla="*/ 322595 h 1390078"/>
                    <a:gd name="connsiteX15" fmla="*/ 534124 w 769365"/>
                    <a:gd name="connsiteY15" fmla="*/ 333068 h 1390078"/>
                    <a:gd name="connsiteX16" fmla="*/ 544595 w 769365"/>
                    <a:gd name="connsiteY16" fmla="*/ 426576 h 1390078"/>
                    <a:gd name="connsiteX17" fmla="*/ 457836 w 769365"/>
                    <a:gd name="connsiteY17" fmla="*/ 511855 h 1390078"/>
                    <a:gd name="connsiteX18" fmla="*/ 364345 w 769365"/>
                    <a:gd name="connsiteY18" fmla="*/ 609103 h 1390078"/>
                    <a:gd name="connsiteX19" fmla="*/ 353874 w 769365"/>
                    <a:gd name="connsiteY19" fmla="*/ 623316 h 1390078"/>
                    <a:gd name="connsiteX20" fmla="*/ 347143 w 769365"/>
                    <a:gd name="connsiteY20" fmla="*/ 637529 h 1390078"/>
                    <a:gd name="connsiteX21" fmla="*/ 378556 w 769365"/>
                    <a:gd name="connsiteY21" fmla="*/ 642765 h 1390078"/>
                    <a:gd name="connsiteX22" fmla="*/ 412960 w 769365"/>
                    <a:gd name="connsiteY22" fmla="*/ 673436 h 1390078"/>
                    <a:gd name="connsiteX23" fmla="*/ 409221 w 769365"/>
                    <a:gd name="connsiteY23" fmla="*/ 705603 h 1390078"/>
                    <a:gd name="connsiteX24" fmla="*/ 371076 w 769365"/>
                    <a:gd name="connsiteY24" fmla="*/ 819308 h 1390078"/>
                    <a:gd name="connsiteX25" fmla="*/ 371824 w 769365"/>
                    <a:gd name="connsiteY25" fmla="*/ 835765 h 1390078"/>
                    <a:gd name="connsiteX26" fmla="*/ 386035 w 769365"/>
                    <a:gd name="connsiteY26" fmla="*/ 827536 h 1390078"/>
                    <a:gd name="connsiteX27" fmla="*/ 432406 w 769365"/>
                    <a:gd name="connsiteY27" fmla="*/ 720564 h 1390078"/>
                    <a:gd name="connsiteX28" fmla="*/ 429415 w 769365"/>
                    <a:gd name="connsiteY28" fmla="*/ 593393 h 1390078"/>
                    <a:gd name="connsiteX29" fmla="*/ 427171 w 769365"/>
                    <a:gd name="connsiteY29" fmla="*/ 583669 h 1390078"/>
                    <a:gd name="connsiteX30" fmla="*/ 414456 w 769365"/>
                    <a:gd name="connsiteY30" fmla="*/ 593393 h 1390078"/>
                    <a:gd name="connsiteX31" fmla="*/ 440634 w 769365"/>
                    <a:gd name="connsiteY31" fmla="*/ 545518 h 1390078"/>
                    <a:gd name="connsiteX32" fmla="*/ 508695 w 769365"/>
                    <a:gd name="connsiteY32" fmla="*/ 582921 h 1390078"/>
                    <a:gd name="connsiteX33" fmla="*/ 522158 w 769365"/>
                    <a:gd name="connsiteY33" fmla="*/ 555242 h 1390078"/>
                    <a:gd name="connsiteX34" fmla="*/ 553571 w 769365"/>
                    <a:gd name="connsiteY34" fmla="*/ 502878 h 1390078"/>
                    <a:gd name="connsiteX35" fmla="*/ 564789 w 769365"/>
                    <a:gd name="connsiteY35" fmla="*/ 482680 h 1390078"/>
                    <a:gd name="connsiteX36" fmla="*/ 621632 w 769365"/>
                    <a:gd name="connsiteY36" fmla="*/ 469215 h 1390078"/>
                    <a:gd name="connsiteX37" fmla="*/ 654541 w 769365"/>
                    <a:gd name="connsiteY37" fmla="*/ 487169 h 1390078"/>
                    <a:gd name="connsiteX38" fmla="*/ 654541 w 769365"/>
                    <a:gd name="connsiteY38" fmla="*/ 503626 h 1390078"/>
                    <a:gd name="connsiteX39" fmla="*/ 621632 w 769365"/>
                    <a:gd name="connsiteY39" fmla="*/ 559731 h 1390078"/>
                    <a:gd name="connsiteX40" fmla="*/ 589471 w 769365"/>
                    <a:gd name="connsiteY40" fmla="*/ 624812 h 1390078"/>
                    <a:gd name="connsiteX41" fmla="*/ 584983 w 769365"/>
                    <a:gd name="connsiteY41" fmla="*/ 632293 h 1390078"/>
                    <a:gd name="connsiteX42" fmla="*/ 595454 w 769365"/>
                    <a:gd name="connsiteY42" fmla="*/ 662215 h 1390078"/>
                    <a:gd name="connsiteX43" fmla="*/ 644070 w 769365"/>
                    <a:gd name="connsiteY43" fmla="*/ 700366 h 1390078"/>
                    <a:gd name="connsiteX44" fmla="*/ 627615 w 769365"/>
                    <a:gd name="connsiteY44" fmla="*/ 788637 h 1390078"/>
                    <a:gd name="connsiteX45" fmla="*/ 557310 w 769365"/>
                    <a:gd name="connsiteY45" fmla="*/ 813323 h 1390078"/>
                    <a:gd name="connsiteX46" fmla="*/ 478778 w 769365"/>
                    <a:gd name="connsiteY46" fmla="*/ 867932 h 1390078"/>
                    <a:gd name="connsiteX47" fmla="*/ 480274 w 769365"/>
                    <a:gd name="connsiteY47" fmla="*/ 887381 h 1390078"/>
                    <a:gd name="connsiteX48" fmla="*/ 495980 w 769365"/>
                    <a:gd name="connsiteY48" fmla="*/ 886633 h 1390078"/>
                    <a:gd name="connsiteX49" fmla="*/ 626119 w 769365"/>
                    <a:gd name="connsiteY49" fmla="*/ 835017 h 1390078"/>
                    <a:gd name="connsiteX50" fmla="*/ 662768 w 769365"/>
                    <a:gd name="connsiteY50" fmla="*/ 811827 h 1390078"/>
                    <a:gd name="connsiteX51" fmla="*/ 706896 w 769365"/>
                    <a:gd name="connsiteY51" fmla="*/ 803599 h 1390078"/>
                    <a:gd name="connsiteX52" fmla="*/ 757007 w 769365"/>
                    <a:gd name="connsiteY52" fmla="*/ 812575 h 1390078"/>
                    <a:gd name="connsiteX53" fmla="*/ 762242 w 769365"/>
                    <a:gd name="connsiteY53" fmla="*/ 814071 h 1390078"/>
                    <a:gd name="connsiteX54" fmla="*/ 767478 w 769365"/>
                    <a:gd name="connsiteY54" fmla="*/ 838757 h 1390078"/>
                    <a:gd name="connsiteX55" fmla="*/ 757755 w 769365"/>
                    <a:gd name="connsiteY55" fmla="*/ 847734 h 1390078"/>
                    <a:gd name="connsiteX56" fmla="*/ 675483 w 769365"/>
                    <a:gd name="connsiteY56" fmla="*/ 867184 h 1390078"/>
                    <a:gd name="connsiteX57" fmla="*/ 607421 w 769365"/>
                    <a:gd name="connsiteY57" fmla="*/ 892618 h 1390078"/>
                    <a:gd name="connsiteX58" fmla="*/ 507947 w 769365"/>
                    <a:gd name="connsiteY58" fmla="*/ 929273 h 1390078"/>
                    <a:gd name="connsiteX59" fmla="*/ 483265 w 769365"/>
                    <a:gd name="connsiteY59" fmla="*/ 965180 h 1390078"/>
                    <a:gd name="connsiteX60" fmla="*/ 480274 w 769365"/>
                    <a:gd name="connsiteY60" fmla="*/ 1025773 h 1390078"/>
                    <a:gd name="connsiteX61" fmla="*/ 469803 w 769365"/>
                    <a:gd name="connsiteY61" fmla="*/ 1117036 h 1390078"/>
                    <a:gd name="connsiteX62" fmla="*/ 472794 w 769365"/>
                    <a:gd name="connsiteY62" fmla="*/ 1149203 h 1390078"/>
                    <a:gd name="connsiteX63" fmla="*/ 465315 w 769365"/>
                    <a:gd name="connsiteY63" fmla="*/ 1280861 h 1390078"/>
                    <a:gd name="connsiteX64" fmla="*/ 465315 w 769365"/>
                    <a:gd name="connsiteY64" fmla="*/ 1291334 h 1390078"/>
                    <a:gd name="connsiteX65" fmla="*/ 454844 w 769365"/>
                    <a:gd name="connsiteY65" fmla="*/ 1326493 h 1390078"/>
                    <a:gd name="connsiteX66" fmla="*/ 439138 w 769365"/>
                    <a:gd name="connsiteY66" fmla="*/ 1360904 h 1390078"/>
                    <a:gd name="connsiteX67" fmla="*/ 421935 w 769365"/>
                    <a:gd name="connsiteY67" fmla="*/ 1390078 h 1390078"/>
                    <a:gd name="connsiteX68" fmla="*/ 420439 w 769365"/>
                    <a:gd name="connsiteY68" fmla="*/ 1387086 h 1390078"/>
                    <a:gd name="connsiteX69" fmla="*/ 423431 w 769365"/>
                    <a:gd name="connsiteY69" fmla="*/ 1317516 h 1390078"/>
                    <a:gd name="connsiteX70" fmla="*/ 423431 w 769365"/>
                    <a:gd name="connsiteY70" fmla="*/ 1244954 h 1390078"/>
                    <a:gd name="connsiteX71" fmla="*/ 421935 w 769365"/>
                    <a:gd name="connsiteY71" fmla="*/ 1171644 h 1390078"/>
                    <a:gd name="connsiteX72" fmla="*/ 424927 w 769365"/>
                    <a:gd name="connsiteY72" fmla="*/ 1063176 h 1390078"/>
                    <a:gd name="connsiteX73" fmla="*/ 422683 w 769365"/>
                    <a:gd name="connsiteY73" fmla="*/ 1036993 h 1390078"/>
                    <a:gd name="connsiteX74" fmla="*/ 422683 w 769365"/>
                    <a:gd name="connsiteY74" fmla="*/ 975652 h 1390078"/>
                    <a:gd name="connsiteX75" fmla="*/ 409969 w 769365"/>
                    <a:gd name="connsiteY75" fmla="*/ 980141 h 1390078"/>
                    <a:gd name="connsiteX76" fmla="*/ 306007 w 769365"/>
                    <a:gd name="connsiteY76" fmla="*/ 1051207 h 1390078"/>
                    <a:gd name="connsiteX77" fmla="*/ 230466 w 769365"/>
                    <a:gd name="connsiteY77" fmla="*/ 1100579 h 1390078"/>
                    <a:gd name="connsiteX78" fmla="*/ 118276 w 769365"/>
                    <a:gd name="connsiteY78" fmla="*/ 1176881 h 1390078"/>
                    <a:gd name="connsiteX79" fmla="*/ 63678 w 769365"/>
                    <a:gd name="connsiteY79" fmla="*/ 1203063 h 1390078"/>
                    <a:gd name="connsiteX80" fmla="*/ 17306 w 769365"/>
                    <a:gd name="connsiteY80" fmla="*/ 1184361 h 1390078"/>
                    <a:gd name="connsiteX81" fmla="*/ 14314 w 769365"/>
                    <a:gd name="connsiteY81" fmla="*/ 1180621 h 1390078"/>
                    <a:gd name="connsiteX82" fmla="*/ 18802 w 769365"/>
                    <a:gd name="connsiteY82" fmla="*/ 1118532 h 1390078"/>
                    <a:gd name="connsiteX83" fmla="*/ 67417 w 769365"/>
                    <a:gd name="connsiteY83" fmla="*/ 1113296 h 1390078"/>
                    <a:gd name="connsiteX84" fmla="*/ 186338 w 769365"/>
                    <a:gd name="connsiteY84" fmla="*/ 1047466 h 1390078"/>
                    <a:gd name="connsiteX85" fmla="*/ 253652 w 769365"/>
                    <a:gd name="connsiteY85" fmla="*/ 1013804 h 1390078"/>
                    <a:gd name="connsiteX86" fmla="*/ 409221 w 769365"/>
                    <a:gd name="connsiteY86" fmla="*/ 925532 h 1390078"/>
                    <a:gd name="connsiteX87" fmla="*/ 428667 w 769365"/>
                    <a:gd name="connsiteY87" fmla="*/ 887381 h 1390078"/>
                    <a:gd name="connsiteX88" fmla="*/ 431658 w 769365"/>
                    <a:gd name="connsiteY88" fmla="*/ 820804 h 1390078"/>
                    <a:gd name="connsiteX89" fmla="*/ 429415 w 769365"/>
                    <a:gd name="connsiteY89" fmla="*/ 806591 h 1390078"/>
                    <a:gd name="connsiteX90" fmla="*/ 401741 w 769365"/>
                    <a:gd name="connsiteY90" fmla="*/ 857459 h 1390078"/>
                    <a:gd name="connsiteX91" fmla="*/ 368085 w 769365"/>
                    <a:gd name="connsiteY91" fmla="*/ 927029 h 1390078"/>
                    <a:gd name="connsiteX92" fmla="*/ 326949 w 769365"/>
                    <a:gd name="connsiteY92" fmla="*/ 964432 h 1390078"/>
                    <a:gd name="connsiteX93" fmla="*/ 301519 w 769365"/>
                    <a:gd name="connsiteY93" fmla="*/ 960691 h 1390078"/>
                    <a:gd name="connsiteX94" fmla="*/ 276090 w 769365"/>
                    <a:gd name="connsiteY94" fmla="*/ 911319 h 1390078"/>
                    <a:gd name="connsiteX95" fmla="*/ 282821 w 769365"/>
                    <a:gd name="connsiteY95" fmla="*/ 868680 h 1390078"/>
                    <a:gd name="connsiteX96" fmla="*/ 329192 w 769365"/>
                    <a:gd name="connsiteY96" fmla="*/ 723556 h 1390078"/>
                    <a:gd name="connsiteX97" fmla="*/ 322461 w 769365"/>
                    <a:gd name="connsiteY97" fmla="*/ 686153 h 1390078"/>
                    <a:gd name="connsiteX98" fmla="*/ 319469 w 769365"/>
                    <a:gd name="connsiteY98" fmla="*/ 669696 h 1390078"/>
                    <a:gd name="connsiteX99" fmla="*/ 366589 w 769365"/>
                    <a:gd name="connsiteY99" fmla="*/ 567211 h 1390078"/>
                    <a:gd name="connsiteX100" fmla="*/ 436894 w 769365"/>
                    <a:gd name="connsiteY100" fmla="*/ 476696 h 1390078"/>
                    <a:gd name="connsiteX101" fmla="*/ 438390 w 769365"/>
                    <a:gd name="connsiteY101" fmla="*/ 466971 h 1390078"/>
                    <a:gd name="connsiteX102" fmla="*/ 425675 w 769365"/>
                    <a:gd name="connsiteY102" fmla="*/ 476696 h 1390078"/>
                    <a:gd name="connsiteX103" fmla="*/ 341159 w 769365"/>
                    <a:gd name="connsiteY103" fmla="*/ 556738 h 1390078"/>
                    <a:gd name="connsiteX104" fmla="*/ 267114 w 769365"/>
                    <a:gd name="connsiteY104" fmla="*/ 636033 h 1390078"/>
                    <a:gd name="connsiteX105" fmla="*/ 237197 w 769365"/>
                    <a:gd name="connsiteY105" fmla="*/ 650994 h 1390078"/>
                    <a:gd name="connsiteX106" fmla="*/ 214759 w 769365"/>
                    <a:gd name="connsiteY106" fmla="*/ 652490 h 1390078"/>
                    <a:gd name="connsiteX107" fmla="*/ 173623 w 769365"/>
                    <a:gd name="connsiteY107" fmla="*/ 620324 h 1390078"/>
                    <a:gd name="connsiteX108" fmla="*/ 198305 w 769365"/>
                    <a:gd name="connsiteY108" fmla="*/ 551502 h 1390078"/>
                    <a:gd name="connsiteX109" fmla="*/ 216255 w 769365"/>
                    <a:gd name="connsiteY109" fmla="*/ 534297 h 1390078"/>
                    <a:gd name="connsiteX110" fmla="*/ 217003 w 769365"/>
                    <a:gd name="connsiteY110" fmla="*/ 538037 h 1390078"/>
                    <a:gd name="connsiteX111" fmla="*/ 230466 w 769365"/>
                    <a:gd name="connsiteY111" fmla="*/ 539533 h 1390078"/>
                    <a:gd name="connsiteX112" fmla="*/ 275342 w 769365"/>
                    <a:gd name="connsiteY112" fmla="*/ 511855 h 1390078"/>
                    <a:gd name="connsiteX113" fmla="*/ 371824 w 769365"/>
                    <a:gd name="connsiteY113" fmla="*/ 425080 h 1390078"/>
                    <a:gd name="connsiteX114" fmla="*/ 398002 w 769365"/>
                    <a:gd name="connsiteY114" fmla="*/ 407126 h 1390078"/>
                    <a:gd name="connsiteX115" fmla="*/ 450357 w 769365"/>
                    <a:gd name="connsiteY115" fmla="*/ 360747 h 1390078"/>
                    <a:gd name="connsiteX116" fmla="*/ 481022 w 769365"/>
                    <a:gd name="connsiteY116" fmla="*/ 332320 h 1390078"/>
                    <a:gd name="connsiteX117" fmla="*/ 507573 w 769365"/>
                    <a:gd name="connsiteY117" fmla="*/ 322595 h 1390078"/>
                    <a:gd name="connsiteX118" fmla="*/ 333338 w 769365"/>
                    <a:gd name="connsiteY118" fmla="*/ 182879 h 1390078"/>
                    <a:gd name="connsiteX119" fmla="*/ 349794 w 769365"/>
                    <a:gd name="connsiteY119" fmla="*/ 241878 h 1390078"/>
                    <a:gd name="connsiteX120" fmla="*/ 361013 w 769365"/>
                    <a:gd name="connsiteY120" fmla="*/ 297143 h 1390078"/>
                    <a:gd name="connsiteX121" fmla="*/ 356526 w 769365"/>
                    <a:gd name="connsiteY121" fmla="*/ 318054 h 1390078"/>
                    <a:gd name="connsiteX122" fmla="*/ 316883 w 769365"/>
                    <a:gd name="connsiteY122" fmla="*/ 346433 h 1390078"/>
                    <a:gd name="connsiteX123" fmla="*/ 277240 w 769365"/>
                    <a:gd name="connsiteY123" fmla="*/ 349420 h 1390078"/>
                    <a:gd name="connsiteX124" fmla="*/ 200947 w 769365"/>
                    <a:gd name="connsiteY124" fmla="*/ 294156 h 1390078"/>
                    <a:gd name="connsiteX125" fmla="*/ 191971 w 769365"/>
                    <a:gd name="connsiteY125" fmla="*/ 229929 h 1390078"/>
                    <a:gd name="connsiteX126" fmla="*/ 216654 w 769365"/>
                    <a:gd name="connsiteY126" fmla="*/ 201550 h 1390078"/>
                    <a:gd name="connsiteX127" fmla="*/ 274248 w 769365"/>
                    <a:gd name="connsiteY127" fmla="*/ 193335 h 1390078"/>
                    <a:gd name="connsiteX128" fmla="*/ 279484 w 769365"/>
                    <a:gd name="connsiteY128" fmla="*/ 193335 h 1390078"/>
                    <a:gd name="connsiteX129" fmla="*/ 333338 w 769365"/>
                    <a:gd name="connsiteY129" fmla="*/ 182879 h 1390078"/>
                    <a:gd name="connsiteX130" fmla="*/ 632915 w 769365"/>
                    <a:gd name="connsiteY130" fmla="*/ 144 h 1390078"/>
                    <a:gd name="connsiteX131" fmla="*/ 700352 w 769365"/>
                    <a:gd name="connsiteY131" fmla="*/ 67345 h 1390078"/>
                    <a:gd name="connsiteX132" fmla="*/ 691360 w 769365"/>
                    <a:gd name="connsiteY132" fmla="*/ 126332 h 1390078"/>
                    <a:gd name="connsiteX133" fmla="*/ 670380 w 769365"/>
                    <a:gd name="connsiteY133" fmla="*/ 143506 h 1390078"/>
                    <a:gd name="connsiteX134" fmla="*/ 628419 w 769365"/>
                    <a:gd name="connsiteY134" fmla="*/ 183080 h 1390078"/>
                    <a:gd name="connsiteX135" fmla="*/ 533258 w 769365"/>
                    <a:gd name="connsiteY135" fmla="*/ 280895 h 1390078"/>
                    <a:gd name="connsiteX136" fmla="*/ 466571 w 769365"/>
                    <a:gd name="connsiteY136" fmla="*/ 323456 h 1390078"/>
                    <a:gd name="connsiteX137" fmla="*/ 406627 w 769365"/>
                    <a:gd name="connsiteY137" fmla="*/ 363776 h 1390078"/>
                    <a:gd name="connsiteX138" fmla="*/ 294981 w 769365"/>
                    <a:gd name="connsiteY138" fmla="*/ 451884 h 1390078"/>
                    <a:gd name="connsiteX139" fmla="*/ 282243 w 769365"/>
                    <a:gd name="connsiteY139" fmla="*/ 463831 h 1390078"/>
                    <a:gd name="connsiteX140" fmla="*/ 261263 w 769365"/>
                    <a:gd name="connsiteY140" fmla="*/ 480258 h 1390078"/>
                    <a:gd name="connsiteX141" fmla="*/ 259764 w 769365"/>
                    <a:gd name="connsiteY141" fmla="*/ 477271 h 1390078"/>
                    <a:gd name="connsiteX142" fmla="*/ 342936 w 769365"/>
                    <a:gd name="connsiteY142" fmla="*/ 392150 h 1390078"/>
                    <a:gd name="connsiteX143" fmla="*/ 408875 w 769365"/>
                    <a:gd name="connsiteY143" fmla="*/ 313002 h 1390078"/>
                    <a:gd name="connsiteX144" fmla="*/ 480807 w 769365"/>
                    <a:gd name="connsiteY144" fmla="*/ 230121 h 1390078"/>
                    <a:gd name="connsiteX145" fmla="*/ 572971 w 769365"/>
                    <a:gd name="connsiteY145" fmla="*/ 95718 h 1390078"/>
                    <a:gd name="connsiteX146" fmla="*/ 572971 w 769365"/>
                    <a:gd name="connsiteY146" fmla="*/ 69585 h 1390078"/>
                    <a:gd name="connsiteX147" fmla="*/ 567726 w 769365"/>
                    <a:gd name="connsiteY147" fmla="*/ 25531 h 1390078"/>
                    <a:gd name="connsiteX148" fmla="*/ 578966 w 769365"/>
                    <a:gd name="connsiteY148" fmla="*/ 9850 h 1390078"/>
                    <a:gd name="connsiteX149" fmla="*/ 632915 w 769365"/>
                    <a:gd name="connsiteY149" fmla="*/ 144 h 13900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</a:cxnLst>
                  <a:rect l="l" t="t" r="r" b="b"/>
                  <a:pathLst>
                    <a:path w="769365" h="1390078">
                      <a:moveTo>
                        <a:pt x="567033" y="520832"/>
                      </a:moveTo>
                      <a:cubicBezTo>
                        <a:pt x="546091" y="535793"/>
                        <a:pt x="531881" y="550754"/>
                        <a:pt x="522158" y="570204"/>
                      </a:cubicBezTo>
                      <a:cubicBezTo>
                        <a:pt x="519166" y="577684"/>
                        <a:pt x="512435" y="582921"/>
                        <a:pt x="504207" y="591897"/>
                      </a:cubicBezTo>
                      <a:cubicBezTo>
                        <a:pt x="493736" y="672688"/>
                        <a:pt x="470551" y="755723"/>
                        <a:pt x="484761" y="844742"/>
                      </a:cubicBezTo>
                      <a:cubicBezTo>
                        <a:pt x="489249" y="843246"/>
                        <a:pt x="489997" y="838009"/>
                        <a:pt x="492988" y="835017"/>
                      </a:cubicBezTo>
                      <a:cubicBezTo>
                        <a:pt x="513930" y="811827"/>
                        <a:pt x="536368" y="790133"/>
                        <a:pt x="557310" y="766944"/>
                      </a:cubicBezTo>
                      <a:cubicBezTo>
                        <a:pt x="568529" y="753478"/>
                        <a:pt x="579000" y="739265"/>
                        <a:pt x="587227" y="723556"/>
                      </a:cubicBezTo>
                      <a:cubicBezTo>
                        <a:pt x="593211" y="712335"/>
                        <a:pt x="591715" y="698870"/>
                        <a:pt x="581992" y="689145"/>
                      </a:cubicBezTo>
                      <a:cubicBezTo>
                        <a:pt x="571521" y="677924"/>
                        <a:pt x="564042" y="686901"/>
                        <a:pt x="555066" y="692886"/>
                      </a:cubicBezTo>
                      <a:cubicBezTo>
                        <a:pt x="545343" y="699618"/>
                        <a:pt x="537116" y="695130"/>
                        <a:pt x="531881" y="685405"/>
                      </a:cubicBezTo>
                      <a:cubicBezTo>
                        <a:pt x="524401" y="671192"/>
                        <a:pt x="525149" y="656231"/>
                        <a:pt x="534124" y="642765"/>
                      </a:cubicBezTo>
                      <a:cubicBezTo>
                        <a:pt x="545343" y="626308"/>
                        <a:pt x="551327" y="607607"/>
                        <a:pt x="553571" y="587409"/>
                      </a:cubicBezTo>
                      <a:cubicBezTo>
                        <a:pt x="555066" y="576188"/>
                        <a:pt x="558806" y="565715"/>
                        <a:pt x="561050" y="555242"/>
                      </a:cubicBezTo>
                      <a:cubicBezTo>
                        <a:pt x="562546" y="545518"/>
                        <a:pt x="564789" y="535045"/>
                        <a:pt x="567033" y="520832"/>
                      </a:cubicBezTo>
                      <a:close/>
                      <a:moveTo>
                        <a:pt x="507573" y="322595"/>
                      </a:moveTo>
                      <a:cubicBezTo>
                        <a:pt x="516735" y="322782"/>
                        <a:pt x="525897" y="326336"/>
                        <a:pt x="534124" y="333068"/>
                      </a:cubicBezTo>
                      <a:cubicBezTo>
                        <a:pt x="569277" y="362243"/>
                        <a:pt x="565537" y="388425"/>
                        <a:pt x="544595" y="426576"/>
                      </a:cubicBezTo>
                      <a:cubicBezTo>
                        <a:pt x="525149" y="463979"/>
                        <a:pt x="492988" y="490161"/>
                        <a:pt x="457836" y="511855"/>
                      </a:cubicBezTo>
                      <a:cubicBezTo>
                        <a:pt x="418196" y="536541"/>
                        <a:pt x="384539" y="566463"/>
                        <a:pt x="364345" y="609103"/>
                      </a:cubicBezTo>
                      <a:cubicBezTo>
                        <a:pt x="362101" y="614339"/>
                        <a:pt x="356866" y="618828"/>
                        <a:pt x="353874" y="623316"/>
                      </a:cubicBezTo>
                      <a:cubicBezTo>
                        <a:pt x="350882" y="627804"/>
                        <a:pt x="349386" y="633041"/>
                        <a:pt x="347143" y="637529"/>
                      </a:cubicBezTo>
                      <a:cubicBezTo>
                        <a:pt x="359109" y="639773"/>
                        <a:pt x="368833" y="640521"/>
                        <a:pt x="378556" y="642765"/>
                      </a:cubicBezTo>
                      <a:cubicBezTo>
                        <a:pt x="396506" y="645758"/>
                        <a:pt x="406229" y="659971"/>
                        <a:pt x="412960" y="673436"/>
                      </a:cubicBezTo>
                      <a:cubicBezTo>
                        <a:pt x="416700" y="681665"/>
                        <a:pt x="412212" y="695130"/>
                        <a:pt x="409221" y="705603"/>
                      </a:cubicBezTo>
                      <a:cubicBezTo>
                        <a:pt x="397254" y="743754"/>
                        <a:pt x="383791" y="781157"/>
                        <a:pt x="371076" y="819308"/>
                      </a:cubicBezTo>
                      <a:cubicBezTo>
                        <a:pt x="369580" y="824544"/>
                        <a:pt x="371824" y="830529"/>
                        <a:pt x="371824" y="835765"/>
                      </a:cubicBezTo>
                      <a:cubicBezTo>
                        <a:pt x="376312" y="833521"/>
                        <a:pt x="383043" y="832025"/>
                        <a:pt x="386035" y="827536"/>
                      </a:cubicBezTo>
                      <a:cubicBezTo>
                        <a:pt x="406977" y="794622"/>
                        <a:pt x="435398" y="764699"/>
                        <a:pt x="432406" y="720564"/>
                      </a:cubicBezTo>
                      <a:cubicBezTo>
                        <a:pt x="429415" y="677924"/>
                        <a:pt x="430163" y="636033"/>
                        <a:pt x="429415" y="593393"/>
                      </a:cubicBezTo>
                      <a:cubicBezTo>
                        <a:pt x="429415" y="591149"/>
                        <a:pt x="428667" y="588905"/>
                        <a:pt x="427171" y="583669"/>
                      </a:cubicBezTo>
                      <a:cubicBezTo>
                        <a:pt x="421935" y="587409"/>
                        <a:pt x="418196" y="590401"/>
                        <a:pt x="414456" y="593393"/>
                      </a:cubicBezTo>
                      <a:cubicBezTo>
                        <a:pt x="409969" y="581424"/>
                        <a:pt x="424927" y="552250"/>
                        <a:pt x="440634" y="545518"/>
                      </a:cubicBezTo>
                      <a:cubicBezTo>
                        <a:pt x="459332" y="538037"/>
                        <a:pt x="476534" y="537289"/>
                        <a:pt x="508695" y="582921"/>
                      </a:cubicBezTo>
                      <a:cubicBezTo>
                        <a:pt x="513930" y="572448"/>
                        <a:pt x="518418" y="564219"/>
                        <a:pt x="522158" y="555242"/>
                      </a:cubicBezTo>
                      <a:cubicBezTo>
                        <a:pt x="529637" y="535793"/>
                        <a:pt x="532629" y="514847"/>
                        <a:pt x="553571" y="502878"/>
                      </a:cubicBezTo>
                      <a:cubicBezTo>
                        <a:pt x="559554" y="499138"/>
                        <a:pt x="560302" y="488665"/>
                        <a:pt x="564789" y="482680"/>
                      </a:cubicBezTo>
                      <a:cubicBezTo>
                        <a:pt x="579748" y="460987"/>
                        <a:pt x="601438" y="466223"/>
                        <a:pt x="621632" y="469215"/>
                      </a:cubicBezTo>
                      <a:cubicBezTo>
                        <a:pt x="633599" y="471460"/>
                        <a:pt x="650053" y="469963"/>
                        <a:pt x="654541" y="487169"/>
                      </a:cubicBezTo>
                      <a:cubicBezTo>
                        <a:pt x="655289" y="492405"/>
                        <a:pt x="656784" y="499886"/>
                        <a:pt x="654541" y="503626"/>
                      </a:cubicBezTo>
                      <a:cubicBezTo>
                        <a:pt x="644070" y="522328"/>
                        <a:pt x="632103" y="540281"/>
                        <a:pt x="621632" y="559731"/>
                      </a:cubicBezTo>
                      <a:cubicBezTo>
                        <a:pt x="609665" y="580676"/>
                        <a:pt x="599942" y="603118"/>
                        <a:pt x="589471" y="624812"/>
                      </a:cubicBezTo>
                      <a:cubicBezTo>
                        <a:pt x="587975" y="627056"/>
                        <a:pt x="586479" y="630048"/>
                        <a:pt x="584983" y="632293"/>
                      </a:cubicBezTo>
                      <a:cubicBezTo>
                        <a:pt x="573017" y="646506"/>
                        <a:pt x="576756" y="661467"/>
                        <a:pt x="595454" y="662215"/>
                      </a:cubicBezTo>
                      <a:cubicBezTo>
                        <a:pt x="621632" y="663711"/>
                        <a:pt x="632103" y="683161"/>
                        <a:pt x="644070" y="700366"/>
                      </a:cubicBezTo>
                      <a:cubicBezTo>
                        <a:pt x="656784" y="719068"/>
                        <a:pt x="642574" y="771432"/>
                        <a:pt x="627615" y="788637"/>
                      </a:cubicBezTo>
                      <a:cubicBezTo>
                        <a:pt x="607421" y="810331"/>
                        <a:pt x="583488" y="812575"/>
                        <a:pt x="557310" y="813323"/>
                      </a:cubicBezTo>
                      <a:cubicBezTo>
                        <a:pt x="530385" y="814819"/>
                        <a:pt x="485509" y="845490"/>
                        <a:pt x="478778" y="867932"/>
                      </a:cubicBezTo>
                      <a:cubicBezTo>
                        <a:pt x="477282" y="873916"/>
                        <a:pt x="478030" y="881397"/>
                        <a:pt x="480274" y="887381"/>
                      </a:cubicBezTo>
                      <a:cubicBezTo>
                        <a:pt x="481022" y="888877"/>
                        <a:pt x="491493" y="888129"/>
                        <a:pt x="495980" y="886633"/>
                      </a:cubicBezTo>
                      <a:cubicBezTo>
                        <a:pt x="539360" y="869428"/>
                        <a:pt x="582740" y="852222"/>
                        <a:pt x="626119" y="835017"/>
                      </a:cubicBezTo>
                      <a:cubicBezTo>
                        <a:pt x="640330" y="829781"/>
                        <a:pt x="651549" y="822300"/>
                        <a:pt x="662768" y="811827"/>
                      </a:cubicBezTo>
                      <a:cubicBezTo>
                        <a:pt x="673987" y="801354"/>
                        <a:pt x="688945" y="799858"/>
                        <a:pt x="706896" y="803599"/>
                      </a:cubicBezTo>
                      <a:cubicBezTo>
                        <a:pt x="723350" y="807339"/>
                        <a:pt x="739056" y="820056"/>
                        <a:pt x="757007" y="812575"/>
                      </a:cubicBezTo>
                      <a:cubicBezTo>
                        <a:pt x="758503" y="811827"/>
                        <a:pt x="760746" y="813323"/>
                        <a:pt x="762242" y="814071"/>
                      </a:cubicBezTo>
                      <a:cubicBezTo>
                        <a:pt x="772713" y="820804"/>
                        <a:pt x="768974" y="830529"/>
                        <a:pt x="767478" y="838757"/>
                      </a:cubicBezTo>
                      <a:cubicBezTo>
                        <a:pt x="766730" y="841750"/>
                        <a:pt x="761494" y="845490"/>
                        <a:pt x="757755" y="847734"/>
                      </a:cubicBezTo>
                      <a:cubicBezTo>
                        <a:pt x="732325" y="864191"/>
                        <a:pt x="702408" y="859703"/>
                        <a:pt x="675483" y="867184"/>
                      </a:cubicBezTo>
                      <a:cubicBezTo>
                        <a:pt x="652297" y="873168"/>
                        <a:pt x="628363" y="880649"/>
                        <a:pt x="607421" y="892618"/>
                      </a:cubicBezTo>
                      <a:cubicBezTo>
                        <a:pt x="576008" y="910571"/>
                        <a:pt x="542352" y="921792"/>
                        <a:pt x="507947" y="929273"/>
                      </a:cubicBezTo>
                      <a:cubicBezTo>
                        <a:pt x="481770" y="935257"/>
                        <a:pt x="481022" y="937501"/>
                        <a:pt x="483265" y="965180"/>
                      </a:cubicBezTo>
                      <a:cubicBezTo>
                        <a:pt x="484761" y="984629"/>
                        <a:pt x="481770" y="1005575"/>
                        <a:pt x="480274" y="1025773"/>
                      </a:cubicBezTo>
                      <a:cubicBezTo>
                        <a:pt x="477282" y="1055695"/>
                        <a:pt x="472794" y="1086365"/>
                        <a:pt x="469803" y="1117036"/>
                      </a:cubicBezTo>
                      <a:cubicBezTo>
                        <a:pt x="469055" y="1127509"/>
                        <a:pt x="473542" y="1138730"/>
                        <a:pt x="472794" y="1149203"/>
                      </a:cubicBezTo>
                      <a:cubicBezTo>
                        <a:pt x="471299" y="1193338"/>
                        <a:pt x="468307" y="1237474"/>
                        <a:pt x="465315" y="1280861"/>
                      </a:cubicBezTo>
                      <a:cubicBezTo>
                        <a:pt x="465315" y="1284602"/>
                        <a:pt x="464567" y="1288342"/>
                        <a:pt x="465315" y="1291334"/>
                      </a:cubicBezTo>
                      <a:cubicBezTo>
                        <a:pt x="468307" y="1305547"/>
                        <a:pt x="463819" y="1315272"/>
                        <a:pt x="454844" y="1326493"/>
                      </a:cubicBezTo>
                      <a:cubicBezTo>
                        <a:pt x="447365" y="1336218"/>
                        <a:pt x="445121" y="1349683"/>
                        <a:pt x="439138" y="1360904"/>
                      </a:cubicBezTo>
                      <a:cubicBezTo>
                        <a:pt x="434650" y="1370629"/>
                        <a:pt x="427919" y="1380353"/>
                        <a:pt x="421935" y="1390078"/>
                      </a:cubicBezTo>
                      <a:cubicBezTo>
                        <a:pt x="421187" y="1388582"/>
                        <a:pt x="419692" y="1387086"/>
                        <a:pt x="420439" y="1387086"/>
                      </a:cubicBezTo>
                      <a:cubicBezTo>
                        <a:pt x="425675" y="1363896"/>
                        <a:pt x="421187" y="1340706"/>
                        <a:pt x="423431" y="1317516"/>
                      </a:cubicBezTo>
                      <a:cubicBezTo>
                        <a:pt x="424927" y="1293578"/>
                        <a:pt x="424179" y="1268892"/>
                        <a:pt x="423431" y="1244954"/>
                      </a:cubicBezTo>
                      <a:cubicBezTo>
                        <a:pt x="423431" y="1220268"/>
                        <a:pt x="421187" y="1195582"/>
                        <a:pt x="421935" y="1171644"/>
                      </a:cubicBezTo>
                      <a:cubicBezTo>
                        <a:pt x="421935" y="1134989"/>
                        <a:pt x="424179" y="1099083"/>
                        <a:pt x="424927" y="1063176"/>
                      </a:cubicBezTo>
                      <a:cubicBezTo>
                        <a:pt x="424927" y="1054199"/>
                        <a:pt x="422683" y="1045222"/>
                        <a:pt x="422683" y="1036993"/>
                      </a:cubicBezTo>
                      <a:cubicBezTo>
                        <a:pt x="422683" y="1016796"/>
                        <a:pt x="422683" y="997346"/>
                        <a:pt x="422683" y="975652"/>
                      </a:cubicBezTo>
                      <a:cubicBezTo>
                        <a:pt x="416700" y="977149"/>
                        <a:pt x="412960" y="978645"/>
                        <a:pt x="409969" y="980141"/>
                      </a:cubicBezTo>
                      <a:cubicBezTo>
                        <a:pt x="371076" y="997346"/>
                        <a:pt x="340411" y="1027269"/>
                        <a:pt x="306007" y="1051207"/>
                      </a:cubicBezTo>
                      <a:cubicBezTo>
                        <a:pt x="281325" y="1068412"/>
                        <a:pt x="255148" y="1084121"/>
                        <a:pt x="230466" y="1100579"/>
                      </a:cubicBezTo>
                      <a:cubicBezTo>
                        <a:pt x="193070" y="1126013"/>
                        <a:pt x="156421" y="1152195"/>
                        <a:pt x="118276" y="1176881"/>
                      </a:cubicBezTo>
                      <a:cubicBezTo>
                        <a:pt x="101822" y="1187354"/>
                        <a:pt x="83124" y="1195582"/>
                        <a:pt x="63678" y="1203063"/>
                      </a:cubicBezTo>
                      <a:cubicBezTo>
                        <a:pt x="41988" y="1210544"/>
                        <a:pt x="28525" y="1204559"/>
                        <a:pt x="17306" y="1184361"/>
                      </a:cubicBezTo>
                      <a:cubicBezTo>
                        <a:pt x="16558" y="1182865"/>
                        <a:pt x="15810" y="1182117"/>
                        <a:pt x="14314" y="1180621"/>
                      </a:cubicBezTo>
                      <a:cubicBezTo>
                        <a:pt x="-2140" y="1159675"/>
                        <a:pt x="-8871" y="1138730"/>
                        <a:pt x="18802" y="1118532"/>
                      </a:cubicBezTo>
                      <a:cubicBezTo>
                        <a:pt x="34509" y="1125265"/>
                        <a:pt x="49467" y="1119280"/>
                        <a:pt x="67417" y="1113296"/>
                      </a:cubicBezTo>
                      <a:cubicBezTo>
                        <a:pt x="112293" y="1099831"/>
                        <a:pt x="148941" y="1073648"/>
                        <a:pt x="186338" y="1047466"/>
                      </a:cubicBezTo>
                      <a:cubicBezTo>
                        <a:pt x="207280" y="1033253"/>
                        <a:pt x="231962" y="1025773"/>
                        <a:pt x="253652" y="1013804"/>
                      </a:cubicBezTo>
                      <a:cubicBezTo>
                        <a:pt x="306007" y="984629"/>
                        <a:pt x="357614" y="955455"/>
                        <a:pt x="409221" y="925532"/>
                      </a:cubicBezTo>
                      <a:cubicBezTo>
                        <a:pt x="423431" y="917304"/>
                        <a:pt x="427171" y="903091"/>
                        <a:pt x="428667" y="887381"/>
                      </a:cubicBezTo>
                      <a:cubicBezTo>
                        <a:pt x="430163" y="865688"/>
                        <a:pt x="430910" y="843246"/>
                        <a:pt x="431658" y="820804"/>
                      </a:cubicBezTo>
                      <a:cubicBezTo>
                        <a:pt x="432406" y="817064"/>
                        <a:pt x="430910" y="813323"/>
                        <a:pt x="429415" y="806591"/>
                      </a:cubicBezTo>
                      <a:cubicBezTo>
                        <a:pt x="413708" y="822300"/>
                        <a:pt x="405481" y="839505"/>
                        <a:pt x="401741" y="857459"/>
                      </a:cubicBezTo>
                      <a:cubicBezTo>
                        <a:pt x="395758" y="883641"/>
                        <a:pt x="380799" y="904587"/>
                        <a:pt x="368085" y="927029"/>
                      </a:cubicBezTo>
                      <a:cubicBezTo>
                        <a:pt x="358362" y="944982"/>
                        <a:pt x="343403" y="955455"/>
                        <a:pt x="326949" y="964432"/>
                      </a:cubicBezTo>
                      <a:cubicBezTo>
                        <a:pt x="316478" y="969668"/>
                        <a:pt x="308250" y="972660"/>
                        <a:pt x="301519" y="960691"/>
                      </a:cubicBezTo>
                      <a:cubicBezTo>
                        <a:pt x="292544" y="944234"/>
                        <a:pt x="279829" y="929273"/>
                        <a:pt x="276090" y="911319"/>
                      </a:cubicBezTo>
                      <a:cubicBezTo>
                        <a:pt x="272350" y="898602"/>
                        <a:pt x="279081" y="882893"/>
                        <a:pt x="282821" y="868680"/>
                      </a:cubicBezTo>
                      <a:cubicBezTo>
                        <a:pt x="297779" y="820056"/>
                        <a:pt x="313486" y="772180"/>
                        <a:pt x="329192" y="723556"/>
                      </a:cubicBezTo>
                      <a:cubicBezTo>
                        <a:pt x="333680" y="710091"/>
                        <a:pt x="337420" y="696626"/>
                        <a:pt x="322461" y="686153"/>
                      </a:cubicBezTo>
                      <a:cubicBezTo>
                        <a:pt x="318721" y="683909"/>
                        <a:pt x="317973" y="674932"/>
                        <a:pt x="319469" y="669696"/>
                      </a:cubicBezTo>
                      <a:cubicBezTo>
                        <a:pt x="325453" y="631545"/>
                        <a:pt x="340411" y="597134"/>
                        <a:pt x="366589" y="567211"/>
                      </a:cubicBezTo>
                      <a:cubicBezTo>
                        <a:pt x="391270" y="538037"/>
                        <a:pt x="413708" y="507366"/>
                        <a:pt x="436894" y="476696"/>
                      </a:cubicBezTo>
                      <a:cubicBezTo>
                        <a:pt x="439138" y="474452"/>
                        <a:pt x="439886" y="471460"/>
                        <a:pt x="438390" y="466971"/>
                      </a:cubicBezTo>
                      <a:cubicBezTo>
                        <a:pt x="433902" y="469963"/>
                        <a:pt x="428667" y="472208"/>
                        <a:pt x="425675" y="476696"/>
                      </a:cubicBezTo>
                      <a:cubicBezTo>
                        <a:pt x="403237" y="508863"/>
                        <a:pt x="369580" y="529808"/>
                        <a:pt x="341159" y="556738"/>
                      </a:cubicBezTo>
                      <a:cubicBezTo>
                        <a:pt x="314982" y="582173"/>
                        <a:pt x="292544" y="610599"/>
                        <a:pt x="267114" y="636033"/>
                      </a:cubicBezTo>
                      <a:cubicBezTo>
                        <a:pt x="259635" y="643514"/>
                        <a:pt x="247668" y="648002"/>
                        <a:pt x="237197" y="650994"/>
                      </a:cubicBezTo>
                      <a:cubicBezTo>
                        <a:pt x="230466" y="653238"/>
                        <a:pt x="222239" y="650994"/>
                        <a:pt x="214759" y="652490"/>
                      </a:cubicBezTo>
                      <a:cubicBezTo>
                        <a:pt x="190077" y="656979"/>
                        <a:pt x="178859" y="642017"/>
                        <a:pt x="173623" y="620324"/>
                      </a:cubicBezTo>
                      <a:cubicBezTo>
                        <a:pt x="166892" y="592645"/>
                        <a:pt x="171379" y="567959"/>
                        <a:pt x="198305" y="551502"/>
                      </a:cubicBezTo>
                      <a:cubicBezTo>
                        <a:pt x="205036" y="547014"/>
                        <a:pt x="210272" y="540281"/>
                        <a:pt x="216255" y="534297"/>
                      </a:cubicBezTo>
                      <a:cubicBezTo>
                        <a:pt x="217003" y="535793"/>
                        <a:pt x="217003" y="537289"/>
                        <a:pt x="217003" y="538037"/>
                      </a:cubicBezTo>
                      <a:cubicBezTo>
                        <a:pt x="221491" y="538785"/>
                        <a:pt x="227474" y="541029"/>
                        <a:pt x="230466" y="539533"/>
                      </a:cubicBezTo>
                      <a:cubicBezTo>
                        <a:pt x="246172" y="531304"/>
                        <a:pt x="262627" y="523076"/>
                        <a:pt x="275342" y="511855"/>
                      </a:cubicBezTo>
                      <a:cubicBezTo>
                        <a:pt x="308250" y="483428"/>
                        <a:pt x="339663" y="453506"/>
                        <a:pt x="371824" y="425080"/>
                      </a:cubicBezTo>
                      <a:cubicBezTo>
                        <a:pt x="380051" y="418347"/>
                        <a:pt x="390522" y="413859"/>
                        <a:pt x="398002" y="407126"/>
                      </a:cubicBezTo>
                      <a:cubicBezTo>
                        <a:pt x="415952" y="391417"/>
                        <a:pt x="433154" y="375708"/>
                        <a:pt x="450357" y="360747"/>
                      </a:cubicBezTo>
                      <a:cubicBezTo>
                        <a:pt x="460828" y="351022"/>
                        <a:pt x="470551" y="341297"/>
                        <a:pt x="481022" y="332320"/>
                      </a:cubicBezTo>
                      <a:cubicBezTo>
                        <a:pt x="489249" y="325588"/>
                        <a:pt x="498411" y="322408"/>
                        <a:pt x="507573" y="322595"/>
                      </a:cubicBezTo>
                      <a:close/>
                      <a:moveTo>
                        <a:pt x="333338" y="182879"/>
                      </a:moveTo>
                      <a:cubicBezTo>
                        <a:pt x="320623" y="208271"/>
                        <a:pt x="334086" y="226195"/>
                        <a:pt x="349794" y="241878"/>
                      </a:cubicBezTo>
                      <a:cubicBezTo>
                        <a:pt x="360265" y="253827"/>
                        <a:pt x="366997" y="281460"/>
                        <a:pt x="361013" y="297143"/>
                      </a:cubicBezTo>
                      <a:cubicBezTo>
                        <a:pt x="358770" y="303864"/>
                        <a:pt x="359517" y="312079"/>
                        <a:pt x="356526" y="318054"/>
                      </a:cubicBezTo>
                      <a:cubicBezTo>
                        <a:pt x="349046" y="335231"/>
                        <a:pt x="334086" y="342699"/>
                        <a:pt x="316883" y="346433"/>
                      </a:cubicBezTo>
                      <a:cubicBezTo>
                        <a:pt x="304167" y="348674"/>
                        <a:pt x="290704" y="347927"/>
                        <a:pt x="277240" y="349420"/>
                      </a:cubicBezTo>
                      <a:cubicBezTo>
                        <a:pt x="250313" y="350914"/>
                        <a:pt x="206931" y="321041"/>
                        <a:pt x="200947" y="294156"/>
                      </a:cubicBezTo>
                      <a:cubicBezTo>
                        <a:pt x="196459" y="273245"/>
                        <a:pt x="192719" y="251587"/>
                        <a:pt x="191971" y="229929"/>
                      </a:cubicBezTo>
                      <a:cubicBezTo>
                        <a:pt x="191223" y="209765"/>
                        <a:pt x="197207" y="205284"/>
                        <a:pt x="216654" y="201550"/>
                      </a:cubicBezTo>
                      <a:cubicBezTo>
                        <a:pt x="236102" y="198562"/>
                        <a:pt x="254801" y="196322"/>
                        <a:pt x="274248" y="193335"/>
                      </a:cubicBezTo>
                      <a:cubicBezTo>
                        <a:pt x="275744" y="192588"/>
                        <a:pt x="277988" y="192588"/>
                        <a:pt x="279484" y="193335"/>
                      </a:cubicBezTo>
                      <a:cubicBezTo>
                        <a:pt x="300428" y="203790"/>
                        <a:pt x="316883" y="196322"/>
                        <a:pt x="333338" y="182879"/>
                      </a:cubicBezTo>
                      <a:close/>
                      <a:moveTo>
                        <a:pt x="632915" y="144"/>
                      </a:moveTo>
                      <a:cubicBezTo>
                        <a:pt x="668132" y="-2843"/>
                        <a:pt x="696605" y="41211"/>
                        <a:pt x="700352" y="67345"/>
                      </a:cubicBezTo>
                      <a:cubicBezTo>
                        <a:pt x="703349" y="87505"/>
                        <a:pt x="708594" y="109159"/>
                        <a:pt x="691360" y="126332"/>
                      </a:cubicBezTo>
                      <a:cubicBezTo>
                        <a:pt x="685366" y="133052"/>
                        <a:pt x="677124" y="137532"/>
                        <a:pt x="670380" y="143506"/>
                      </a:cubicBezTo>
                      <a:cubicBezTo>
                        <a:pt x="656143" y="156199"/>
                        <a:pt x="641907" y="169640"/>
                        <a:pt x="628419" y="183080"/>
                      </a:cubicBezTo>
                      <a:cubicBezTo>
                        <a:pt x="596199" y="215187"/>
                        <a:pt x="563980" y="247294"/>
                        <a:pt x="533258" y="280895"/>
                      </a:cubicBezTo>
                      <a:cubicBezTo>
                        <a:pt x="514526" y="301802"/>
                        <a:pt x="491298" y="312255"/>
                        <a:pt x="466571" y="323456"/>
                      </a:cubicBezTo>
                      <a:cubicBezTo>
                        <a:pt x="444841" y="332416"/>
                        <a:pt x="425359" y="348843"/>
                        <a:pt x="406627" y="363776"/>
                      </a:cubicBezTo>
                      <a:cubicBezTo>
                        <a:pt x="369162" y="392897"/>
                        <a:pt x="332446" y="422017"/>
                        <a:pt x="294981" y="451884"/>
                      </a:cubicBezTo>
                      <a:cubicBezTo>
                        <a:pt x="290486" y="455618"/>
                        <a:pt x="286739" y="460098"/>
                        <a:pt x="282243" y="463831"/>
                      </a:cubicBezTo>
                      <a:cubicBezTo>
                        <a:pt x="275500" y="469805"/>
                        <a:pt x="268007" y="475031"/>
                        <a:pt x="261263" y="480258"/>
                      </a:cubicBezTo>
                      <a:cubicBezTo>
                        <a:pt x="260514" y="479511"/>
                        <a:pt x="260514" y="478765"/>
                        <a:pt x="259764" y="477271"/>
                      </a:cubicBezTo>
                      <a:cubicBezTo>
                        <a:pt x="287488" y="448898"/>
                        <a:pt x="315962" y="421271"/>
                        <a:pt x="342936" y="392150"/>
                      </a:cubicBezTo>
                      <a:cubicBezTo>
                        <a:pt x="366165" y="366763"/>
                        <a:pt x="386396" y="339136"/>
                        <a:pt x="408875" y="313002"/>
                      </a:cubicBezTo>
                      <a:cubicBezTo>
                        <a:pt x="432103" y="285375"/>
                        <a:pt x="458328" y="259241"/>
                        <a:pt x="480807" y="230121"/>
                      </a:cubicBezTo>
                      <a:cubicBezTo>
                        <a:pt x="514526" y="187560"/>
                        <a:pt x="550492" y="145746"/>
                        <a:pt x="572971" y="95718"/>
                      </a:cubicBezTo>
                      <a:cubicBezTo>
                        <a:pt x="576718" y="88252"/>
                        <a:pt x="573720" y="77798"/>
                        <a:pt x="572971" y="69585"/>
                      </a:cubicBezTo>
                      <a:cubicBezTo>
                        <a:pt x="571473" y="54651"/>
                        <a:pt x="567726" y="39718"/>
                        <a:pt x="567726" y="25531"/>
                      </a:cubicBezTo>
                      <a:cubicBezTo>
                        <a:pt x="567726" y="20304"/>
                        <a:pt x="573720" y="11344"/>
                        <a:pt x="578966" y="9850"/>
                      </a:cubicBezTo>
                      <a:cubicBezTo>
                        <a:pt x="596949" y="5370"/>
                        <a:pt x="614932" y="1637"/>
                        <a:pt x="632915" y="1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0" name="ï$ľïḑé"/>
                <p:cNvSpPr/>
                <p:nvPr/>
              </p:nvSpPr>
              <p:spPr bwMode="auto">
                <a:xfrm>
                  <a:off x="8473073" y="2930801"/>
                  <a:ext cx="544745" cy="569028"/>
                </a:xfrm>
                <a:custGeom>
                  <a:avLst/>
                  <a:gdLst>
                    <a:gd name="connsiteX0" fmla="*/ 245261 w 544745"/>
                    <a:gd name="connsiteY0" fmla="*/ 326568 h 569028"/>
                    <a:gd name="connsiteX1" fmla="*/ 283446 w 544745"/>
                    <a:gd name="connsiteY1" fmla="*/ 363192 h 569028"/>
                    <a:gd name="connsiteX2" fmla="*/ 456397 w 544745"/>
                    <a:gd name="connsiteY2" fmla="*/ 476800 h 569028"/>
                    <a:gd name="connsiteX3" fmla="*/ 524530 w 544745"/>
                    <a:gd name="connsiteY3" fmla="*/ 505950 h 569028"/>
                    <a:gd name="connsiteX4" fmla="*/ 544745 w 544745"/>
                    <a:gd name="connsiteY4" fmla="*/ 510435 h 569028"/>
                    <a:gd name="connsiteX5" fmla="*/ 503566 w 544745"/>
                    <a:gd name="connsiteY5" fmla="*/ 546311 h 569028"/>
                    <a:gd name="connsiteX6" fmla="*/ 433936 w 544745"/>
                    <a:gd name="connsiteY6" fmla="*/ 562754 h 569028"/>
                    <a:gd name="connsiteX7" fmla="*/ 398747 w 544745"/>
                    <a:gd name="connsiteY7" fmla="*/ 556027 h 569028"/>
                    <a:gd name="connsiteX8" fmla="*/ 326871 w 544745"/>
                    <a:gd name="connsiteY8" fmla="*/ 470821 h 569028"/>
                    <a:gd name="connsiteX9" fmla="*/ 292430 w 544745"/>
                    <a:gd name="connsiteY9" fmla="*/ 429713 h 569028"/>
                    <a:gd name="connsiteX10" fmla="*/ 240020 w 544745"/>
                    <a:gd name="connsiteY10" fmla="*/ 346749 h 569028"/>
                    <a:gd name="connsiteX11" fmla="*/ 240020 w 544745"/>
                    <a:gd name="connsiteY11" fmla="*/ 329558 h 569028"/>
                    <a:gd name="connsiteX12" fmla="*/ 245261 w 544745"/>
                    <a:gd name="connsiteY12" fmla="*/ 326568 h 569028"/>
                    <a:gd name="connsiteX13" fmla="*/ 223188 w 544745"/>
                    <a:gd name="connsiteY13" fmla="*/ 139 h 569028"/>
                    <a:gd name="connsiteX14" fmla="*/ 245847 w 544745"/>
                    <a:gd name="connsiteY14" fmla="*/ 10986 h 569028"/>
                    <a:gd name="connsiteX15" fmla="*/ 255584 w 544745"/>
                    <a:gd name="connsiteY15" fmla="*/ 45396 h 569028"/>
                    <a:gd name="connsiteX16" fmla="*/ 236858 w 544745"/>
                    <a:gd name="connsiteY16" fmla="*/ 117208 h 569028"/>
                    <a:gd name="connsiteX17" fmla="*/ 236858 w 544745"/>
                    <a:gd name="connsiteY17" fmla="*/ 129925 h 569028"/>
                    <a:gd name="connsiteX18" fmla="*/ 240603 w 544745"/>
                    <a:gd name="connsiteY18" fmla="*/ 132917 h 569028"/>
                    <a:gd name="connsiteX19" fmla="*/ 267568 w 544745"/>
                    <a:gd name="connsiteY19" fmla="*/ 108232 h 569028"/>
                    <a:gd name="connsiteX20" fmla="*/ 297529 w 544745"/>
                    <a:gd name="connsiteY20" fmla="*/ 96263 h 569028"/>
                    <a:gd name="connsiteX21" fmla="*/ 334232 w 544745"/>
                    <a:gd name="connsiteY21" fmla="*/ 101499 h 569028"/>
                    <a:gd name="connsiteX22" fmla="*/ 353707 w 544745"/>
                    <a:gd name="connsiteY22" fmla="*/ 156107 h 569028"/>
                    <a:gd name="connsiteX23" fmla="*/ 306518 w 544745"/>
                    <a:gd name="connsiteY23" fmla="*/ 197997 h 569028"/>
                    <a:gd name="connsiteX24" fmla="*/ 278804 w 544745"/>
                    <a:gd name="connsiteY24" fmla="*/ 215202 h 569028"/>
                    <a:gd name="connsiteX25" fmla="*/ 249592 w 544745"/>
                    <a:gd name="connsiteY25" fmla="*/ 234651 h 569028"/>
                    <a:gd name="connsiteX26" fmla="*/ 218132 w 544745"/>
                    <a:gd name="connsiteY26" fmla="*/ 290755 h 569028"/>
                    <a:gd name="connsiteX27" fmla="*/ 126002 w 544745"/>
                    <a:gd name="connsiteY27" fmla="*/ 470286 h 569028"/>
                    <a:gd name="connsiteX28" fmla="*/ 87052 w 544745"/>
                    <a:gd name="connsiteY28" fmla="*/ 524893 h 569028"/>
                    <a:gd name="connsiteX29" fmla="*/ 37617 w 544745"/>
                    <a:gd name="connsiteY29" fmla="*/ 568280 h 569028"/>
                    <a:gd name="connsiteX30" fmla="*/ 12899 w 544745"/>
                    <a:gd name="connsiteY30" fmla="*/ 566036 h 569028"/>
                    <a:gd name="connsiteX31" fmla="*/ 6157 w 544745"/>
                    <a:gd name="connsiteY31" fmla="*/ 537610 h 569028"/>
                    <a:gd name="connsiteX32" fmla="*/ 40613 w 544745"/>
                    <a:gd name="connsiteY32" fmla="*/ 486743 h 569028"/>
                    <a:gd name="connsiteX33" fmla="*/ 45856 w 544745"/>
                    <a:gd name="connsiteY33" fmla="*/ 494972 h 569028"/>
                    <a:gd name="connsiteX34" fmla="*/ 73570 w 544745"/>
                    <a:gd name="connsiteY34" fmla="*/ 493475 h 569028"/>
                    <a:gd name="connsiteX35" fmla="*/ 111021 w 544745"/>
                    <a:gd name="connsiteY35" fmla="*/ 430640 h 569028"/>
                    <a:gd name="connsiteX36" fmla="*/ 164951 w 544745"/>
                    <a:gd name="connsiteY36" fmla="*/ 264573 h 569028"/>
                    <a:gd name="connsiteX37" fmla="*/ 132743 w 544745"/>
                    <a:gd name="connsiteY37" fmla="*/ 264573 h 569028"/>
                    <a:gd name="connsiteX38" fmla="*/ 114767 w 544745"/>
                    <a:gd name="connsiteY38" fmla="*/ 254101 h 569028"/>
                    <a:gd name="connsiteX39" fmla="*/ 106527 w 544745"/>
                    <a:gd name="connsiteY39" fmla="*/ 236896 h 569028"/>
                    <a:gd name="connsiteX40" fmla="*/ 110272 w 544745"/>
                    <a:gd name="connsiteY40" fmla="*/ 207722 h 569028"/>
                    <a:gd name="connsiteX41" fmla="*/ 117763 w 544745"/>
                    <a:gd name="connsiteY41" fmla="*/ 197249 h 569028"/>
                    <a:gd name="connsiteX42" fmla="*/ 132743 w 544745"/>
                    <a:gd name="connsiteY42" fmla="*/ 190517 h 569028"/>
                    <a:gd name="connsiteX43" fmla="*/ 182179 w 544745"/>
                    <a:gd name="connsiteY43" fmla="*/ 153114 h 569028"/>
                    <a:gd name="connsiteX44" fmla="*/ 179183 w 544745"/>
                    <a:gd name="connsiteY44" fmla="*/ 55120 h 569028"/>
                    <a:gd name="connsiteX45" fmla="*/ 179932 w 544745"/>
                    <a:gd name="connsiteY45" fmla="*/ 46892 h 569028"/>
                    <a:gd name="connsiteX46" fmla="*/ 206148 w 544745"/>
                    <a:gd name="connsiteY46" fmla="*/ 7246 h 569028"/>
                    <a:gd name="connsiteX47" fmla="*/ 223188 w 544745"/>
                    <a:gd name="connsiteY47" fmla="*/ 139 h 569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</a:cxnLst>
                  <a:rect l="l" t="t" r="r" b="b"/>
                  <a:pathLst>
                    <a:path w="544745" h="569028">
                      <a:moveTo>
                        <a:pt x="245261" y="326568"/>
                      </a:moveTo>
                      <a:cubicBezTo>
                        <a:pt x="257989" y="338527"/>
                        <a:pt x="272215" y="349738"/>
                        <a:pt x="283446" y="363192"/>
                      </a:cubicBezTo>
                      <a:cubicBezTo>
                        <a:pt x="330614" y="417754"/>
                        <a:pt x="388265" y="453630"/>
                        <a:pt x="456397" y="476800"/>
                      </a:cubicBezTo>
                      <a:cubicBezTo>
                        <a:pt x="479607" y="485022"/>
                        <a:pt x="502069" y="496234"/>
                        <a:pt x="524530" y="505950"/>
                      </a:cubicBezTo>
                      <a:cubicBezTo>
                        <a:pt x="531268" y="508192"/>
                        <a:pt x="538007" y="508940"/>
                        <a:pt x="544745" y="510435"/>
                      </a:cubicBezTo>
                      <a:cubicBezTo>
                        <a:pt x="538755" y="530615"/>
                        <a:pt x="524530" y="541826"/>
                        <a:pt x="503566" y="546311"/>
                      </a:cubicBezTo>
                      <a:cubicBezTo>
                        <a:pt x="480356" y="550795"/>
                        <a:pt x="457146" y="559017"/>
                        <a:pt x="433936" y="562754"/>
                      </a:cubicBezTo>
                      <a:cubicBezTo>
                        <a:pt x="422705" y="564249"/>
                        <a:pt x="410726" y="562754"/>
                        <a:pt x="398747" y="556027"/>
                      </a:cubicBezTo>
                      <a:cubicBezTo>
                        <a:pt x="364306" y="535847"/>
                        <a:pt x="347835" y="501465"/>
                        <a:pt x="326871" y="470821"/>
                      </a:cubicBezTo>
                      <a:cubicBezTo>
                        <a:pt x="316389" y="455873"/>
                        <a:pt x="305158" y="442419"/>
                        <a:pt x="292430" y="429713"/>
                      </a:cubicBezTo>
                      <a:cubicBezTo>
                        <a:pt x="268471" y="405795"/>
                        <a:pt x="249754" y="379635"/>
                        <a:pt x="240020" y="346749"/>
                      </a:cubicBezTo>
                      <a:cubicBezTo>
                        <a:pt x="238523" y="341517"/>
                        <a:pt x="240020" y="335537"/>
                        <a:pt x="240020" y="329558"/>
                      </a:cubicBezTo>
                      <a:cubicBezTo>
                        <a:pt x="241518" y="328810"/>
                        <a:pt x="243764" y="327316"/>
                        <a:pt x="245261" y="326568"/>
                      </a:cubicBezTo>
                      <a:close/>
                      <a:moveTo>
                        <a:pt x="223188" y="139"/>
                      </a:moveTo>
                      <a:cubicBezTo>
                        <a:pt x="229555" y="887"/>
                        <a:pt x="236859" y="4628"/>
                        <a:pt x="245847" y="10986"/>
                      </a:cubicBezTo>
                      <a:cubicBezTo>
                        <a:pt x="256333" y="18466"/>
                        <a:pt x="259329" y="31931"/>
                        <a:pt x="255584" y="45396"/>
                      </a:cubicBezTo>
                      <a:cubicBezTo>
                        <a:pt x="248843" y="69333"/>
                        <a:pt x="242850" y="93271"/>
                        <a:pt x="236858" y="117208"/>
                      </a:cubicBezTo>
                      <a:cubicBezTo>
                        <a:pt x="236109" y="120948"/>
                        <a:pt x="236858" y="126185"/>
                        <a:pt x="236858" y="129925"/>
                      </a:cubicBezTo>
                      <a:cubicBezTo>
                        <a:pt x="237607" y="131421"/>
                        <a:pt x="239105" y="132169"/>
                        <a:pt x="240603" y="132917"/>
                      </a:cubicBezTo>
                      <a:cubicBezTo>
                        <a:pt x="249592" y="124689"/>
                        <a:pt x="260078" y="117956"/>
                        <a:pt x="267568" y="108232"/>
                      </a:cubicBezTo>
                      <a:cubicBezTo>
                        <a:pt x="275808" y="97759"/>
                        <a:pt x="284796" y="94019"/>
                        <a:pt x="297529" y="96263"/>
                      </a:cubicBezTo>
                      <a:cubicBezTo>
                        <a:pt x="309514" y="97759"/>
                        <a:pt x="322247" y="97759"/>
                        <a:pt x="334232" y="101499"/>
                      </a:cubicBezTo>
                      <a:cubicBezTo>
                        <a:pt x="354456" y="107484"/>
                        <a:pt x="363444" y="135161"/>
                        <a:pt x="353707" y="156107"/>
                      </a:cubicBezTo>
                      <a:cubicBezTo>
                        <a:pt x="344718" y="177800"/>
                        <a:pt x="322247" y="184532"/>
                        <a:pt x="306518" y="197997"/>
                      </a:cubicBezTo>
                      <a:cubicBezTo>
                        <a:pt x="298279" y="204730"/>
                        <a:pt x="288541" y="209218"/>
                        <a:pt x="278804" y="215202"/>
                      </a:cubicBezTo>
                      <a:cubicBezTo>
                        <a:pt x="269066" y="221187"/>
                        <a:pt x="260078" y="228667"/>
                        <a:pt x="249592" y="234651"/>
                      </a:cubicBezTo>
                      <a:cubicBezTo>
                        <a:pt x="227121" y="247368"/>
                        <a:pt x="224125" y="269062"/>
                        <a:pt x="218132" y="290755"/>
                      </a:cubicBezTo>
                      <a:cubicBezTo>
                        <a:pt x="201654" y="358079"/>
                        <a:pt x="170195" y="417175"/>
                        <a:pt x="126002" y="470286"/>
                      </a:cubicBezTo>
                      <a:cubicBezTo>
                        <a:pt x="111770" y="487491"/>
                        <a:pt x="99786" y="506940"/>
                        <a:pt x="87052" y="524893"/>
                      </a:cubicBezTo>
                      <a:cubicBezTo>
                        <a:pt x="74319" y="544343"/>
                        <a:pt x="63084" y="564540"/>
                        <a:pt x="37617" y="568280"/>
                      </a:cubicBezTo>
                      <a:cubicBezTo>
                        <a:pt x="29377" y="569776"/>
                        <a:pt x="20389" y="569028"/>
                        <a:pt x="12899" y="566036"/>
                      </a:cubicBezTo>
                      <a:cubicBezTo>
                        <a:pt x="-2082" y="560800"/>
                        <a:pt x="-3580" y="549579"/>
                        <a:pt x="6157" y="537610"/>
                      </a:cubicBezTo>
                      <a:cubicBezTo>
                        <a:pt x="17393" y="521901"/>
                        <a:pt x="27879" y="505444"/>
                        <a:pt x="40613" y="486743"/>
                      </a:cubicBezTo>
                      <a:cubicBezTo>
                        <a:pt x="42860" y="489735"/>
                        <a:pt x="43609" y="492727"/>
                        <a:pt x="45856" y="494972"/>
                      </a:cubicBezTo>
                      <a:cubicBezTo>
                        <a:pt x="56342" y="506192"/>
                        <a:pt x="65331" y="506192"/>
                        <a:pt x="73570" y="493475"/>
                      </a:cubicBezTo>
                      <a:cubicBezTo>
                        <a:pt x="87052" y="473278"/>
                        <a:pt x="99786" y="452333"/>
                        <a:pt x="111021" y="430640"/>
                      </a:cubicBezTo>
                      <a:cubicBezTo>
                        <a:pt x="137237" y="379025"/>
                        <a:pt x="151469" y="322173"/>
                        <a:pt x="164951" y="264573"/>
                      </a:cubicBezTo>
                      <a:cubicBezTo>
                        <a:pt x="153716" y="264573"/>
                        <a:pt x="143230" y="263825"/>
                        <a:pt x="132743" y="264573"/>
                      </a:cubicBezTo>
                      <a:cubicBezTo>
                        <a:pt x="123755" y="265321"/>
                        <a:pt x="118512" y="262329"/>
                        <a:pt x="114767" y="254101"/>
                      </a:cubicBezTo>
                      <a:cubicBezTo>
                        <a:pt x="112519" y="248116"/>
                        <a:pt x="110272" y="242132"/>
                        <a:pt x="106527" y="236896"/>
                      </a:cubicBezTo>
                      <a:cubicBezTo>
                        <a:pt x="97539" y="225675"/>
                        <a:pt x="97539" y="216698"/>
                        <a:pt x="110272" y="207722"/>
                      </a:cubicBezTo>
                      <a:cubicBezTo>
                        <a:pt x="114017" y="205478"/>
                        <a:pt x="114767" y="200241"/>
                        <a:pt x="117763" y="197249"/>
                      </a:cubicBezTo>
                      <a:cubicBezTo>
                        <a:pt x="122257" y="194257"/>
                        <a:pt x="128249" y="190517"/>
                        <a:pt x="132743" y="190517"/>
                      </a:cubicBezTo>
                      <a:cubicBezTo>
                        <a:pt x="157461" y="192761"/>
                        <a:pt x="176187" y="177052"/>
                        <a:pt x="182179" y="153114"/>
                      </a:cubicBezTo>
                      <a:cubicBezTo>
                        <a:pt x="191167" y="120200"/>
                        <a:pt x="191167" y="87286"/>
                        <a:pt x="179183" y="55120"/>
                      </a:cubicBezTo>
                      <a:cubicBezTo>
                        <a:pt x="178434" y="52876"/>
                        <a:pt x="178434" y="48388"/>
                        <a:pt x="179932" y="46892"/>
                      </a:cubicBezTo>
                      <a:cubicBezTo>
                        <a:pt x="188171" y="33427"/>
                        <a:pt x="195662" y="18466"/>
                        <a:pt x="206148" y="7246"/>
                      </a:cubicBezTo>
                      <a:cubicBezTo>
                        <a:pt x="211391" y="1635"/>
                        <a:pt x="216822" y="-609"/>
                        <a:pt x="223188" y="13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1" name="ïṩľíďe"/>
                <p:cNvSpPr/>
                <p:nvPr/>
              </p:nvSpPr>
              <p:spPr bwMode="auto">
                <a:xfrm>
                  <a:off x="6439808" y="2824242"/>
                  <a:ext cx="728115" cy="922860"/>
                </a:xfrm>
                <a:custGeom>
                  <a:avLst/>
                  <a:gdLst>
                    <a:gd name="connsiteX0" fmla="*/ 299408 w 728115"/>
                    <a:gd name="connsiteY0" fmla="*/ 385230 h 922860"/>
                    <a:gd name="connsiteX1" fmla="*/ 335404 w 728115"/>
                    <a:gd name="connsiteY1" fmla="*/ 442576 h 922860"/>
                    <a:gd name="connsiteX2" fmla="*/ 320406 w 728115"/>
                    <a:gd name="connsiteY2" fmla="*/ 473111 h 922860"/>
                    <a:gd name="connsiteX3" fmla="*/ 327905 w 728115"/>
                    <a:gd name="connsiteY3" fmla="*/ 506625 h 922860"/>
                    <a:gd name="connsiteX4" fmla="*/ 330904 w 728115"/>
                    <a:gd name="connsiteY4" fmla="*/ 575142 h 922860"/>
                    <a:gd name="connsiteX5" fmla="*/ 291158 w 728115"/>
                    <a:gd name="connsiteY5" fmla="*/ 587803 h 922860"/>
                    <a:gd name="connsiteX6" fmla="*/ 262661 w 728115"/>
                    <a:gd name="connsiteY6" fmla="*/ 596740 h 922860"/>
                    <a:gd name="connsiteX7" fmla="*/ 249163 w 728115"/>
                    <a:gd name="connsiteY7" fmla="*/ 542373 h 922860"/>
                    <a:gd name="connsiteX8" fmla="*/ 246913 w 728115"/>
                    <a:gd name="connsiteY8" fmla="*/ 489495 h 922860"/>
                    <a:gd name="connsiteX9" fmla="*/ 237164 w 728115"/>
                    <a:gd name="connsiteY9" fmla="*/ 438852 h 922860"/>
                    <a:gd name="connsiteX10" fmla="*/ 224415 w 728115"/>
                    <a:gd name="connsiteY10" fmla="*/ 416510 h 922860"/>
                    <a:gd name="connsiteX11" fmla="*/ 255162 w 728115"/>
                    <a:gd name="connsiteY11" fmla="*/ 410552 h 922860"/>
                    <a:gd name="connsiteX12" fmla="*/ 299408 w 728115"/>
                    <a:gd name="connsiteY12" fmla="*/ 385230 h 922860"/>
                    <a:gd name="connsiteX13" fmla="*/ 609302 w 728115"/>
                    <a:gd name="connsiteY13" fmla="*/ 277548 h 922860"/>
                    <a:gd name="connsiteX14" fmla="*/ 580836 w 728115"/>
                    <a:gd name="connsiteY14" fmla="*/ 311197 h 922860"/>
                    <a:gd name="connsiteX15" fmla="*/ 578588 w 728115"/>
                    <a:gd name="connsiteY15" fmla="*/ 354567 h 922860"/>
                    <a:gd name="connsiteX16" fmla="*/ 577839 w 728115"/>
                    <a:gd name="connsiteY16" fmla="*/ 436072 h 922860"/>
                    <a:gd name="connsiteX17" fmla="*/ 589076 w 728115"/>
                    <a:gd name="connsiteY17" fmla="*/ 428595 h 922860"/>
                    <a:gd name="connsiteX18" fmla="*/ 631027 w 728115"/>
                    <a:gd name="connsiteY18" fmla="*/ 355315 h 922860"/>
                    <a:gd name="connsiteX19" fmla="*/ 638518 w 728115"/>
                    <a:gd name="connsiteY19" fmla="*/ 296990 h 922860"/>
                    <a:gd name="connsiteX20" fmla="*/ 609302 w 728115"/>
                    <a:gd name="connsiteY20" fmla="*/ 277548 h 922860"/>
                    <a:gd name="connsiteX21" fmla="*/ 516412 w 728115"/>
                    <a:gd name="connsiteY21" fmla="*/ 203521 h 922860"/>
                    <a:gd name="connsiteX22" fmla="*/ 493938 w 728115"/>
                    <a:gd name="connsiteY22" fmla="*/ 245395 h 922860"/>
                    <a:gd name="connsiteX23" fmla="*/ 477458 w 728115"/>
                    <a:gd name="connsiteY23" fmla="*/ 337369 h 922860"/>
                    <a:gd name="connsiteX24" fmla="*/ 475210 w 728115"/>
                    <a:gd name="connsiteY24" fmla="*/ 349333 h 922860"/>
                    <a:gd name="connsiteX25" fmla="*/ 517910 w 728115"/>
                    <a:gd name="connsiteY25" fmla="*/ 311945 h 922860"/>
                    <a:gd name="connsiteX26" fmla="*/ 520906 w 728115"/>
                    <a:gd name="connsiteY26" fmla="*/ 299233 h 922860"/>
                    <a:gd name="connsiteX27" fmla="*/ 520906 w 728115"/>
                    <a:gd name="connsiteY27" fmla="*/ 232683 h 922860"/>
                    <a:gd name="connsiteX28" fmla="*/ 516412 w 728115"/>
                    <a:gd name="connsiteY28" fmla="*/ 203521 h 922860"/>
                    <a:gd name="connsiteX29" fmla="*/ 261331 w 728115"/>
                    <a:gd name="connsiteY29" fmla="*/ 202496 h 922860"/>
                    <a:gd name="connsiteX30" fmla="*/ 301839 w 728115"/>
                    <a:gd name="connsiteY30" fmla="*/ 209962 h 922860"/>
                    <a:gd name="connsiteX31" fmla="*/ 320593 w 728115"/>
                    <a:gd name="connsiteY31" fmla="*/ 245050 h 922860"/>
                    <a:gd name="connsiteX32" fmla="*/ 317593 w 728115"/>
                    <a:gd name="connsiteY32" fmla="*/ 336131 h 922860"/>
                    <a:gd name="connsiteX33" fmla="*/ 301839 w 728115"/>
                    <a:gd name="connsiteY33" fmla="*/ 357782 h 922860"/>
                    <a:gd name="connsiteX34" fmla="*/ 296588 w 728115"/>
                    <a:gd name="connsiteY34" fmla="*/ 360768 h 922860"/>
                    <a:gd name="connsiteX35" fmla="*/ 273333 w 728115"/>
                    <a:gd name="connsiteY35" fmla="*/ 370474 h 922860"/>
                    <a:gd name="connsiteX36" fmla="*/ 232075 w 728115"/>
                    <a:gd name="connsiteY36" fmla="*/ 347330 h 922860"/>
                    <a:gd name="connsiteX37" fmla="*/ 232075 w 728115"/>
                    <a:gd name="connsiteY37" fmla="*/ 324186 h 922860"/>
                    <a:gd name="connsiteX38" fmla="*/ 244077 w 728115"/>
                    <a:gd name="connsiteY38" fmla="*/ 283125 h 922860"/>
                    <a:gd name="connsiteX39" fmla="*/ 222323 w 728115"/>
                    <a:gd name="connsiteY39" fmla="*/ 267447 h 922860"/>
                    <a:gd name="connsiteX40" fmla="*/ 215571 w 728115"/>
                    <a:gd name="connsiteY40" fmla="*/ 269687 h 922860"/>
                    <a:gd name="connsiteX41" fmla="*/ 235825 w 728115"/>
                    <a:gd name="connsiteY41" fmla="*/ 221160 h 922860"/>
                    <a:gd name="connsiteX42" fmla="*/ 261331 w 728115"/>
                    <a:gd name="connsiteY42" fmla="*/ 202496 h 922860"/>
                    <a:gd name="connsiteX43" fmla="*/ 671573 w 728115"/>
                    <a:gd name="connsiteY43" fmla="*/ 4337 h 922860"/>
                    <a:gd name="connsiteX44" fmla="*/ 699197 w 728115"/>
                    <a:gd name="connsiteY44" fmla="*/ 11347 h 922860"/>
                    <a:gd name="connsiteX45" fmla="*/ 708935 w 728115"/>
                    <a:gd name="connsiteY45" fmla="*/ 35276 h 922860"/>
                    <a:gd name="connsiteX46" fmla="*/ 663988 w 728115"/>
                    <a:gd name="connsiteY46" fmla="*/ 95844 h 922860"/>
                    <a:gd name="connsiteX47" fmla="*/ 580087 w 728115"/>
                    <a:gd name="connsiteY47" fmla="*/ 138466 h 922860"/>
                    <a:gd name="connsiteX48" fmla="*/ 567352 w 728115"/>
                    <a:gd name="connsiteY48" fmla="*/ 172115 h 922860"/>
                    <a:gd name="connsiteX49" fmla="*/ 583832 w 728115"/>
                    <a:gd name="connsiteY49" fmla="*/ 206512 h 922860"/>
                    <a:gd name="connsiteX50" fmla="*/ 582334 w 728115"/>
                    <a:gd name="connsiteY50" fmla="*/ 241656 h 922860"/>
                    <a:gd name="connsiteX51" fmla="*/ 599564 w 728115"/>
                    <a:gd name="connsiteY51" fmla="*/ 255863 h 922860"/>
                    <a:gd name="connsiteX52" fmla="*/ 622037 w 728115"/>
                    <a:gd name="connsiteY52" fmla="*/ 249134 h 922860"/>
                    <a:gd name="connsiteX53" fmla="*/ 656497 w 728115"/>
                    <a:gd name="connsiteY53" fmla="*/ 243899 h 922860"/>
                    <a:gd name="connsiteX54" fmla="*/ 714179 w 728115"/>
                    <a:gd name="connsiteY54" fmla="*/ 281287 h 922860"/>
                    <a:gd name="connsiteX55" fmla="*/ 698447 w 728115"/>
                    <a:gd name="connsiteY55" fmla="*/ 382982 h 922860"/>
                    <a:gd name="connsiteX56" fmla="*/ 629529 w 728115"/>
                    <a:gd name="connsiteY56" fmla="*/ 437568 h 922860"/>
                    <a:gd name="connsiteX57" fmla="*/ 583832 w 728115"/>
                    <a:gd name="connsiteY57" fmla="*/ 475703 h 922860"/>
                    <a:gd name="connsiteX58" fmla="*/ 577839 w 728115"/>
                    <a:gd name="connsiteY58" fmla="*/ 495892 h 922860"/>
                    <a:gd name="connsiteX59" fmla="*/ 574094 w 728115"/>
                    <a:gd name="connsiteY59" fmla="*/ 624506 h 922860"/>
                    <a:gd name="connsiteX60" fmla="*/ 563606 w 728115"/>
                    <a:gd name="connsiteY60" fmla="*/ 720967 h 922860"/>
                    <a:gd name="connsiteX61" fmla="*/ 558362 w 728115"/>
                    <a:gd name="connsiteY61" fmla="*/ 822661 h 922860"/>
                    <a:gd name="connsiteX62" fmla="*/ 539634 w 728115"/>
                    <a:gd name="connsiteY62" fmla="*/ 913887 h 922860"/>
                    <a:gd name="connsiteX63" fmla="*/ 535889 w 728115"/>
                    <a:gd name="connsiteY63" fmla="*/ 919121 h 922860"/>
                    <a:gd name="connsiteX64" fmla="*/ 528398 w 728115"/>
                    <a:gd name="connsiteY64" fmla="*/ 922860 h 922860"/>
                    <a:gd name="connsiteX65" fmla="*/ 520157 w 728115"/>
                    <a:gd name="connsiteY65" fmla="*/ 877247 h 922860"/>
                    <a:gd name="connsiteX66" fmla="*/ 514913 w 728115"/>
                    <a:gd name="connsiteY66" fmla="*/ 743399 h 922860"/>
                    <a:gd name="connsiteX67" fmla="*/ 516412 w 728115"/>
                    <a:gd name="connsiteY67" fmla="*/ 572163 h 922860"/>
                    <a:gd name="connsiteX68" fmla="*/ 517161 w 728115"/>
                    <a:gd name="connsiteY68" fmla="*/ 365035 h 922860"/>
                    <a:gd name="connsiteX69" fmla="*/ 515663 w 728115"/>
                    <a:gd name="connsiteY69" fmla="*/ 348585 h 922860"/>
                    <a:gd name="connsiteX70" fmla="*/ 490942 w 728115"/>
                    <a:gd name="connsiteY70" fmla="*/ 398684 h 922860"/>
                    <a:gd name="connsiteX71" fmla="*/ 485698 w 728115"/>
                    <a:gd name="connsiteY71" fmla="*/ 446541 h 922860"/>
                    <a:gd name="connsiteX72" fmla="*/ 466970 w 728115"/>
                    <a:gd name="connsiteY72" fmla="*/ 475703 h 922860"/>
                    <a:gd name="connsiteX73" fmla="*/ 431012 w 728115"/>
                    <a:gd name="connsiteY73" fmla="*/ 470469 h 922860"/>
                    <a:gd name="connsiteX74" fmla="*/ 419026 w 728115"/>
                    <a:gd name="connsiteY74" fmla="*/ 394946 h 922860"/>
                    <a:gd name="connsiteX75" fmla="*/ 460228 w 728115"/>
                    <a:gd name="connsiteY75" fmla="*/ 271566 h 922860"/>
                    <a:gd name="connsiteX76" fmla="*/ 493938 w 728115"/>
                    <a:gd name="connsiteY76" fmla="*/ 207259 h 922860"/>
                    <a:gd name="connsiteX77" fmla="*/ 508171 w 728115"/>
                    <a:gd name="connsiteY77" fmla="*/ 178844 h 922860"/>
                    <a:gd name="connsiteX78" fmla="*/ 529147 w 728115"/>
                    <a:gd name="connsiteY78" fmla="*/ 156412 h 922860"/>
                    <a:gd name="connsiteX79" fmla="*/ 569599 w 728115"/>
                    <a:gd name="connsiteY79" fmla="*/ 89862 h 922860"/>
                    <a:gd name="connsiteX80" fmla="*/ 516412 w 728115"/>
                    <a:gd name="connsiteY80" fmla="*/ 119024 h 922860"/>
                    <a:gd name="connsiteX81" fmla="*/ 478207 w 728115"/>
                    <a:gd name="connsiteY81" fmla="*/ 162394 h 922860"/>
                    <a:gd name="connsiteX82" fmla="*/ 413782 w 728115"/>
                    <a:gd name="connsiteY82" fmla="*/ 178844 h 922860"/>
                    <a:gd name="connsiteX83" fmla="*/ 416030 w 728115"/>
                    <a:gd name="connsiteY83" fmla="*/ 127997 h 922860"/>
                    <a:gd name="connsiteX84" fmla="*/ 505175 w 728115"/>
                    <a:gd name="connsiteY84" fmla="*/ 86123 h 922860"/>
                    <a:gd name="connsiteX85" fmla="*/ 571097 w 728115"/>
                    <a:gd name="connsiteY85" fmla="*/ 49483 h 922860"/>
                    <a:gd name="connsiteX86" fmla="*/ 644511 w 728115"/>
                    <a:gd name="connsiteY86" fmla="*/ 9104 h 922860"/>
                    <a:gd name="connsiteX87" fmla="*/ 671573 w 728115"/>
                    <a:gd name="connsiteY87" fmla="*/ 4337 h 922860"/>
                    <a:gd name="connsiteX88" fmla="*/ 242416 w 728115"/>
                    <a:gd name="connsiteY88" fmla="*/ 4 h 922860"/>
                    <a:gd name="connsiteX89" fmla="*/ 295809 w 728115"/>
                    <a:gd name="connsiteY89" fmla="*/ 17048 h 922860"/>
                    <a:gd name="connsiteX90" fmla="*/ 286822 w 728115"/>
                    <a:gd name="connsiteY90" fmla="*/ 112063 h 922860"/>
                    <a:gd name="connsiteX91" fmla="*/ 247880 w 728115"/>
                    <a:gd name="connsiteY91" fmla="*/ 132263 h 922860"/>
                    <a:gd name="connsiteX92" fmla="*/ 232154 w 728115"/>
                    <a:gd name="connsiteY92" fmla="*/ 144982 h 922860"/>
                    <a:gd name="connsiteX93" fmla="*/ 175238 w 728115"/>
                    <a:gd name="connsiteY93" fmla="*/ 251220 h 922860"/>
                    <a:gd name="connsiteX94" fmla="*/ 174489 w 728115"/>
                    <a:gd name="connsiteY94" fmla="*/ 259449 h 922860"/>
                    <a:gd name="connsiteX95" fmla="*/ 190216 w 728115"/>
                    <a:gd name="connsiteY95" fmla="*/ 301346 h 922860"/>
                    <a:gd name="connsiteX96" fmla="*/ 199951 w 728115"/>
                    <a:gd name="connsiteY96" fmla="*/ 342494 h 922860"/>
                    <a:gd name="connsiteX97" fmla="*/ 212682 w 728115"/>
                    <a:gd name="connsiteY97" fmla="*/ 423294 h 922860"/>
                    <a:gd name="connsiteX98" fmla="*/ 247131 w 728115"/>
                    <a:gd name="connsiteY98" fmla="*/ 599109 h 922860"/>
                    <a:gd name="connsiteX99" fmla="*/ 223167 w 728115"/>
                    <a:gd name="connsiteY99" fmla="*/ 673176 h 922860"/>
                    <a:gd name="connsiteX100" fmla="*/ 182727 w 728115"/>
                    <a:gd name="connsiteY100" fmla="*/ 668687 h 922860"/>
                    <a:gd name="connsiteX101" fmla="*/ 169996 w 728115"/>
                    <a:gd name="connsiteY101" fmla="*/ 633524 h 922860"/>
                    <a:gd name="connsiteX102" fmla="*/ 168498 w 728115"/>
                    <a:gd name="connsiteY102" fmla="*/ 469679 h 922860"/>
                    <a:gd name="connsiteX103" fmla="*/ 169247 w 728115"/>
                    <a:gd name="connsiteY103" fmla="*/ 287131 h 922860"/>
                    <a:gd name="connsiteX104" fmla="*/ 167749 w 728115"/>
                    <a:gd name="connsiteY104" fmla="*/ 278901 h 922860"/>
                    <a:gd name="connsiteX105" fmla="*/ 163256 w 728115"/>
                    <a:gd name="connsiteY105" fmla="*/ 275908 h 922860"/>
                    <a:gd name="connsiteX106" fmla="*/ 141539 w 728115"/>
                    <a:gd name="connsiteY106" fmla="*/ 310323 h 922860"/>
                    <a:gd name="connsiteX107" fmla="*/ 113081 w 728115"/>
                    <a:gd name="connsiteY107" fmla="*/ 346983 h 922860"/>
                    <a:gd name="connsiteX108" fmla="*/ 108588 w 728115"/>
                    <a:gd name="connsiteY108" fmla="*/ 351472 h 922860"/>
                    <a:gd name="connsiteX109" fmla="*/ 56166 w 728115"/>
                    <a:gd name="connsiteY109" fmla="*/ 386635 h 922860"/>
                    <a:gd name="connsiteX110" fmla="*/ 19471 w 728115"/>
                    <a:gd name="connsiteY110" fmla="*/ 409827 h 922860"/>
                    <a:gd name="connsiteX111" fmla="*/ 0 w 728115"/>
                    <a:gd name="connsiteY111" fmla="*/ 424790 h 922860"/>
                    <a:gd name="connsiteX112" fmla="*/ 52422 w 728115"/>
                    <a:gd name="connsiteY112" fmla="*/ 344738 h 922860"/>
                    <a:gd name="connsiteX113" fmla="*/ 91363 w 728115"/>
                    <a:gd name="connsiteY113" fmla="*/ 266931 h 922860"/>
                    <a:gd name="connsiteX114" fmla="*/ 140790 w 728115"/>
                    <a:gd name="connsiteY114" fmla="*/ 177901 h 922860"/>
                    <a:gd name="connsiteX115" fmla="*/ 211185 w 728115"/>
                    <a:gd name="connsiteY115" fmla="*/ 38745 h 922860"/>
                    <a:gd name="connsiteX116" fmla="*/ 223167 w 728115"/>
                    <a:gd name="connsiteY116" fmla="*/ 7322 h 922860"/>
                    <a:gd name="connsiteX117" fmla="*/ 226912 w 728115"/>
                    <a:gd name="connsiteY117" fmla="*/ 2833 h 922860"/>
                    <a:gd name="connsiteX118" fmla="*/ 242416 w 728115"/>
                    <a:gd name="connsiteY118" fmla="*/ 4 h 922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</a:cxnLst>
                  <a:rect l="l" t="t" r="r" b="b"/>
                  <a:pathLst>
                    <a:path w="728115" h="922860">
                      <a:moveTo>
                        <a:pt x="299408" y="385230"/>
                      </a:moveTo>
                      <a:cubicBezTo>
                        <a:pt x="329405" y="385975"/>
                        <a:pt x="347403" y="415765"/>
                        <a:pt x="335404" y="442576"/>
                      </a:cubicBezTo>
                      <a:cubicBezTo>
                        <a:pt x="330155" y="453003"/>
                        <a:pt x="324155" y="462684"/>
                        <a:pt x="320406" y="473111"/>
                      </a:cubicBezTo>
                      <a:cubicBezTo>
                        <a:pt x="315156" y="485772"/>
                        <a:pt x="315906" y="496198"/>
                        <a:pt x="327905" y="506625"/>
                      </a:cubicBezTo>
                      <a:cubicBezTo>
                        <a:pt x="351152" y="526733"/>
                        <a:pt x="352652" y="563971"/>
                        <a:pt x="330904" y="575142"/>
                      </a:cubicBezTo>
                      <a:cubicBezTo>
                        <a:pt x="318906" y="581845"/>
                        <a:pt x="304657" y="583335"/>
                        <a:pt x="291158" y="587803"/>
                      </a:cubicBezTo>
                      <a:cubicBezTo>
                        <a:pt x="282909" y="590037"/>
                        <a:pt x="273910" y="593016"/>
                        <a:pt x="262661" y="596740"/>
                      </a:cubicBezTo>
                      <a:cubicBezTo>
                        <a:pt x="267161" y="572908"/>
                        <a:pt x="261162" y="557268"/>
                        <a:pt x="249163" y="542373"/>
                      </a:cubicBezTo>
                      <a:cubicBezTo>
                        <a:pt x="239414" y="530457"/>
                        <a:pt x="237914" y="502901"/>
                        <a:pt x="246913" y="489495"/>
                      </a:cubicBezTo>
                      <a:cubicBezTo>
                        <a:pt x="261911" y="466408"/>
                        <a:pt x="259662" y="454492"/>
                        <a:pt x="237164" y="438852"/>
                      </a:cubicBezTo>
                      <a:cubicBezTo>
                        <a:pt x="230415" y="434384"/>
                        <a:pt x="228165" y="425447"/>
                        <a:pt x="224415" y="416510"/>
                      </a:cubicBezTo>
                      <a:cubicBezTo>
                        <a:pt x="237914" y="425447"/>
                        <a:pt x="246163" y="417999"/>
                        <a:pt x="255162" y="410552"/>
                      </a:cubicBezTo>
                      <a:cubicBezTo>
                        <a:pt x="268661" y="400125"/>
                        <a:pt x="279160" y="384485"/>
                        <a:pt x="299408" y="385230"/>
                      </a:cubicBezTo>
                      <a:close/>
                      <a:moveTo>
                        <a:pt x="609302" y="277548"/>
                      </a:moveTo>
                      <a:cubicBezTo>
                        <a:pt x="589076" y="282782"/>
                        <a:pt x="582334" y="291008"/>
                        <a:pt x="580836" y="311197"/>
                      </a:cubicBezTo>
                      <a:cubicBezTo>
                        <a:pt x="579338" y="326152"/>
                        <a:pt x="578588" y="340360"/>
                        <a:pt x="578588" y="354567"/>
                      </a:cubicBezTo>
                      <a:cubicBezTo>
                        <a:pt x="577839" y="380738"/>
                        <a:pt x="577839" y="406910"/>
                        <a:pt x="577839" y="436072"/>
                      </a:cubicBezTo>
                      <a:cubicBezTo>
                        <a:pt x="583083" y="433081"/>
                        <a:pt x="586829" y="431586"/>
                        <a:pt x="589076" y="428595"/>
                      </a:cubicBezTo>
                      <a:cubicBezTo>
                        <a:pt x="607804" y="406910"/>
                        <a:pt x="625034" y="383729"/>
                        <a:pt x="631027" y="355315"/>
                      </a:cubicBezTo>
                      <a:cubicBezTo>
                        <a:pt x="634772" y="335873"/>
                        <a:pt x="638518" y="316431"/>
                        <a:pt x="638518" y="296990"/>
                      </a:cubicBezTo>
                      <a:cubicBezTo>
                        <a:pt x="638518" y="278296"/>
                        <a:pt x="627281" y="272314"/>
                        <a:pt x="609302" y="277548"/>
                      </a:cubicBezTo>
                      <a:close/>
                      <a:moveTo>
                        <a:pt x="516412" y="203521"/>
                      </a:moveTo>
                      <a:cubicBezTo>
                        <a:pt x="499931" y="215485"/>
                        <a:pt x="494687" y="230440"/>
                        <a:pt x="493938" y="245395"/>
                      </a:cubicBezTo>
                      <a:cubicBezTo>
                        <a:pt x="493189" y="277548"/>
                        <a:pt x="493189" y="308954"/>
                        <a:pt x="477458" y="337369"/>
                      </a:cubicBezTo>
                      <a:cubicBezTo>
                        <a:pt x="475210" y="341855"/>
                        <a:pt x="475959" y="347089"/>
                        <a:pt x="475210" y="349333"/>
                      </a:cubicBezTo>
                      <a:cubicBezTo>
                        <a:pt x="488694" y="337369"/>
                        <a:pt x="503677" y="325404"/>
                        <a:pt x="517910" y="311945"/>
                      </a:cubicBezTo>
                      <a:cubicBezTo>
                        <a:pt x="520157" y="309702"/>
                        <a:pt x="520906" y="303720"/>
                        <a:pt x="520906" y="299233"/>
                      </a:cubicBezTo>
                      <a:cubicBezTo>
                        <a:pt x="521655" y="277548"/>
                        <a:pt x="521655" y="255116"/>
                        <a:pt x="520906" y="232683"/>
                      </a:cubicBezTo>
                      <a:cubicBezTo>
                        <a:pt x="520906" y="223710"/>
                        <a:pt x="518659" y="214737"/>
                        <a:pt x="516412" y="203521"/>
                      </a:cubicBezTo>
                      <a:close/>
                      <a:moveTo>
                        <a:pt x="261331" y="202496"/>
                      </a:moveTo>
                      <a:cubicBezTo>
                        <a:pt x="274834" y="205482"/>
                        <a:pt x="289087" y="205482"/>
                        <a:pt x="301839" y="209962"/>
                      </a:cubicBezTo>
                      <a:cubicBezTo>
                        <a:pt x="317593" y="215188"/>
                        <a:pt x="320593" y="230866"/>
                        <a:pt x="320593" y="245050"/>
                      </a:cubicBezTo>
                      <a:cubicBezTo>
                        <a:pt x="319843" y="275660"/>
                        <a:pt x="319093" y="305522"/>
                        <a:pt x="317593" y="336131"/>
                      </a:cubicBezTo>
                      <a:cubicBezTo>
                        <a:pt x="317593" y="346583"/>
                        <a:pt x="313842" y="354796"/>
                        <a:pt x="301839" y="357782"/>
                      </a:cubicBezTo>
                      <a:cubicBezTo>
                        <a:pt x="299589" y="358528"/>
                        <a:pt x="298089" y="360022"/>
                        <a:pt x="296588" y="360768"/>
                      </a:cubicBezTo>
                      <a:cubicBezTo>
                        <a:pt x="289087" y="363754"/>
                        <a:pt x="280085" y="371220"/>
                        <a:pt x="273333" y="370474"/>
                      </a:cubicBezTo>
                      <a:cubicBezTo>
                        <a:pt x="258330" y="366741"/>
                        <a:pt x="241077" y="364501"/>
                        <a:pt x="232075" y="347330"/>
                      </a:cubicBezTo>
                      <a:cubicBezTo>
                        <a:pt x="227574" y="338371"/>
                        <a:pt x="226824" y="331652"/>
                        <a:pt x="232075" y="324186"/>
                      </a:cubicBezTo>
                      <a:cubicBezTo>
                        <a:pt x="242577" y="312241"/>
                        <a:pt x="245578" y="298803"/>
                        <a:pt x="244077" y="283125"/>
                      </a:cubicBezTo>
                      <a:cubicBezTo>
                        <a:pt x="241827" y="265954"/>
                        <a:pt x="239576" y="262968"/>
                        <a:pt x="222323" y="267447"/>
                      </a:cubicBezTo>
                      <a:cubicBezTo>
                        <a:pt x="220072" y="268194"/>
                        <a:pt x="217072" y="268940"/>
                        <a:pt x="215571" y="269687"/>
                      </a:cubicBezTo>
                      <a:cubicBezTo>
                        <a:pt x="222323" y="253263"/>
                        <a:pt x="228324" y="236838"/>
                        <a:pt x="235825" y="221160"/>
                      </a:cubicBezTo>
                      <a:cubicBezTo>
                        <a:pt x="240326" y="211455"/>
                        <a:pt x="244827" y="198763"/>
                        <a:pt x="261331" y="202496"/>
                      </a:cubicBezTo>
                      <a:close/>
                      <a:moveTo>
                        <a:pt x="671573" y="4337"/>
                      </a:moveTo>
                      <a:cubicBezTo>
                        <a:pt x="680843" y="4992"/>
                        <a:pt x="690207" y="7609"/>
                        <a:pt x="699197" y="11347"/>
                      </a:cubicBezTo>
                      <a:cubicBezTo>
                        <a:pt x="708935" y="15086"/>
                        <a:pt x="714179" y="22564"/>
                        <a:pt x="708935" y="35276"/>
                      </a:cubicBezTo>
                      <a:cubicBezTo>
                        <a:pt x="698447" y="59204"/>
                        <a:pt x="683465" y="78645"/>
                        <a:pt x="663988" y="95844"/>
                      </a:cubicBezTo>
                      <a:cubicBezTo>
                        <a:pt x="639267" y="116781"/>
                        <a:pt x="612299" y="132484"/>
                        <a:pt x="580087" y="138466"/>
                      </a:cubicBezTo>
                      <a:cubicBezTo>
                        <a:pt x="559861" y="142952"/>
                        <a:pt x="556864" y="154168"/>
                        <a:pt x="567352" y="172115"/>
                      </a:cubicBezTo>
                      <a:cubicBezTo>
                        <a:pt x="573345" y="183331"/>
                        <a:pt x="580836" y="194547"/>
                        <a:pt x="583832" y="206512"/>
                      </a:cubicBezTo>
                      <a:cubicBezTo>
                        <a:pt x="586080" y="217728"/>
                        <a:pt x="583832" y="229692"/>
                        <a:pt x="582334" y="241656"/>
                      </a:cubicBezTo>
                      <a:cubicBezTo>
                        <a:pt x="581585" y="256611"/>
                        <a:pt x="584581" y="259602"/>
                        <a:pt x="599564" y="255863"/>
                      </a:cubicBezTo>
                      <a:cubicBezTo>
                        <a:pt x="607055" y="253620"/>
                        <a:pt x="614546" y="250629"/>
                        <a:pt x="622037" y="249134"/>
                      </a:cubicBezTo>
                      <a:cubicBezTo>
                        <a:pt x="634023" y="246890"/>
                        <a:pt x="646758" y="240160"/>
                        <a:pt x="656497" y="243899"/>
                      </a:cubicBezTo>
                      <a:cubicBezTo>
                        <a:pt x="678221" y="251377"/>
                        <a:pt x="702193" y="260350"/>
                        <a:pt x="714179" y="281287"/>
                      </a:cubicBezTo>
                      <a:cubicBezTo>
                        <a:pt x="735154" y="319422"/>
                        <a:pt x="734405" y="351576"/>
                        <a:pt x="698447" y="382982"/>
                      </a:cubicBezTo>
                      <a:cubicBezTo>
                        <a:pt x="676723" y="402423"/>
                        <a:pt x="652002" y="418874"/>
                        <a:pt x="629529" y="437568"/>
                      </a:cubicBezTo>
                      <a:cubicBezTo>
                        <a:pt x="613797" y="449532"/>
                        <a:pt x="598066" y="462244"/>
                        <a:pt x="583832" y="475703"/>
                      </a:cubicBezTo>
                      <a:cubicBezTo>
                        <a:pt x="579338" y="480190"/>
                        <a:pt x="577839" y="489163"/>
                        <a:pt x="577839" y="495892"/>
                      </a:cubicBezTo>
                      <a:cubicBezTo>
                        <a:pt x="576341" y="538514"/>
                        <a:pt x="576341" y="581884"/>
                        <a:pt x="574094" y="624506"/>
                      </a:cubicBezTo>
                      <a:cubicBezTo>
                        <a:pt x="571846" y="656660"/>
                        <a:pt x="565853" y="688813"/>
                        <a:pt x="563606" y="720967"/>
                      </a:cubicBezTo>
                      <a:cubicBezTo>
                        <a:pt x="561359" y="754615"/>
                        <a:pt x="555366" y="788264"/>
                        <a:pt x="558362" y="822661"/>
                      </a:cubicBezTo>
                      <a:cubicBezTo>
                        <a:pt x="561359" y="854067"/>
                        <a:pt x="558362" y="886220"/>
                        <a:pt x="539634" y="913887"/>
                      </a:cubicBezTo>
                      <a:cubicBezTo>
                        <a:pt x="538136" y="915383"/>
                        <a:pt x="537387" y="917626"/>
                        <a:pt x="535889" y="919121"/>
                      </a:cubicBezTo>
                      <a:cubicBezTo>
                        <a:pt x="535140" y="919869"/>
                        <a:pt x="533641" y="920617"/>
                        <a:pt x="528398" y="922860"/>
                      </a:cubicBezTo>
                      <a:cubicBezTo>
                        <a:pt x="525401" y="906410"/>
                        <a:pt x="520906" y="892202"/>
                        <a:pt x="520157" y="877247"/>
                      </a:cubicBezTo>
                      <a:cubicBezTo>
                        <a:pt x="517161" y="832382"/>
                        <a:pt x="515663" y="788264"/>
                        <a:pt x="514913" y="743399"/>
                      </a:cubicBezTo>
                      <a:cubicBezTo>
                        <a:pt x="514913" y="685822"/>
                        <a:pt x="515663" y="628993"/>
                        <a:pt x="516412" y="572163"/>
                      </a:cubicBezTo>
                      <a:cubicBezTo>
                        <a:pt x="516412" y="502622"/>
                        <a:pt x="517161" y="433829"/>
                        <a:pt x="517161" y="365035"/>
                      </a:cubicBezTo>
                      <a:cubicBezTo>
                        <a:pt x="517161" y="359801"/>
                        <a:pt x="516412" y="355315"/>
                        <a:pt x="515663" y="348585"/>
                      </a:cubicBezTo>
                      <a:cubicBezTo>
                        <a:pt x="494687" y="360549"/>
                        <a:pt x="492440" y="379243"/>
                        <a:pt x="490942" y="398684"/>
                      </a:cubicBezTo>
                      <a:cubicBezTo>
                        <a:pt x="490193" y="414387"/>
                        <a:pt x="490193" y="431586"/>
                        <a:pt x="485698" y="446541"/>
                      </a:cubicBezTo>
                      <a:cubicBezTo>
                        <a:pt x="483450" y="457757"/>
                        <a:pt x="474461" y="467478"/>
                        <a:pt x="466970" y="475703"/>
                      </a:cubicBezTo>
                      <a:cubicBezTo>
                        <a:pt x="458730" y="485424"/>
                        <a:pt x="434758" y="482433"/>
                        <a:pt x="431012" y="470469"/>
                      </a:cubicBezTo>
                      <a:cubicBezTo>
                        <a:pt x="422772" y="445793"/>
                        <a:pt x="404793" y="421117"/>
                        <a:pt x="419026" y="394946"/>
                      </a:cubicBezTo>
                      <a:cubicBezTo>
                        <a:pt x="439252" y="356062"/>
                        <a:pt x="445245" y="311945"/>
                        <a:pt x="460228" y="271566"/>
                      </a:cubicBezTo>
                      <a:cubicBezTo>
                        <a:pt x="468468" y="248386"/>
                        <a:pt x="482701" y="228196"/>
                        <a:pt x="493938" y="207259"/>
                      </a:cubicBezTo>
                      <a:cubicBezTo>
                        <a:pt x="499182" y="198286"/>
                        <a:pt x="502178" y="187817"/>
                        <a:pt x="508171" y="178844"/>
                      </a:cubicBezTo>
                      <a:cubicBezTo>
                        <a:pt x="513415" y="170619"/>
                        <a:pt x="520906" y="161646"/>
                        <a:pt x="529147" y="156412"/>
                      </a:cubicBezTo>
                      <a:cubicBezTo>
                        <a:pt x="546376" y="146691"/>
                        <a:pt x="569599" y="112294"/>
                        <a:pt x="569599" y="89862"/>
                      </a:cubicBezTo>
                      <a:cubicBezTo>
                        <a:pt x="550871" y="100330"/>
                        <a:pt x="534391" y="110799"/>
                        <a:pt x="516412" y="119024"/>
                      </a:cubicBezTo>
                      <a:cubicBezTo>
                        <a:pt x="497684" y="127997"/>
                        <a:pt x="485698" y="143700"/>
                        <a:pt x="478207" y="162394"/>
                      </a:cubicBezTo>
                      <a:cubicBezTo>
                        <a:pt x="466970" y="187817"/>
                        <a:pt x="438503" y="194547"/>
                        <a:pt x="413782" y="178844"/>
                      </a:cubicBezTo>
                      <a:cubicBezTo>
                        <a:pt x="393556" y="164637"/>
                        <a:pt x="393556" y="138466"/>
                        <a:pt x="416030" y="127997"/>
                      </a:cubicBezTo>
                      <a:cubicBezTo>
                        <a:pt x="445245" y="113042"/>
                        <a:pt x="475210" y="101078"/>
                        <a:pt x="505175" y="86123"/>
                      </a:cubicBezTo>
                      <a:cubicBezTo>
                        <a:pt x="527648" y="74907"/>
                        <a:pt x="548624" y="61447"/>
                        <a:pt x="571097" y="49483"/>
                      </a:cubicBezTo>
                      <a:cubicBezTo>
                        <a:pt x="595069" y="35276"/>
                        <a:pt x="619041" y="21068"/>
                        <a:pt x="644511" y="9104"/>
                      </a:cubicBezTo>
                      <a:cubicBezTo>
                        <a:pt x="653126" y="4992"/>
                        <a:pt x="662302" y="3683"/>
                        <a:pt x="671573" y="4337"/>
                      </a:cubicBezTo>
                      <a:close/>
                      <a:moveTo>
                        <a:pt x="242416" y="4"/>
                      </a:moveTo>
                      <a:cubicBezTo>
                        <a:pt x="260845" y="-206"/>
                        <a:pt x="285699" y="6948"/>
                        <a:pt x="295809" y="17048"/>
                      </a:cubicBezTo>
                      <a:cubicBezTo>
                        <a:pt x="325015" y="45478"/>
                        <a:pt x="321271" y="90367"/>
                        <a:pt x="286822" y="112063"/>
                      </a:cubicBezTo>
                      <a:cubicBezTo>
                        <a:pt x="274091" y="120293"/>
                        <a:pt x="260611" y="125530"/>
                        <a:pt x="247880" y="132263"/>
                      </a:cubicBezTo>
                      <a:cubicBezTo>
                        <a:pt x="241889" y="136004"/>
                        <a:pt x="235149" y="139745"/>
                        <a:pt x="232154" y="144982"/>
                      </a:cubicBezTo>
                      <a:cubicBezTo>
                        <a:pt x="212682" y="180145"/>
                        <a:pt x="193960" y="216056"/>
                        <a:pt x="175238" y="251220"/>
                      </a:cubicBezTo>
                      <a:cubicBezTo>
                        <a:pt x="173740" y="253464"/>
                        <a:pt x="173740" y="258701"/>
                        <a:pt x="174489" y="259449"/>
                      </a:cubicBezTo>
                      <a:cubicBezTo>
                        <a:pt x="190216" y="269923"/>
                        <a:pt x="187220" y="286383"/>
                        <a:pt x="190216" y="301346"/>
                      </a:cubicBezTo>
                      <a:cubicBezTo>
                        <a:pt x="193960" y="314812"/>
                        <a:pt x="197705" y="329027"/>
                        <a:pt x="199951" y="342494"/>
                      </a:cubicBezTo>
                      <a:cubicBezTo>
                        <a:pt x="205194" y="369427"/>
                        <a:pt x="208189" y="396361"/>
                        <a:pt x="212682" y="423294"/>
                      </a:cubicBezTo>
                      <a:cubicBezTo>
                        <a:pt x="223916" y="481650"/>
                        <a:pt x="235149" y="540754"/>
                        <a:pt x="247131" y="599109"/>
                      </a:cubicBezTo>
                      <a:cubicBezTo>
                        <a:pt x="252374" y="628287"/>
                        <a:pt x="244885" y="652976"/>
                        <a:pt x="223167" y="673176"/>
                      </a:cubicBezTo>
                      <a:cubicBezTo>
                        <a:pt x="207440" y="687391"/>
                        <a:pt x="195458" y="686643"/>
                        <a:pt x="182727" y="668687"/>
                      </a:cubicBezTo>
                      <a:cubicBezTo>
                        <a:pt x="175987" y="658961"/>
                        <a:pt x="171494" y="645495"/>
                        <a:pt x="169996" y="633524"/>
                      </a:cubicBezTo>
                      <a:cubicBezTo>
                        <a:pt x="161758" y="578909"/>
                        <a:pt x="165503" y="524294"/>
                        <a:pt x="168498" y="469679"/>
                      </a:cubicBezTo>
                      <a:cubicBezTo>
                        <a:pt x="171494" y="409079"/>
                        <a:pt x="169247" y="348479"/>
                        <a:pt x="169247" y="287131"/>
                      </a:cubicBezTo>
                      <a:cubicBezTo>
                        <a:pt x="169247" y="284138"/>
                        <a:pt x="168498" y="281894"/>
                        <a:pt x="167749" y="278901"/>
                      </a:cubicBezTo>
                      <a:cubicBezTo>
                        <a:pt x="166252" y="278153"/>
                        <a:pt x="164754" y="276657"/>
                        <a:pt x="163256" y="275908"/>
                      </a:cubicBezTo>
                      <a:cubicBezTo>
                        <a:pt x="155767" y="287131"/>
                        <a:pt x="146781" y="298353"/>
                        <a:pt x="141539" y="310323"/>
                      </a:cubicBezTo>
                      <a:cubicBezTo>
                        <a:pt x="135547" y="325286"/>
                        <a:pt x="129556" y="339501"/>
                        <a:pt x="113081" y="346983"/>
                      </a:cubicBezTo>
                      <a:cubicBezTo>
                        <a:pt x="111583" y="347731"/>
                        <a:pt x="110085" y="349975"/>
                        <a:pt x="108588" y="351472"/>
                      </a:cubicBezTo>
                      <a:cubicBezTo>
                        <a:pt x="94359" y="368679"/>
                        <a:pt x="83126" y="385887"/>
                        <a:pt x="56166" y="386635"/>
                      </a:cubicBezTo>
                      <a:cubicBezTo>
                        <a:pt x="44184" y="386635"/>
                        <a:pt x="31453" y="401598"/>
                        <a:pt x="19471" y="409827"/>
                      </a:cubicBezTo>
                      <a:cubicBezTo>
                        <a:pt x="13480" y="413568"/>
                        <a:pt x="8237" y="418805"/>
                        <a:pt x="0" y="424790"/>
                      </a:cubicBezTo>
                      <a:cubicBezTo>
                        <a:pt x="18722" y="396361"/>
                        <a:pt x="36695" y="371672"/>
                        <a:pt x="52422" y="344738"/>
                      </a:cubicBezTo>
                      <a:cubicBezTo>
                        <a:pt x="66650" y="319301"/>
                        <a:pt x="77884" y="292368"/>
                        <a:pt x="91363" y="266931"/>
                      </a:cubicBezTo>
                      <a:cubicBezTo>
                        <a:pt x="107090" y="237005"/>
                        <a:pt x="125063" y="207827"/>
                        <a:pt x="140790" y="177901"/>
                      </a:cubicBezTo>
                      <a:cubicBezTo>
                        <a:pt x="164754" y="132263"/>
                        <a:pt x="188718" y="85878"/>
                        <a:pt x="211185" y="38745"/>
                      </a:cubicBezTo>
                      <a:cubicBezTo>
                        <a:pt x="215678" y="29019"/>
                        <a:pt x="210436" y="14804"/>
                        <a:pt x="223167" y="7322"/>
                      </a:cubicBezTo>
                      <a:cubicBezTo>
                        <a:pt x="224665" y="5826"/>
                        <a:pt x="225414" y="3582"/>
                        <a:pt x="226912" y="2833"/>
                      </a:cubicBezTo>
                      <a:cubicBezTo>
                        <a:pt x="230843" y="963"/>
                        <a:pt x="236273" y="75"/>
                        <a:pt x="242416" y="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19" name="íṥliḋé"/>
              <p:cNvGrpSpPr/>
              <p:nvPr/>
            </p:nvGrpSpPr>
            <p:grpSpPr>
              <a:xfrm>
                <a:off x="2351088" y="1326048"/>
                <a:ext cx="1074470" cy="1082834"/>
                <a:chOff x="2346168" y="2513373"/>
                <a:chExt cx="1846173" cy="1860545"/>
              </a:xfrm>
              <a:grpFill/>
            </p:grpSpPr>
            <p:sp>
              <p:nvSpPr>
                <p:cNvPr id="20" name="ïṥ1îḓé"/>
                <p:cNvSpPr/>
                <p:nvPr/>
              </p:nvSpPr>
              <p:spPr bwMode="auto">
                <a:xfrm>
                  <a:off x="3972348" y="3555853"/>
                  <a:ext cx="79595" cy="40904"/>
                </a:xfrm>
                <a:custGeom>
                  <a:avLst/>
                  <a:gdLst>
                    <a:gd name="T0" fmla="*/ 0 w 107"/>
                    <a:gd name="T1" fmla="*/ 37 h 55"/>
                    <a:gd name="T2" fmla="*/ 6 w 107"/>
                    <a:gd name="T3" fmla="*/ 0 h 55"/>
                    <a:gd name="T4" fmla="*/ 107 w 107"/>
                    <a:gd name="T5" fmla="*/ 18 h 55"/>
                    <a:gd name="T6" fmla="*/ 101 w 107"/>
                    <a:gd name="T7" fmla="*/ 55 h 55"/>
                    <a:gd name="T8" fmla="*/ 0 w 107"/>
                    <a:gd name="T9" fmla="*/ 37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7" h="55">
                      <a:moveTo>
                        <a:pt x="0" y="37"/>
                      </a:moveTo>
                      <a:cubicBezTo>
                        <a:pt x="2" y="22"/>
                        <a:pt x="4" y="10"/>
                        <a:pt x="6" y="0"/>
                      </a:cubicBezTo>
                      <a:cubicBezTo>
                        <a:pt x="39" y="11"/>
                        <a:pt x="72" y="19"/>
                        <a:pt x="107" y="18"/>
                      </a:cubicBezTo>
                      <a:cubicBezTo>
                        <a:pt x="106" y="28"/>
                        <a:pt x="104" y="40"/>
                        <a:pt x="101" y="55"/>
                      </a:cubicBezTo>
                      <a:cubicBezTo>
                        <a:pt x="90" y="38"/>
                        <a:pt x="21" y="26"/>
                        <a:pt x="0" y="3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1" name="ïş1íde"/>
                <p:cNvSpPr/>
                <p:nvPr/>
              </p:nvSpPr>
              <p:spPr bwMode="auto">
                <a:xfrm>
                  <a:off x="3999985" y="3663086"/>
                  <a:ext cx="26532" cy="15477"/>
                </a:xfrm>
                <a:custGeom>
                  <a:avLst/>
                  <a:gdLst>
                    <a:gd name="T0" fmla="*/ 33 w 36"/>
                    <a:gd name="T1" fmla="*/ 21 h 21"/>
                    <a:gd name="T2" fmla="*/ 0 w 36"/>
                    <a:gd name="T3" fmla="*/ 12 h 21"/>
                    <a:gd name="T4" fmla="*/ 36 w 36"/>
                    <a:gd name="T5" fmla="*/ 0 h 21"/>
                    <a:gd name="T6" fmla="*/ 33 w 36"/>
                    <a:gd name="T7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21">
                      <a:moveTo>
                        <a:pt x="33" y="21"/>
                      </a:moveTo>
                      <a:cubicBezTo>
                        <a:pt x="22" y="18"/>
                        <a:pt x="13" y="16"/>
                        <a:pt x="0" y="12"/>
                      </a:cubicBezTo>
                      <a:cubicBezTo>
                        <a:pt x="14" y="7"/>
                        <a:pt x="25" y="4"/>
                        <a:pt x="36" y="0"/>
                      </a:cubicBezTo>
                      <a:cubicBezTo>
                        <a:pt x="35" y="6"/>
                        <a:pt x="34" y="13"/>
                        <a:pt x="33" y="2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2" name="iṡľîḓe"/>
                <p:cNvSpPr/>
                <p:nvPr/>
              </p:nvSpPr>
              <p:spPr bwMode="auto">
                <a:xfrm>
                  <a:off x="2346168" y="2513373"/>
                  <a:ext cx="1846173" cy="1860545"/>
                </a:xfrm>
                <a:custGeom>
                  <a:avLst/>
                  <a:gdLst>
                    <a:gd name="T0" fmla="*/ 2465 w 2466"/>
                    <a:gd name="T1" fmla="*/ 1229 h 2487"/>
                    <a:gd name="T2" fmla="*/ 1288 w 2466"/>
                    <a:gd name="T3" fmla="*/ 2460 h 2487"/>
                    <a:gd name="T4" fmla="*/ 6 w 2466"/>
                    <a:gd name="T5" fmla="*/ 1246 h 2487"/>
                    <a:gd name="T6" fmla="*/ 1232 w 2466"/>
                    <a:gd name="T7" fmla="*/ 1 h 2487"/>
                    <a:gd name="T8" fmla="*/ 2465 w 2466"/>
                    <a:gd name="T9" fmla="*/ 1229 h 2487"/>
                    <a:gd name="T10" fmla="*/ 1236 w 2466"/>
                    <a:gd name="T11" fmla="*/ 21 h 2487"/>
                    <a:gd name="T12" fmla="*/ 27 w 2466"/>
                    <a:gd name="T13" fmla="*/ 1242 h 2487"/>
                    <a:gd name="T14" fmla="*/ 1235 w 2466"/>
                    <a:gd name="T15" fmla="*/ 2441 h 2487"/>
                    <a:gd name="T16" fmla="*/ 2445 w 2466"/>
                    <a:gd name="T17" fmla="*/ 1205 h 2487"/>
                    <a:gd name="T18" fmla="*/ 1236 w 2466"/>
                    <a:gd name="T19" fmla="*/ 21 h 24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466" h="2487">
                      <a:moveTo>
                        <a:pt x="2465" y="1229"/>
                      </a:moveTo>
                      <a:cubicBezTo>
                        <a:pt x="2465" y="1909"/>
                        <a:pt x="1922" y="2436"/>
                        <a:pt x="1288" y="2460"/>
                      </a:cubicBezTo>
                      <a:cubicBezTo>
                        <a:pt x="565" y="2487"/>
                        <a:pt x="12" y="1910"/>
                        <a:pt x="6" y="1246"/>
                      </a:cubicBezTo>
                      <a:cubicBezTo>
                        <a:pt x="0" y="549"/>
                        <a:pt x="565" y="3"/>
                        <a:pt x="1232" y="1"/>
                      </a:cubicBezTo>
                      <a:cubicBezTo>
                        <a:pt x="1909" y="0"/>
                        <a:pt x="2466" y="555"/>
                        <a:pt x="2465" y="1229"/>
                      </a:cubicBezTo>
                      <a:close/>
                      <a:moveTo>
                        <a:pt x="1236" y="21"/>
                      </a:moveTo>
                      <a:cubicBezTo>
                        <a:pt x="567" y="23"/>
                        <a:pt x="21" y="567"/>
                        <a:pt x="27" y="1242"/>
                      </a:cubicBezTo>
                      <a:cubicBezTo>
                        <a:pt x="32" y="1894"/>
                        <a:pt x="561" y="2439"/>
                        <a:pt x="1235" y="2441"/>
                      </a:cubicBezTo>
                      <a:cubicBezTo>
                        <a:pt x="1902" y="2442"/>
                        <a:pt x="2458" y="1896"/>
                        <a:pt x="2445" y="1205"/>
                      </a:cubicBezTo>
                      <a:cubicBezTo>
                        <a:pt x="2433" y="563"/>
                        <a:pt x="1910" y="25"/>
                        <a:pt x="1236" y="21"/>
                      </a:cubicBezTo>
                      <a:close/>
                    </a:path>
                  </a:pathLst>
                </a:custGeom>
                <a:grpFill/>
                <a:ln w="19050">
                  <a:solidFill>
                    <a:srgbClr val="005768"/>
                  </a:solidFill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3" name="îŝļïḓé"/>
                <p:cNvSpPr/>
                <p:nvPr/>
              </p:nvSpPr>
              <p:spPr bwMode="auto">
                <a:xfrm>
                  <a:off x="2377122" y="2552066"/>
                  <a:ext cx="1789793" cy="1777633"/>
                </a:xfrm>
                <a:custGeom>
                  <a:avLst/>
                  <a:gdLst>
                    <a:gd name="T0" fmla="*/ 1193 w 2390"/>
                    <a:gd name="T1" fmla="*/ 2361 h 2377"/>
                    <a:gd name="T2" fmla="*/ 14 w 2390"/>
                    <a:gd name="T3" fmla="*/ 1179 h 2377"/>
                    <a:gd name="T4" fmla="*/ 1194 w 2390"/>
                    <a:gd name="T5" fmla="*/ 0 h 2377"/>
                    <a:gd name="T6" fmla="*/ 2374 w 2390"/>
                    <a:gd name="T7" fmla="*/ 1149 h 2377"/>
                    <a:gd name="T8" fmla="*/ 1193 w 2390"/>
                    <a:gd name="T9" fmla="*/ 2361 h 2377"/>
                    <a:gd name="T10" fmla="*/ 1194 w 2390"/>
                    <a:gd name="T11" fmla="*/ 8 h 2377"/>
                    <a:gd name="T12" fmla="*/ 22 w 2390"/>
                    <a:gd name="T13" fmla="*/ 1223 h 2377"/>
                    <a:gd name="T14" fmla="*/ 1243 w 2390"/>
                    <a:gd name="T15" fmla="*/ 2351 h 2377"/>
                    <a:gd name="T16" fmla="*/ 2366 w 2390"/>
                    <a:gd name="T17" fmla="*/ 1180 h 2377"/>
                    <a:gd name="T18" fmla="*/ 1194 w 2390"/>
                    <a:gd name="T19" fmla="*/ 8 h 23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390" h="2377">
                      <a:moveTo>
                        <a:pt x="1193" y="2361"/>
                      </a:moveTo>
                      <a:cubicBezTo>
                        <a:pt x="544" y="2358"/>
                        <a:pt x="13" y="1832"/>
                        <a:pt x="14" y="1179"/>
                      </a:cubicBezTo>
                      <a:cubicBezTo>
                        <a:pt x="14" y="530"/>
                        <a:pt x="539" y="0"/>
                        <a:pt x="1194" y="0"/>
                      </a:cubicBezTo>
                      <a:cubicBezTo>
                        <a:pt x="1847" y="0"/>
                        <a:pt x="2358" y="522"/>
                        <a:pt x="2374" y="1149"/>
                      </a:cubicBezTo>
                      <a:cubicBezTo>
                        <a:pt x="2390" y="1822"/>
                        <a:pt x="1848" y="2359"/>
                        <a:pt x="1193" y="2361"/>
                      </a:cubicBezTo>
                      <a:close/>
                      <a:moveTo>
                        <a:pt x="1194" y="8"/>
                      </a:moveTo>
                      <a:cubicBezTo>
                        <a:pt x="550" y="5"/>
                        <a:pt x="0" y="542"/>
                        <a:pt x="22" y="1223"/>
                      </a:cubicBezTo>
                      <a:cubicBezTo>
                        <a:pt x="42" y="1835"/>
                        <a:pt x="560" y="2377"/>
                        <a:pt x="1243" y="2351"/>
                      </a:cubicBezTo>
                      <a:cubicBezTo>
                        <a:pt x="1845" y="2328"/>
                        <a:pt x="2366" y="1832"/>
                        <a:pt x="2366" y="1180"/>
                      </a:cubicBezTo>
                      <a:cubicBezTo>
                        <a:pt x="2366" y="521"/>
                        <a:pt x="1829" y="6"/>
                        <a:pt x="1194" y="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4" name="işľïḍé"/>
                <p:cNvSpPr/>
                <p:nvPr/>
              </p:nvSpPr>
              <p:spPr bwMode="auto">
                <a:xfrm>
                  <a:off x="2664550" y="2816278"/>
                  <a:ext cx="1213831" cy="1233730"/>
                </a:xfrm>
                <a:custGeom>
                  <a:avLst/>
                  <a:gdLst>
                    <a:gd name="T0" fmla="*/ 2 w 1622"/>
                    <a:gd name="T1" fmla="*/ 825 h 1649"/>
                    <a:gd name="T2" fmla="*/ 859 w 1622"/>
                    <a:gd name="T3" fmla="*/ 980 h 1649"/>
                    <a:gd name="T4" fmla="*/ 753 w 1622"/>
                    <a:gd name="T5" fmla="*/ 979 h 1649"/>
                    <a:gd name="T6" fmla="*/ 431 w 1622"/>
                    <a:gd name="T7" fmla="*/ 1111 h 1649"/>
                    <a:gd name="T8" fmla="*/ 513 w 1622"/>
                    <a:gd name="T9" fmla="*/ 1205 h 1649"/>
                    <a:gd name="T10" fmla="*/ 745 w 1622"/>
                    <a:gd name="T11" fmla="*/ 1065 h 1649"/>
                    <a:gd name="T12" fmla="*/ 749 w 1622"/>
                    <a:gd name="T13" fmla="*/ 1164 h 1649"/>
                    <a:gd name="T14" fmla="*/ 441 w 1622"/>
                    <a:gd name="T15" fmla="*/ 1439 h 1649"/>
                    <a:gd name="T16" fmla="*/ 793 w 1622"/>
                    <a:gd name="T17" fmla="*/ 1238 h 1649"/>
                    <a:gd name="T18" fmla="*/ 1118 w 1622"/>
                    <a:gd name="T19" fmla="*/ 1445 h 1649"/>
                    <a:gd name="T20" fmla="*/ 1100 w 1622"/>
                    <a:gd name="T21" fmla="*/ 1326 h 1649"/>
                    <a:gd name="T22" fmla="*/ 858 w 1622"/>
                    <a:gd name="T23" fmla="*/ 1065 h 1649"/>
                    <a:gd name="T24" fmla="*/ 1103 w 1622"/>
                    <a:gd name="T25" fmla="*/ 1206 h 1649"/>
                    <a:gd name="T26" fmla="*/ 1185 w 1622"/>
                    <a:gd name="T27" fmla="*/ 1099 h 1649"/>
                    <a:gd name="T28" fmla="*/ 859 w 1622"/>
                    <a:gd name="T29" fmla="*/ 980 h 1649"/>
                    <a:gd name="T30" fmla="*/ 1165 w 1622"/>
                    <a:gd name="T31" fmla="*/ 813 h 1649"/>
                    <a:gd name="T32" fmla="*/ 1146 w 1622"/>
                    <a:gd name="T33" fmla="*/ 733 h 1649"/>
                    <a:gd name="T34" fmla="*/ 881 w 1622"/>
                    <a:gd name="T35" fmla="*/ 701 h 1649"/>
                    <a:gd name="T36" fmla="*/ 1196 w 1622"/>
                    <a:gd name="T37" fmla="*/ 686 h 1649"/>
                    <a:gd name="T38" fmla="*/ 859 w 1622"/>
                    <a:gd name="T39" fmla="*/ 616 h 1649"/>
                    <a:gd name="T40" fmla="*/ 837 w 1622"/>
                    <a:gd name="T41" fmla="*/ 357 h 1649"/>
                    <a:gd name="T42" fmla="*/ 763 w 1622"/>
                    <a:gd name="T43" fmla="*/ 501 h 1649"/>
                    <a:gd name="T44" fmla="*/ 465 w 1622"/>
                    <a:gd name="T45" fmla="*/ 617 h 1649"/>
                    <a:gd name="T46" fmla="*/ 741 w 1622"/>
                    <a:gd name="T47" fmla="*/ 701 h 1649"/>
                    <a:gd name="T48" fmla="*/ 736 w 1622"/>
                    <a:gd name="T49" fmla="*/ 733 h 1649"/>
                    <a:gd name="T50" fmla="*/ 423 w 1622"/>
                    <a:gd name="T51" fmla="*/ 797 h 1649"/>
                    <a:gd name="T52" fmla="*/ 762 w 1622"/>
                    <a:gd name="T53" fmla="*/ 814 h 1649"/>
                    <a:gd name="T54" fmla="*/ 570 w 1622"/>
                    <a:gd name="T55" fmla="*/ 321 h 1649"/>
                    <a:gd name="T56" fmla="*/ 650 w 1622"/>
                    <a:gd name="T57" fmla="*/ 329 h 1649"/>
                    <a:gd name="T58" fmla="*/ 792 w 1622"/>
                    <a:gd name="T59" fmla="*/ 247 h 1649"/>
                    <a:gd name="T60" fmla="*/ 713 w 1622"/>
                    <a:gd name="T61" fmla="*/ 227 h 1649"/>
                    <a:gd name="T62" fmla="*/ 612 w 1622"/>
                    <a:gd name="T63" fmla="*/ 192 h 1649"/>
                    <a:gd name="T64" fmla="*/ 527 w 1622"/>
                    <a:gd name="T65" fmla="*/ 244 h 1649"/>
                    <a:gd name="T66" fmla="*/ 432 w 1622"/>
                    <a:gd name="T67" fmla="*/ 227 h 1649"/>
                    <a:gd name="T68" fmla="*/ 570 w 1622"/>
                    <a:gd name="T69" fmla="*/ 321 h 1649"/>
                    <a:gd name="T70" fmla="*/ 1009 w 1622"/>
                    <a:gd name="T71" fmla="*/ 355 h 1649"/>
                    <a:gd name="T72" fmla="*/ 1115 w 1622"/>
                    <a:gd name="T73" fmla="*/ 319 h 1649"/>
                    <a:gd name="T74" fmla="*/ 1154 w 1622"/>
                    <a:gd name="T75" fmla="*/ 192 h 1649"/>
                    <a:gd name="T76" fmla="*/ 1065 w 1622"/>
                    <a:gd name="T77" fmla="*/ 244 h 1649"/>
                    <a:gd name="T78" fmla="*/ 992 w 1622"/>
                    <a:gd name="T79" fmla="*/ 196 h 1649"/>
                    <a:gd name="T80" fmla="*/ 927 w 1622"/>
                    <a:gd name="T81" fmla="*/ 244 h 1649"/>
                    <a:gd name="T82" fmla="*/ 831 w 1622"/>
                    <a:gd name="T83" fmla="*/ 229 h 1649"/>
                    <a:gd name="T84" fmla="*/ 970 w 1622"/>
                    <a:gd name="T85" fmla="*/ 321 h 1649"/>
                    <a:gd name="T86" fmla="*/ 421 w 1622"/>
                    <a:gd name="T87" fmla="*/ 573 h 1649"/>
                    <a:gd name="T88" fmla="*/ 637 w 1622"/>
                    <a:gd name="T89" fmla="*/ 575 h 1649"/>
                    <a:gd name="T90" fmla="*/ 725 w 1622"/>
                    <a:gd name="T91" fmla="*/ 519 h 1649"/>
                    <a:gd name="T92" fmla="*/ 439 w 1622"/>
                    <a:gd name="T93" fmla="*/ 397 h 1649"/>
                    <a:gd name="T94" fmla="*/ 513 w 1622"/>
                    <a:gd name="T95" fmla="*/ 459 h 1649"/>
                    <a:gd name="T96" fmla="*/ 740 w 1622"/>
                    <a:gd name="T97" fmla="*/ 451 h 1649"/>
                    <a:gd name="T98" fmla="*/ 1210 w 1622"/>
                    <a:gd name="T99" fmla="*/ 545 h 1649"/>
                    <a:gd name="T100" fmla="*/ 901 w 1622"/>
                    <a:gd name="T101" fmla="*/ 516 h 1649"/>
                    <a:gd name="T102" fmla="*/ 1030 w 1622"/>
                    <a:gd name="T103" fmla="*/ 566 h 1649"/>
                    <a:gd name="T104" fmla="*/ 1041 w 1622"/>
                    <a:gd name="T105" fmla="*/ 364 h 1649"/>
                    <a:gd name="T106" fmla="*/ 930 w 1622"/>
                    <a:gd name="T107" fmla="*/ 474 h 1649"/>
                    <a:gd name="T108" fmla="*/ 1162 w 1622"/>
                    <a:gd name="T109" fmla="*/ 477 h 1649"/>
                    <a:gd name="T110" fmla="*/ 1041 w 1622"/>
                    <a:gd name="T111" fmla="*/ 364 h 16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1622" h="1649">
                      <a:moveTo>
                        <a:pt x="1620" y="828"/>
                      </a:moveTo>
                      <a:cubicBezTo>
                        <a:pt x="1619" y="1272"/>
                        <a:pt x="1252" y="1649"/>
                        <a:pt x="785" y="1635"/>
                      </a:cubicBezTo>
                      <a:cubicBezTo>
                        <a:pt x="357" y="1622"/>
                        <a:pt x="0" y="1271"/>
                        <a:pt x="2" y="825"/>
                      </a:cubicBezTo>
                      <a:cubicBezTo>
                        <a:pt x="4" y="367"/>
                        <a:pt x="368" y="32"/>
                        <a:pt x="779" y="17"/>
                      </a:cubicBezTo>
                      <a:cubicBezTo>
                        <a:pt x="1253" y="0"/>
                        <a:pt x="1622" y="384"/>
                        <a:pt x="1620" y="828"/>
                      </a:cubicBezTo>
                      <a:close/>
                      <a:moveTo>
                        <a:pt x="859" y="980"/>
                      </a:moveTo>
                      <a:cubicBezTo>
                        <a:pt x="852" y="924"/>
                        <a:pt x="846" y="916"/>
                        <a:pt x="815" y="916"/>
                      </a:cubicBezTo>
                      <a:cubicBezTo>
                        <a:pt x="801" y="916"/>
                        <a:pt x="781" y="917"/>
                        <a:pt x="774" y="926"/>
                      </a:cubicBezTo>
                      <a:cubicBezTo>
                        <a:pt x="763" y="939"/>
                        <a:pt x="760" y="959"/>
                        <a:pt x="753" y="979"/>
                      </a:cubicBezTo>
                      <a:cubicBezTo>
                        <a:pt x="750" y="979"/>
                        <a:pt x="743" y="979"/>
                        <a:pt x="737" y="979"/>
                      </a:cubicBezTo>
                      <a:cubicBezTo>
                        <a:pt x="682" y="979"/>
                        <a:pt x="628" y="979"/>
                        <a:pt x="573" y="980"/>
                      </a:cubicBezTo>
                      <a:cubicBezTo>
                        <a:pt x="498" y="981"/>
                        <a:pt x="434" y="1039"/>
                        <a:pt x="431" y="1111"/>
                      </a:cubicBezTo>
                      <a:cubicBezTo>
                        <a:pt x="429" y="1143"/>
                        <a:pt x="430" y="1175"/>
                        <a:pt x="430" y="1207"/>
                      </a:cubicBezTo>
                      <a:cubicBezTo>
                        <a:pt x="431" y="1230"/>
                        <a:pt x="445" y="1241"/>
                        <a:pt x="473" y="1241"/>
                      </a:cubicBezTo>
                      <a:cubicBezTo>
                        <a:pt x="499" y="1241"/>
                        <a:pt x="512" y="1229"/>
                        <a:pt x="513" y="1205"/>
                      </a:cubicBezTo>
                      <a:cubicBezTo>
                        <a:pt x="513" y="1179"/>
                        <a:pt x="512" y="1153"/>
                        <a:pt x="514" y="1127"/>
                      </a:cubicBezTo>
                      <a:cubicBezTo>
                        <a:pt x="516" y="1088"/>
                        <a:pt x="540" y="1065"/>
                        <a:pt x="580" y="1064"/>
                      </a:cubicBezTo>
                      <a:cubicBezTo>
                        <a:pt x="635" y="1064"/>
                        <a:pt x="690" y="1065"/>
                        <a:pt x="745" y="1065"/>
                      </a:cubicBezTo>
                      <a:cubicBezTo>
                        <a:pt x="750" y="1065"/>
                        <a:pt x="754" y="1066"/>
                        <a:pt x="759" y="1067"/>
                      </a:cubicBezTo>
                      <a:cubicBezTo>
                        <a:pt x="759" y="1094"/>
                        <a:pt x="760" y="1120"/>
                        <a:pt x="759" y="1146"/>
                      </a:cubicBezTo>
                      <a:cubicBezTo>
                        <a:pt x="758" y="1152"/>
                        <a:pt x="754" y="1160"/>
                        <a:pt x="749" y="1164"/>
                      </a:cubicBezTo>
                      <a:cubicBezTo>
                        <a:pt x="692" y="1204"/>
                        <a:pt x="635" y="1244"/>
                        <a:pt x="578" y="1284"/>
                      </a:cubicBezTo>
                      <a:cubicBezTo>
                        <a:pt x="533" y="1315"/>
                        <a:pt x="489" y="1346"/>
                        <a:pt x="445" y="1379"/>
                      </a:cubicBezTo>
                      <a:cubicBezTo>
                        <a:pt x="422" y="1396"/>
                        <a:pt x="422" y="1415"/>
                        <a:pt x="441" y="1439"/>
                      </a:cubicBezTo>
                      <a:cubicBezTo>
                        <a:pt x="456" y="1459"/>
                        <a:pt x="475" y="1462"/>
                        <a:pt x="497" y="1447"/>
                      </a:cubicBezTo>
                      <a:cubicBezTo>
                        <a:pt x="518" y="1432"/>
                        <a:pt x="538" y="1416"/>
                        <a:pt x="560" y="1401"/>
                      </a:cubicBezTo>
                      <a:cubicBezTo>
                        <a:pt x="637" y="1347"/>
                        <a:pt x="716" y="1293"/>
                        <a:pt x="793" y="1238"/>
                      </a:cubicBezTo>
                      <a:cubicBezTo>
                        <a:pt x="805" y="1230"/>
                        <a:pt x="813" y="1230"/>
                        <a:pt x="823" y="1238"/>
                      </a:cubicBezTo>
                      <a:cubicBezTo>
                        <a:pt x="861" y="1264"/>
                        <a:pt x="898" y="1291"/>
                        <a:pt x="936" y="1317"/>
                      </a:cubicBezTo>
                      <a:cubicBezTo>
                        <a:pt x="997" y="1360"/>
                        <a:pt x="1057" y="1403"/>
                        <a:pt x="1118" y="1445"/>
                      </a:cubicBezTo>
                      <a:cubicBezTo>
                        <a:pt x="1143" y="1463"/>
                        <a:pt x="1161" y="1460"/>
                        <a:pt x="1177" y="1438"/>
                      </a:cubicBezTo>
                      <a:cubicBezTo>
                        <a:pt x="1195" y="1413"/>
                        <a:pt x="1193" y="1395"/>
                        <a:pt x="1169" y="1377"/>
                      </a:cubicBezTo>
                      <a:cubicBezTo>
                        <a:pt x="1147" y="1359"/>
                        <a:pt x="1123" y="1343"/>
                        <a:pt x="1100" y="1326"/>
                      </a:cubicBezTo>
                      <a:cubicBezTo>
                        <a:pt x="1025" y="1274"/>
                        <a:pt x="951" y="1222"/>
                        <a:pt x="876" y="1170"/>
                      </a:cubicBezTo>
                      <a:cubicBezTo>
                        <a:pt x="869" y="1165"/>
                        <a:pt x="860" y="1157"/>
                        <a:pt x="859" y="1150"/>
                      </a:cubicBezTo>
                      <a:cubicBezTo>
                        <a:pt x="857" y="1122"/>
                        <a:pt x="858" y="1094"/>
                        <a:pt x="858" y="1065"/>
                      </a:cubicBezTo>
                      <a:cubicBezTo>
                        <a:pt x="923" y="1065"/>
                        <a:pt x="987" y="1064"/>
                        <a:pt x="1051" y="1066"/>
                      </a:cubicBezTo>
                      <a:cubicBezTo>
                        <a:pt x="1082" y="1067"/>
                        <a:pt x="1102" y="1093"/>
                        <a:pt x="1103" y="1126"/>
                      </a:cubicBezTo>
                      <a:cubicBezTo>
                        <a:pt x="1104" y="1153"/>
                        <a:pt x="1103" y="1179"/>
                        <a:pt x="1103" y="1206"/>
                      </a:cubicBezTo>
                      <a:cubicBezTo>
                        <a:pt x="1104" y="1227"/>
                        <a:pt x="1119" y="1240"/>
                        <a:pt x="1141" y="1241"/>
                      </a:cubicBezTo>
                      <a:cubicBezTo>
                        <a:pt x="1170" y="1242"/>
                        <a:pt x="1187" y="1232"/>
                        <a:pt x="1188" y="1209"/>
                      </a:cubicBezTo>
                      <a:cubicBezTo>
                        <a:pt x="1189" y="1172"/>
                        <a:pt x="1189" y="1135"/>
                        <a:pt x="1185" y="1099"/>
                      </a:cubicBezTo>
                      <a:cubicBezTo>
                        <a:pt x="1183" y="1079"/>
                        <a:pt x="1173" y="1059"/>
                        <a:pt x="1162" y="1042"/>
                      </a:cubicBezTo>
                      <a:cubicBezTo>
                        <a:pt x="1133" y="998"/>
                        <a:pt x="1089" y="980"/>
                        <a:pt x="1038" y="980"/>
                      </a:cubicBezTo>
                      <a:cubicBezTo>
                        <a:pt x="978" y="979"/>
                        <a:pt x="919" y="980"/>
                        <a:pt x="859" y="980"/>
                      </a:cubicBezTo>
                      <a:close/>
                      <a:moveTo>
                        <a:pt x="862" y="813"/>
                      </a:moveTo>
                      <a:cubicBezTo>
                        <a:pt x="870" y="813"/>
                        <a:pt x="878" y="813"/>
                        <a:pt x="885" y="813"/>
                      </a:cubicBezTo>
                      <a:cubicBezTo>
                        <a:pt x="978" y="813"/>
                        <a:pt x="1071" y="813"/>
                        <a:pt x="1165" y="813"/>
                      </a:cubicBezTo>
                      <a:cubicBezTo>
                        <a:pt x="1192" y="813"/>
                        <a:pt x="1204" y="801"/>
                        <a:pt x="1205" y="775"/>
                      </a:cubicBezTo>
                      <a:cubicBezTo>
                        <a:pt x="1205" y="746"/>
                        <a:pt x="1195" y="735"/>
                        <a:pt x="1166" y="733"/>
                      </a:cubicBezTo>
                      <a:cubicBezTo>
                        <a:pt x="1159" y="733"/>
                        <a:pt x="1153" y="733"/>
                        <a:pt x="1146" y="733"/>
                      </a:cubicBezTo>
                      <a:cubicBezTo>
                        <a:pt x="1058" y="733"/>
                        <a:pt x="970" y="733"/>
                        <a:pt x="882" y="733"/>
                      </a:cubicBezTo>
                      <a:cubicBezTo>
                        <a:pt x="873" y="733"/>
                        <a:pt x="861" y="737"/>
                        <a:pt x="859" y="721"/>
                      </a:cubicBezTo>
                      <a:cubicBezTo>
                        <a:pt x="857" y="704"/>
                        <a:pt x="867" y="701"/>
                        <a:pt x="881" y="701"/>
                      </a:cubicBezTo>
                      <a:cubicBezTo>
                        <a:pt x="967" y="701"/>
                        <a:pt x="1054" y="701"/>
                        <a:pt x="1141" y="701"/>
                      </a:cubicBezTo>
                      <a:cubicBezTo>
                        <a:pt x="1152" y="701"/>
                        <a:pt x="1164" y="703"/>
                        <a:pt x="1174" y="700"/>
                      </a:cubicBezTo>
                      <a:cubicBezTo>
                        <a:pt x="1182" y="698"/>
                        <a:pt x="1192" y="693"/>
                        <a:pt x="1196" y="686"/>
                      </a:cubicBezTo>
                      <a:cubicBezTo>
                        <a:pt x="1216" y="652"/>
                        <a:pt x="1196" y="617"/>
                        <a:pt x="1157" y="617"/>
                      </a:cubicBezTo>
                      <a:cubicBezTo>
                        <a:pt x="1065" y="617"/>
                        <a:pt x="974" y="617"/>
                        <a:pt x="883" y="617"/>
                      </a:cubicBezTo>
                      <a:cubicBezTo>
                        <a:pt x="876" y="617"/>
                        <a:pt x="869" y="617"/>
                        <a:pt x="859" y="616"/>
                      </a:cubicBezTo>
                      <a:cubicBezTo>
                        <a:pt x="859" y="599"/>
                        <a:pt x="859" y="583"/>
                        <a:pt x="859" y="567"/>
                      </a:cubicBezTo>
                      <a:cubicBezTo>
                        <a:pt x="859" y="510"/>
                        <a:pt x="859" y="452"/>
                        <a:pt x="859" y="395"/>
                      </a:cubicBezTo>
                      <a:cubicBezTo>
                        <a:pt x="859" y="378"/>
                        <a:pt x="856" y="363"/>
                        <a:pt x="837" y="357"/>
                      </a:cubicBezTo>
                      <a:cubicBezTo>
                        <a:pt x="814" y="350"/>
                        <a:pt x="778" y="355"/>
                        <a:pt x="769" y="369"/>
                      </a:cubicBezTo>
                      <a:cubicBezTo>
                        <a:pt x="765" y="375"/>
                        <a:pt x="764" y="382"/>
                        <a:pt x="764" y="389"/>
                      </a:cubicBezTo>
                      <a:cubicBezTo>
                        <a:pt x="763" y="427"/>
                        <a:pt x="763" y="464"/>
                        <a:pt x="763" y="501"/>
                      </a:cubicBezTo>
                      <a:cubicBezTo>
                        <a:pt x="763" y="539"/>
                        <a:pt x="763" y="577"/>
                        <a:pt x="763" y="617"/>
                      </a:cubicBezTo>
                      <a:cubicBezTo>
                        <a:pt x="752" y="617"/>
                        <a:pt x="744" y="617"/>
                        <a:pt x="735" y="617"/>
                      </a:cubicBezTo>
                      <a:cubicBezTo>
                        <a:pt x="645" y="617"/>
                        <a:pt x="555" y="617"/>
                        <a:pt x="465" y="617"/>
                      </a:cubicBezTo>
                      <a:cubicBezTo>
                        <a:pt x="427" y="617"/>
                        <a:pt x="406" y="650"/>
                        <a:pt x="425" y="684"/>
                      </a:cubicBezTo>
                      <a:cubicBezTo>
                        <a:pt x="430" y="692"/>
                        <a:pt x="444" y="701"/>
                        <a:pt x="453" y="701"/>
                      </a:cubicBezTo>
                      <a:cubicBezTo>
                        <a:pt x="549" y="702"/>
                        <a:pt x="645" y="701"/>
                        <a:pt x="741" y="701"/>
                      </a:cubicBezTo>
                      <a:cubicBezTo>
                        <a:pt x="748" y="701"/>
                        <a:pt x="755" y="702"/>
                        <a:pt x="762" y="703"/>
                      </a:cubicBezTo>
                      <a:cubicBezTo>
                        <a:pt x="762" y="713"/>
                        <a:pt x="762" y="722"/>
                        <a:pt x="762" y="732"/>
                      </a:cubicBezTo>
                      <a:cubicBezTo>
                        <a:pt x="753" y="732"/>
                        <a:pt x="745" y="733"/>
                        <a:pt x="736" y="733"/>
                      </a:cubicBezTo>
                      <a:cubicBezTo>
                        <a:pt x="643" y="733"/>
                        <a:pt x="551" y="733"/>
                        <a:pt x="458" y="733"/>
                      </a:cubicBezTo>
                      <a:cubicBezTo>
                        <a:pt x="444" y="733"/>
                        <a:pt x="428" y="732"/>
                        <a:pt x="424" y="747"/>
                      </a:cubicBezTo>
                      <a:cubicBezTo>
                        <a:pt x="420" y="763"/>
                        <a:pt x="419" y="782"/>
                        <a:pt x="423" y="797"/>
                      </a:cubicBezTo>
                      <a:cubicBezTo>
                        <a:pt x="427" y="813"/>
                        <a:pt x="444" y="813"/>
                        <a:pt x="458" y="813"/>
                      </a:cubicBezTo>
                      <a:cubicBezTo>
                        <a:pt x="553" y="813"/>
                        <a:pt x="648" y="813"/>
                        <a:pt x="742" y="813"/>
                      </a:cubicBezTo>
                      <a:cubicBezTo>
                        <a:pt x="749" y="813"/>
                        <a:pt x="755" y="813"/>
                        <a:pt x="762" y="814"/>
                      </a:cubicBezTo>
                      <a:cubicBezTo>
                        <a:pt x="766" y="859"/>
                        <a:pt x="770" y="864"/>
                        <a:pt x="800" y="865"/>
                      </a:cubicBezTo>
                      <a:cubicBezTo>
                        <a:pt x="849" y="867"/>
                        <a:pt x="853" y="864"/>
                        <a:pt x="862" y="813"/>
                      </a:cubicBezTo>
                      <a:close/>
                      <a:moveTo>
                        <a:pt x="570" y="321"/>
                      </a:moveTo>
                      <a:cubicBezTo>
                        <a:pt x="571" y="323"/>
                        <a:pt x="572" y="326"/>
                        <a:pt x="573" y="328"/>
                      </a:cubicBezTo>
                      <a:cubicBezTo>
                        <a:pt x="577" y="350"/>
                        <a:pt x="594" y="356"/>
                        <a:pt x="613" y="356"/>
                      </a:cubicBezTo>
                      <a:cubicBezTo>
                        <a:pt x="631" y="356"/>
                        <a:pt x="645" y="350"/>
                        <a:pt x="650" y="329"/>
                      </a:cubicBezTo>
                      <a:cubicBezTo>
                        <a:pt x="651" y="325"/>
                        <a:pt x="659" y="321"/>
                        <a:pt x="664" y="321"/>
                      </a:cubicBezTo>
                      <a:cubicBezTo>
                        <a:pt x="684" y="319"/>
                        <a:pt x="704" y="320"/>
                        <a:pt x="724" y="318"/>
                      </a:cubicBezTo>
                      <a:cubicBezTo>
                        <a:pt x="774" y="315"/>
                        <a:pt x="791" y="298"/>
                        <a:pt x="792" y="247"/>
                      </a:cubicBezTo>
                      <a:cubicBezTo>
                        <a:pt x="792" y="242"/>
                        <a:pt x="792" y="237"/>
                        <a:pt x="792" y="231"/>
                      </a:cubicBezTo>
                      <a:cubicBezTo>
                        <a:pt x="791" y="205"/>
                        <a:pt x="779" y="193"/>
                        <a:pt x="755" y="192"/>
                      </a:cubicBezTo>
                      <a:cubicBezTo>
                        <a:pt x="729" y="191"/>
                        <a:pt x="718" y="202"/>
                        <a:pt x="713" y="227"/>
                      </a:cubicBezTo>
                      <a:cubicBezTo>
                        <a:pt x="712" y="233"/>
                        <a:pt x="704" y="242"/>
                        <a:pt x="698" y="243"/>
                      </a:cubicBezTo>
                      <a:cubicBezTo>
                        <a:pt x="683" y="245"/>
                        <a:pt x="668" y="244"/>
                        <a:pt x="653" y="244"/>
                      </a:cubicBezTo>
                      <a:cubicBezTo>
                        <a:pt x="646" y="202"/>
                        <a:pt x="637" y="191"/>
                        <a:pt x="612" y="192"/>
                      </a:cubicBezTo>
                      <a:cubicBezTo>
                        <a:pt x="602" y="193"/>
                        <a:pt x="589" y="194"/>
                        <a:pt x="584" y="201"/>
                      </a:cubicBezTo>
                      <a:cubicBezTo>
                        <a:pt x="576" y="212"/>
                        <a:pt x="573" y="228"/>
                        <a:pt x="566" y="244"/>
                      </a:cubicBezTo>
                      <a:cubicBezTo>
                        <a:pt x="555" y="244"/>
                        <a:pt x="541" y="243"/>
                        <a:pt x="527" y="244"/>
                      </a:cubicBezTo>
                      <a:cubicBezTo>
                        <a:pt x="515" y="244"/>
                        <a:pt x="510" y="237"/>
                        <a:pt x="509" y="225"/>
                      </a:cubicBezTo>
                      <a:cubicBezTo>
                        <a:pt x="506" y="202"/>
                        <a:pt x="493" y="191"/>
                        <a:pt x="469" y="192"/>
                      </a:cubicBezTo>
                      <a:cubicBezTo>
                        <a:pt x="445" y="193"/>
                        <a:pt x="433" y="204"/>
                        <a:pt x="432" y="227"/>
                      </a:cubicBezTo>
                      <a:cubicBezTo>
                        <a:pt x="431" y="240"/>
                        <a:pt x="431" y="254"/>
                        <a:pt x="433" y="267"/>
                      </a:cubicBezTo>
                      <a:cubicBezTo>
                        <a:pt x="437" y="299"/>
                        <a:pt x="456" y="315"/>
                        <a:pt x="488" y="317"/>
                      </a:cubicBezTo>
                      <a:cubicBezTo>
                        <a:pt x="515" y="319"/>
                        <a:pt x="542" y="320"/>
                        <a:pt x="570" y="321"/>
                      </a:cubicBezTo>
                      <a:close/>
                      <a:moveTo>
                        <a:pt x="970" y="321"/>
                      </a:moveTo>
                      <a:cubicBezTo>
                        <a:pt x="971" y="326"/>
                        <a:pt x="972" y="333"/>
                        <a:pt x="975" y="335"/>
                      </a:cubicBezTo>
                      <a:cubicBezTo>
                        <a:pt x="986" y="343"/>
                        <a:pt x="997" y="354"/>
                        <a:pt x="1009" y="355"/>
                      </a:cubicBezTo>
                      <a:cubicBezTo>
                        <a:pt x="1020" y="356"/>
                        <a:pt x="1041" y="349"/>
                        <a:pt x="1043" y="342"/>
                      </a:cubicBezTo>
                      <a:cubicBezTo>
                        <a:pt x="1049" y="314"/>
                        <a:pt x="1068" y="321"/>
                        <a:pt x="1085" y="320"/>
                      </a:cubicBezTo>
                      <a:cubicBezTo>
                        <a:pt x="1095" y="320"/>
                        <a:pt x="1105" y="319"/>
                        <a:pt x="1115" y="319"/>
                      </a:cubicBezTo>
                      <a:cubicBezTo>
                        <a:pt x="1192" y="317"/>
                        <a:pt x="1191" y="284"/>
                        <a:pt x="1191" y="232"/>
                      </a:cubicBezTo>
                      <a:cubicBezTo>
                        <a:pt x="1191" y="230"/>
                        <a:pt x="1191" y="228"/>
                        <a:pt x="1191" y="226"/>
                      </a:cubicBezTo>
                      <a:cubicBezTo>
                        <a:pt x="1188" y="203"/>
                        <a:pt x="1178" y="193"/>
                        <a:pt x="1154" y="192"/>
                      </a:cubicBezTo>
                      <a:cubicBezTo>
                        <a:pt x="1130" y="190"/>
                        <a:pt x="1116" y="200"/>
                        <a:pt x="1113" y="222"/>
                      </a:cubicBezTo>
                      <a:cubicBezTo>
                        <a:pt x="1112" y="240"/>
                        <a:pt x="1103" y="245"/>
                        <a:pt x="1087" y="244"/>
                      </a:cubicBezTo>
                      <a:cubicBezTo>
                        <a:pt x="1080" y="244"/>
                        <a:pt x="1073" y="243"/>
                        <a:pt x="1065" y="244"/>
                      </a:cubicBezTo>
                      <a:cubicBezTo>
                        <a:pt x="1054" y="245"/>
                        <a:pt x="1049" y="240"/>
                        <a:pt x="1048" y="228"/>
                      </a:cubicBezTo>
                      <a:cubicBezTo>
                        <a:pt x="1048" y="219"/>
                        <a:pt x="1045" y="208"/>
                        <a:pt x="1039" y="202"/>
                      </a:cubicBezTo>
                      <a:cubicBezTo>
                        <a:pt x="1025" y="189"/>
                        <a:pt x="1008" y="189"/>
                        <a:pt x="992" y="196"/>
                      </a:cubicBezTo>
                      <a:cubicBezTo>
                        <a:pt x="977" y="202"/>
                        <a:pt x="972" y="214"/>
                        <a:pt x="972" y="229"/>
                      </a:cubicBezTo>
                      <a:cubicBezTo>
                        <a:pt x="971" y="234"/>
                        <a:pt x="970" y="238"/>
                        <a:pt x="970" y="243"/>
                      </a:cubicBezTo>
                      <a:cubicBezTo>
                        <a:pt x="955" y="243"/>
                        <a:pt x="941" y="243"/>
                        <a:pt x="927" y="244"/>
                      </a:cubicBezTo>
                      <a:cubicBezTo>
                        <a:pt x="915" y="244"/>
                        <a:pt x="909" y="239"/>
                        <a:pt x="908" y="226"/>
                      </a:cubicBezTo>
                      <a:cubicBezTo>
                        <a:pt x="906" y="202"/>
                        <a:pt x="893" y="191"/>
                        <a:pt x="868" y="192"/>
                      </a:cubicBezTo>
                      <a:cubicBezTo>
                        <a:pt x="844" y="193"/>
                        <a:pt x="832" y="205"/>
                        <a:pt x="831" y="229"/>
                      </a:cubicBezTo>
                      <a:cubicBezTo>
                        <a:pt x="831" y="238"/>
                        <a:pt x="831" y="247"/>
                        <a:pt x="832" y="255"/>
                      </a:cubicBezTo>
                      <a:cubicBezTo>
                        <a:pt x="832" y="295"/>
                        <a:pt x="850" y="314"/>
                        <a:pt x="889" y="317"/>
                      </a:cubicBezTo>
                      <a:cubicBezTo>
                        <a:pt x="916" y="319"/>
                        <a:pt x="942" y="320"/>
                        <a:pt x="970" y="321"/>
                      </a:cubicBezTo>
                      <a:close/>
                      <a:moveTo>
                        <a:pt x="579" y="483"/>
                      </a:moveTo>
                      <a:cubicBezTo>
                        <a:pt x="528" y="486"/>
                        <a:pt x="480" y="498"/>
                        <a:pt x="433" y="519"/>
                      </a:cubicBezTo>
                      <a:cubicBezTo>
                        <a:pt x="414" y="528"/>
                        <a:pt x="411" y="545"/>
                        <a:pt x="421" y="573"/>
                      </a:cubicBezTo>
                      <a:cubicBezTo>
                        <a:pt x="430" y="594"/>
                        <a:pt x="443" y="601"/>
                        <a:pt x="463" y="595"/>
                      </a:cubicBezTo>
                      <a:cubicBezTo>
                        <a:pt x="479" y="591"/>
                        <a:pt x="493" y="585"/>
                        <a:pt x="508" y="579"/>
                      </a:cubicBezTo>
                      <a:cubicBezTo>
                        <a:pt x="551" y="564"/>
                        <a:pt x="593" y="558"/>
                        <a:pt x="637" y="575"/>
                      </a:cubicBezTo>
                      <a:cubicBezTo>
                        <a:pt x="657" y="583"/>
                        <a:pt x="677" y="589"/>
                        <a:pt x="697" y="595"/>
                      </a:cubicBezTo>
                      <a:cubicBezTo>
                        <a:pt x="720" y="601"/>
                        <a:pt x="731" y="593"/>
                        <a:pt x="740" y="568"/>
                      </a:cubicBezTo>
                      <a:cubicBezTo>
                        <a:pt x="749" y="542"/>
                        <a:pt x="746" y="529"/>
                        <a:pt x="725" y="519"/>
                      </a:cubicBezTo>
                      <a:cubicBezTo>
                        <a:pt x="679" y="498"/>
                        <a:pt x="631" y="485"/>
                        <a:pt x="579" y="483"/>
                      </a:cubicBezTo>
                      <a:close/>
                      <a:moveTo>
                        <a:pt x="582" y="364"/>
                      </a:moveTo>
                      <a:cubicBezTo>
                        <a:pt x="532" y="366"/>
                        <a:pt x="484" y="378"/>
                        <a:pt x="439" y="397"/>
                      </a:cubicBezTo>
                      <a:cubicBezTo>
                        <a:pt x="414" y="408"/>
                        <a:pt x="409" y="424"/>
                        <a:pt x="420" y="451"/>
                      </a:cubicBezTo>
                      <a:cubicBezTo>
                        <a:pt x="430" y="477"/>
                        <a:pt x="443" y="483"/>
                        <a:pt x="470" y="474"/>
                      </a:cubicBezTo>
                      <a:cubicBezTo>
                        <a:pt x="484" y="469"/>
                        <a:pt x="499" y="464"/>
                        <a:pt x="513" y="459"/>
                      </a:cubicBezTo>
                      <a:cubicBezTo>
                        <a:pt x="552" y="444"/>
                        <a:pt x="591" y="440"/>
                        <a:pt x="632" y="454"/>
                      </a:cubicBezTo>
                      <a:cubicBezTo>
                        <a:pt x="653" y="462"/>
                        <a:pt x="674" y="469"/>
                        <a:pt x="696" y="476"/>
                      </a:cubicBezTo>
                      <a:cubicBezTo>
                        <a:pt x="718" y="483"/>
                        <a:pt x="730" y="476"/>
                        <a:pt x="740" y="451"/>
                      </a:cubicBezTo>
                      <a:cubicBezTo>
                        <a:pt x="750" y="426"/>
                        <a:pt x="746" y="409"/>
                        <a:pt x="726" y="400"/>
                      </a:cubicBezTo>
                      <a:cubicBezTo>
                        <a:pt x="680" y="379"/>
                        <a:pt x="632" y="367"/>
                        <a:pt x="582" y="364"/>
                      </a:cubicBezTo>
                      <a:close/>
                      <a:moveTo>
                        <a:pt x="1210" y="545"/>
                      </a:moveTo>
                      <a:cubicBezTo>
                        <a:pt x="1203" y="536"/>
                        <a:pt x="1197" y="526"/>
                        <a:pt x="1188" y="520"/>
                      </a:cubicBezTo>
                      <a:cubicBezTo>
                        <a:pt x="1174" y="512"/>
                        <a:pt x="1158" y="508"/>
                        <a:pt x="1142" y="502"/>
                      </a:cubicBezTo>
                      <a:cubicBezTo>
                        <a:pt x="1060" y="470"/>
                        <a:pt x="979" y="483"/>
                        <a:pt x="901" y="516"/>
                      </a:cubicBezTo>
                      <a:cubicBezTo>
                        <a:pt x="887" y="522"/>
                        <a:pt x="877" y="532"/>
                        <a:pt x="877" y="548"/>
                      </a:cubicBezTo>
                      <a:cubicBezTo>
                        <a:pt x="876" y="586"/>
                        <a:pt x="900" y="603"/>
                        <a:pt x="936" y="592"/>
                      </a:cubicBezTo>
                      <a:cubicBezTo>
                        <a:pt x="967" y="582"/>
                        <a:pt x="998" y="571"/>
                        <a:pt x="1030" y="566"/>
                      </a:cubicBezTo>
                      <a:cubicBezTo>
                        <a:pt x="1071" y="559"/>
                        <a:pt x="1109" y="579"/>
                        <a:pt x="1147" y="591"/>
                      </a:cubicBezTo>
                      <a:cubicBezTo>
                        <a:pt x="1184" y="603"/>
                        <a:pt x="1206" y="588"/>
                        <a:pt x="1210" y="545"/>
                      </a:cubicBezTo>
                      <a:close/>
                      <a:moveTo>
                        <a:pt x="1041" y="364"/>
                      </a:moveTo>
                      <a:cubicBezTo>
                        <a:pt x="993" y="367"/>
                        <a:pt x="945" y="378"/>
                        <a:pt x="900" y="399"/>
                      </a:cubicBezTo>
                      <a:cubicBezTo>
                        <a:pt x="877" y="409"/>
                        <a:pt x="872" y="425"/>
                        <a:pt x="882" y="451"/>
                      </a:cubicBezTo>
                      <a:cubicBezTo>
                        <a:pt x="893" y="477"/>
                        <a:pt x="904" y="483"/>
                        <a:pt x="930" y="474"/>
                      </a:cubicBezTo>
                      <a:cubicBezTo>
                        <a:pt x="940" y="471"/>
                        <a:pt x="950" y="468"/>
                        <a:pt x="960" y="464"/>
                      </a:cubicBezTo>
                      <a:cubicBezTo>
                        <a:pt x="1014" y="441"/>
                        <a:pt x="1067" y="439"/>
                        <a:pt x="1121" y="463"/>
                      </a:cubicBezTo>
                      <a:cubicBezTo>
                        <a:pt x="1134" y="469"/>
                        <a:pt x="1148" y="473"/>
                        <a:pt x="1162" y="477"/>
                      </a:cubicBezTo>
                      <a:cubicBezTo>
                        <a:pt x="1183" y="482"/>
                        <a:pt x="1193" y="473"/>
                        <a:pt x="1203" y="448"/>
                      </a:cubicBezTo>
                      <a:cubicBezTo>
                        <a:pt x="1210" y="427"/>
                        <a:pt x="1206" y="408"/>
                        <a:pt x="1190" y="401"/>
                      </a:cubicBezTo>
                      <a:cubicBezTo>
                        <a:pt x="1143" y="380"/>
                        <a:pt x="1094" y="367"/>
                        <a:pt x="1041" y="36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5" name="îSľïḋe"/>
                <p:cNvSpPr/>
                <p:nvPr/>
              </p:nvSpPr>
              <p:spPr bwMode="auto">
                <a:xfrm>
                  <a:off x="2478825" y="2655864"/>
                  <a:ext cx="1586382" cy="1572129"/>
                </a:xfrm>
                <a:custGeom>
                  <a:avLst/>
                  <a:gdLst>
                    <a:gd name="connsiteX0" fmla="*/ 887404 w 1586382"/>
                    <a:gd name="connsiteY0" fmla="*/ 1525720 h 1572129"/>
                    <a:gd name="connsiteX1" fmla="*/ 888259 w 1586382"/>
                    <a:gd name="connsiteY1" fmla="*/ 1526065 h 1572129"/>
                    <a:gd name="connsiteX2" fmla="*/ 887556 w 1586382"/>
                    <a:gd name="connsiteY2" fmla="*/ 1526677 h 1572129"/>
                    <a:gd name="connsiteX3" fmla="*/ 805086 w 1586382"/>
                    <a:gd name="connsiteY3" fmla="*/ 1488855 h 1572129"/>
                    <a:gd name="connsiteX4" fmla="*/ 845989 w 1586382"/>
                    <a:gd name="connsiteY4" fmla="*/ 1525305 h 1572129"/>
                    <a:gd name="connsiteX5" fmla="*/ 817205 w 1586382"/>
                    <a:gd name="connsiteY5" fmla="*/ 1567706 h 1572129"/>
                    <a:gd name="connsiteX6" fmla="*/ 822508 w 1586382"/>
                    <a:gd name="connsiteY6" fmla="*/ 1504476 h 1572129"/>
                    <a:gd name="connsiteX7" fmla="*/ 806601 w 1586382"/>
                    <a:gd name="connsiteY7" fmla="*/ 1492574 h 1572129"/>
                    <a:gd name="connsiteX8" fmla="*/ 789937 w 1586382"/>
                    <a:gd name="connsiteY8" fmla="*/ 1504476 h 1572129"/>
                    <a:gd name="connsiteX9" fmla="*/ 797511 w 1586382"/>
                    <a:gd name="connsiteY9" fmla="*/ 1567706 h 1572129"/>
                    <a:gd name="connsiteX10" fmla="*/ 767213 w 1586382"/>
                    <a:gd name="connsiteY10" fmla="*/ 1530512 h 1572129"/>
                    <a:gd name="connsiteX11" fmla="*/ 805086 w 1586382"/>
                    <a:gd name="connsiteY11" fmla="*/ 1488855 h 1572129"/>
                    <a:gd name="connsiteX12" fmla="*/ 681430 w 1586382"/>
                    <a:gd name="connsiteY12" fmla="*/ 1484077 h 1572129"/>
                    <a:gd name="connsiteX13" fmla="*/ 713774 w 1586382"/>
                    <a:gd name="connsiteY13" fmla="*/ 1504970 h 1572129"/>
                    <a:gd name="connsiteX14" fmla="*/ 738597 w 1586382"/>
                    <a:gd name="connsiteY14" fmla="*/ 1546758 h 1572129"/>
                    <a:gd name="connsiteX15" fmla="*/ 738597 w 1586382"/>
                    <a:gd name="connsiteY15" fmla="*/ 1489300 h 1572129"/>
                    <a:gd name="connsiteX16" fmla="*/ 750632 w 1586382"/>
                    <a:gd name="connsiteY16" fmla="*/ 1490046 h 1572129"/>
                    <a:gd name="connsiteX17" fmla="*/ 740853 w 1586382"/>
                    <a:gd name="connsiteY17" fmla="*/ 1572129 h 1572129"/>
                    <a:gd name="connsiteX18" fmla="*/ 728066 w 1586382"/>
                    <a:gd name="connsiteY18" fmla="*/ 1560190 h 1572129"/>
                    <a:gd name="connsiteX19" fmla="*/ 703244 w 1586382"/>
                    <a:gd name="connsiteY19" fmla="*/ 1516910 h 1572129"/>
                    <a:gd name="connsiteX20" fmla="*/ 693465 w 1586382"/>
                    <a:gd name="connsiteY20" fmla="*/ 1502732 h 1572129"/>
                    <a:gd name="connsiteX21" fmla="*/ 695722 w 1586382"/>
                    <a:gd name="connsiteY21" fmla="*/ 1566160 h 1572129"/>
                    <a:gd name="connsiteX22" fmla="*/ 677669 w 1586382"/>
                    <a:gd name="connsiteY22" fmla="*/ 1564667 h 1572129"/>
                    <a:gd name="connsiteX23" fmla="*/ 681430 w 1586382"/>
                    <a:gd name="connsiteY23" fmla="*/ 1484077 h 1572129"/>
                    <a:gd name="connsiteX24" fmla="*/ 901939 w 1586382"/>
                    <a:gd name="connsiteY24" fmla="*/ 1482986 h 1572129"/>
                    <a:gd name="connsiteX25" fmla="*/ 923893 w 1586382"/>
                    <a:gd name="connsiteY25" fmla="*/ 1497298 h 1572129"/>
                    <a:gd name="connsiteX26" fmla="*/ 911780 w 1586382"/>
                    <a:gd name="connsiteY26" fmla="*/ 1518391 h 1572129"/>
                    <a:gd name="connsiteX27" fmla="*/ 904967 w 1586382"/>
                    <a:gd name="connsiteY27" fmla="*/ 1522157 h 1572129"/>
                    <a:gd name="connsiteX28" fmla="*/ 935248 w 1586382"/>
                    <a:gd name="connsiteY28" fmla="*/ 1556056 h 1572129"/>
                    <a:gd name="connsiteX29" fmla="*/ 917836 w 1586382"/>
                    <a:gd name="connsiteY29" fmla="*/ 1559069 h 1572129"/>
                    <a:gd name="connsiteX30" fmla="*/ 905724 w 1586382"/>
                    <a:gd name="connsiteY30" fmla="*/ 1544003 h 1572129"/>
                    <a:gd name="connsiteX31" fmla="*/ 900993 w 1586382"/>
                    <a:gd name="connsiteY31" fmla="*/ 1531197 h 1572129"/>
                    <a:gd name="connsiteX32" fmla="*/ 888259 w 1586382"/>
                    <a:gd name="connsiteY32" fmla="*/ 1526065 h 1572129"/>
                    <a:gd name="connsiteX33" fmla="*/ 905724 w 1586382"/>
                    <a:gd name="connsiteY33" fmla="*/ 1510858 h 1572129"/>
                    <a:gd name="connsiteX34" fmla="*/ 901182 w 1586382"/>
                    <a:gd name="connsiteY34" fmla="*/ 1490519 h 1572129"/>
                    <a:gd name="connsiteX35" fmla="*/ 888313 w 1586382"/>
                    <a:gd name="connsiteY35" fmla="*/ 1487506 h 1572129"/>
                    <a:gd name="connsiteX36" fmla="*/ 883013 w 1586382"/>
                    <a:gd name="connsiteY36" fmla="*/ 1498052 h 1572129"/>
                    <a:gd name="connsiteX37" fmla="*/ 887404 w 1586382"/>
                    <a:gd name="connsiteY37" fmla="*/ 1525720 h 1572129"/>
                    <a:gd name="connsiteX38" fmla="*/ 886041 w 1586382"/>
                    <a:gd name="connsiteY38" fmla="*/ 1525171 h 1572129"/>
                    <a:gd name="connsiteX39" fmla="*/ 892098 w 1586382"/>
                    <a:gd name="connsiteY39" fmla="*/ 1565096 h 1572129"/>
                    <a:gd name="connsiteX40" fmla="*/ 874686 w 1586382"/>
                    <a:gd name="connsiteY40" fmla="*/ 1566602 h 1572129"/>
                    <a:gd name="connsiteX41" fmla="*/ 865602 w 1586382"/>
                    <a:gd name="connsiteY41" fmla="*/ 1485999 h 1572129"/>
                    <a:gd name="connsiteX42" fmla="*/ 901939 w 1586382"/>
                    <a:gd name="connsiteY42" fmla="*/ 1482986 h 1572129"/>
                    <a:gd name="connsiteX43" fmla="*/ 612386 w 1586382"/>
                    <a:gd name="connsiteY43" fmla="*/ 1468212 h 1572129"/>
                    <a:gd name="connsiteX44" fmla="*/ 616168 w 1586382"/>
                    <a:gd name="connsiteY44" fmla="*/ 1468212 h 1572129"/>
                    <a:gd name="connsiteX45" fmla="*/ 629026 w 1586382"/>
                    <a:gd name="connsiteY45" fmla="*/ 1555546 h 1572129"/>
                    <a:gd name="connsiteX46" fmla="*/ 598771 w 1586382"/>
                    <a:gd name="connsiteY46" fmla="*/ 1547405 h 1572129"/>
                    <a:gd name="connsiteX47" fmla="*/ 607847 w 1586382"/>
                    <a:gd name="connsiteY47" fmla="*/ 1528162 h 1572129"/>
                    <a:gd name="connsiteX48" fmla="*/ 584399 w 1586382"/>
                    <a:gd name="connsiteY48" fmla="*/ 1516320 h 1572129"/>
                    <a:gd name="connsiteX49" fmla="*/ 572297 w 1586382"/>
                    <a:gd name="connsiteY49" fmla="*/ 1539264 h 1572129"/>
                    <a:gd name="connsiteX50" fmla="*/ 557169 w 1586382"/>
                    <a:gd name="connsiteY50" fmla="*/ 1534823 h 1572129"/>
                    <a:gd name="connsiteX51" fmla="*/ 592882 w 1586382"/>
                    <a:gd name="connsiteY51" fmla="*/ 1494782 h 1572129"/>
                    <a:gd name="connsiteX52" fmla="*/ 593213 w 1586382"/>
                    <a:gd name="connsiteY52" fmla="*/ 1494631 h 1572129"/>
                    <a:gd name="connsiteX53" fmla="*/ 585156 w 1586382"/>
                    <a:gd name="connsiteY53" fmla="*/ 1510399 h 1572129"/>
                    <a:gd name="connsiteX54" fmla="*/ 607091 w 1586382"/>
                    <a:gd name="connsiteY54" fmla="*/ 1517060 h 1572129"/>
                    <a:gd name="connsiteX55" fmla="*/ 604065 w 1586382"/>
                    <a:gd name="connsiteY55" fmla="*/ 1489676 h 1572129"/>
                    <a:gd name="connsiteX56" fmla="*/ 593213 w 1586382"/>
                    <a:gd name="connsiteY56" fmla="*/ 1494631 h 1572129"/>
                    <a:gd name="connsiteX57" fmla="*/ 593476 w 1586382"/>
                    <a:gd name="connsiteY57" fmla="*/ 1494116 h 1572129"/>
                    <a:gd name="connsiteX58" fmla="*/ 592882 w 1586382"/>
                    <a:gd name="connsiteY58" fmla="*/ 1494782 h 1572129"/>
                    <a:gd name="connsiteX59" fmla="*/ 592719 w 1586382"/>
                    <a:gd name="connsiteY59" fmla="*/ 1494856 h 1572129"/>
                    <a:gd name="connsiteX60" fmla="*/ 612386 w 1586382"/>
                    <a:gd name="connsiteY60" fmla="*/ 1468212 h 1572129"/>
                    <a:gd name="connsiteX61" fmla="*/ 1071334 w 1586382"/>
                    <a:gd name="connsiteY61" fmla="*/ 1458228 h 1572129"/>
                    <a:gd name="connsiteX62" fmla="*/ 1071334 w 1586382"/>
                    <a:gd name="connsiteY62" fmla="*/ 1487321 h 1572129"/>
                    <a:gd name="connsiteX63" fmla="*/ 1092314 w 1586382"/>
                    <a:gd name="connsiteY63" fmla="*/ 1477623 h 1572129"/>
                    <a:gd name="connsiteX64" fmla="*/ 1071334 w 1586382"/>
                    <a:gd name="connsiteY64" fmla="*/ 1458228 h 1572129"/>
                    <a:gd name="connsiteX65" fmla="*/ 1015177 w 1586382"/>
                    <a:gd name="connsiteY65" fmla="*/ 1454947 h 1572129"/>
                    <a:gd name="connsiteX66" fmla="*/ 1025644 w 1586382"/>
                    <a:gd name="connsiteY66" fmla="*/ 1493834 h 1572129"/>
                    <a:gd name="connsiteX67" fmla="*/ 1043586 w 1586382"/>
                    <a:gd name="connsiteY67" fmla="*/ 1529730 h 1572129"/>
                    <a:gd name="connsiteX68" fmla="*/ 1019663 w 1586382"/>
                    <a:gd name="connsiteY68" fmla="*/ 1537209 h 1572129"/>
                    <a:gd name="connsiteX69" fmla="*/ 1003216 w 1586382"/>
                    <a:gd name="connsiteY69" fmla="*/ 1473643 h 1572129"/>
                    <a:gd name="connsiteX70" fmla="*/ 999478 w 1586382"/>
                    <a:gd name="connsiteY70" fmla="*/ 1473643 h 1572129"/>
                    <a:gd name="connsiteX71" fmla="*/ 994992 w 1586382"/>
                    <a:gd name="connsiteY71" fmla="*/ 1544687 h 1572129"/>
                    <a:gd name="connsiteX72" fmla="*/ 989759 w 1586382"/>
                    <a:gd name="connsiteY72" fmla="*/ 1545435 h 1572129"/>
                    <a:gd name="connsiteX73" fmla="*/ 952379 w 1586382"/>
                    <a:gd name="connsiteY73" fmla="*/ 1487852 h 1572129"/>
                    <a:gd name="connsiteX74" fmla="*/ 949389 w 1586382"/>
                    <a:gd name="connsiteY74" fmla="*/ 1490095 h 1572129"/>
                    <a:gd name="connsiteX75" fmla="*/ 972564 w 1586382"/>
                    <a:gd name="connsiteY75" fmla="*/ 1550670 h 1572129"/>
                    <a:gd name="connsiteX76" fmla="*/ 956865 w 1586382"/>
                    <a:gd name="connsiteY76" fmla="*/ 1556652 h 1572129"/>
                    <a:gd name="connsiteX77" fmla="*/ 939670 w 1586382"/>
                    <a:gd name="connsiteY77" fmla="*/ 1478130 h 1572129"/>
                    <a:gd name="connsiteX78" fmla="*/ 959855 w 1586382"/>
                    <a:gd name="connsiteY78" fmla="*/ 1471399 h 1572129"/>
                    <a:gd name="connsiteX79" fmla="*/ 989759 w 1586382"/>
                    <a:gd name="connsiteY79" fmla="*/ 1517017 h 1572129"/>
                    <a:gd name="connsiteX80" fmla="*/ 994244 w 1586382"/>
                    <a:gd name="connsiteY80" fmla="*/ 1516269 h 1572129"/>
                    <a:gd name="connsiteX81" fmla="*/ 994244 w 1586382"/>
                    <a:gd name="connsiteY81" fmla="*/ 1484860 h 1572129"/>
                    <a:gd name="connsiteX82" fmla="*/ 1015177 w 1586382"/>
                    <a:gd name="connsiteY82" fmla="*/ 1454947 h 1572129"/>
                    <a:gd name="connsiteX83" fmla="*/ 1069087 w 1586382"/>
                    <a:gd name="connsiteY83" fmla="*/ 1430626 h 1572129"/>
                    <a:gd name="connsiteX84" fmla="*/ 1132026 w 1586382"/>
                    <a:gd name="connsiteY84" fmla="*/ 1495527 h 1572129"/>
                    <a:gd name="connsiteX85" fmla="*/ 1113294 w 1586382"/>
                    <a:gd name="connsiteY85" fmla="*/ 1503733 h 1572129"/>
                    <a:gd name="connsiteX86" fmla="*/ 1096061 w 1586382"/>
                    <a:gd name="connsiteY86" fmla="*/ 1483591 h 1572129"/>
                    <a:gd name="connsiteX87" fmla="*/ 1072833 w 1586382"/>
                    <a:gd name="connsiteY87" fmla="*/ 1492543 h 1572129"/>
                    <a:gd name="connsiteX88" fmla="*/ 1072833 w 1586382"/>
                    <a:gd name="connsiteY88" fmla="*/ 1519398 h 1572129"/>
                    <a:gd name="connsiteX89" fmla="*/ 1064591 w 1586382"/>
                    <a:gd name="connsiteY89" fmla="*/ 1522382 h 1572129"/>
                    <a:gd name="connsiteX90" fmla="*/ 1069087 w 1586382"/>
                    <a:gd name="connsiteY90" fmla="*/ 1430626 h 1572129"/>
                    <a:gd name="connsiteX91" fmla="*/ 496956 w 1586382"/>
                    <a:gd name="connsiteY91" fmla="*/ 1429519 h 1572129"/>
                    <a:gd name="connsiteX92" fmla="*/ 520271 w 1586382"/>
                    <a:gd name="connsiteY92" fmla="*/ 1454110 h 1572129"/>
                    <a:gd name="connsiteX93" fmla="*/ 534561 w 1586382"/>
                    <a:gd name="connsiteY93" fmla="*/ 1501057 h 1572129"/>
                    <a:gd name="connsiteX94" fmla="*/ 548851 w 1586382"/>
                    <a:gd name="connsiteY94" fmla="*/ 1448894 h 1572129"/>
                    <a:gd name="connsiteX95" fmla="*/ 559380 w 1586382"/>
                    <a:gd name="connsiteY95" fmla="*/ 1453365 h 1572129"/>
                    <a:gd name="connsiteX96" fmla="*/ 527792 w 1586382"/>
                    <a:gd name="connsiteY96" fmla="*/ 1530119 h 1572129"/>
                    <a:gd name="connsiteX97" fmla="*/ 498460 w 1586382"/>
                    <a:gd name="connsiteY97" fmla="*/ 1449639 h 1572129"/>
                    <a:gd name="connsiteX98" fmla="*/ 478906 w 1586382"/>
                    <a:gd name="connsiteY98" fmla="*/ 1507018 h 1572129"/>
                    <a:gd name="connsiteX99" fmla="*/ 467624 w 1586382"/>
                    <a:gd name="connsiteY99" fmla="*/ 1503292 h 1572129"/>
                    <a:gd name="connsiteX100" fmla="*/ 496956 w 1586382"/>
                    <a:gd name="connsiteY100" fmla="*/ 1429519 h 1572129"/>
                    <a:gd name="connsiteX101" fmla="*/ 459841 w 1586382"/>
                    <a:gd name="connsiteY101" fmla="*/ 1409620 h 1572129"/>
                    <a:gd name="connsiteX102" fmla="*/ 480889 w 1586382"/>
                    <a:gd name="connsiteY102" fmla="*/ 1420824 h 1572129"/>
                    <a:gd name="connsiteX103" fmla="*/ 446309 w 1586382"/>
                    <a:gd name="connsiteY103" fmla="*/ 1492532 h 1572129"/>
                    <a:gd name="connsiteX104" fmla="*/ 424509 w 1586382"/>
                    <a:gd name="connsiteY104" fmla="*/ 1481328 h 1572129"/>
                    <a:gd name="connsiteX105" fmla="*/ 459841 w 1586382"/>
                    <a:gd name="connsiteY105" fmla="*/ 1409620 h 1572129"/>
                    <a:gd name="connsiteX106" fmla="*/ 1134266 w 1586382"/>
                    <a:gd name="connsiteY106" fmla="*/ 1404094 h 1572129"/>
                    <a:gd name="connsiteX107" fmla="*/ 1167393 w 1586382"/>
                    <a:gd name="connsiteY107" fmla="*/ 1464348 h 1572129"/>
                    <a:gd name="connsiteX108" fmla="*/ 1184709 w 1586382"/>
                    <a:gd name="connsiteY108" fmla="*/ 1460629 h 1572129"/>
                    <a:gd name="connsiteX109" fmla="*/ 1191485 w 1586382"/>
                    <a:gd name="connsiteY109" fmla="*/ 1433105 h 1572129"/>
                    <a:gd name="connsiteX110" fmla="*/ 1202778 w 1586382"/>
                    <a:gd name="connsiteY110" fmla="*/ 1455422 h 1572129"/>
                    <a:gd name="connsiteX111" fmla="*/ 1155347 w 1586382"/>
                    <a:gd name="connsiteY111" fmla="*/ 1483689 h 1572129"/>
                    <a:gd name="connsiteX112" fmla="*/ 1115444 w 1586382"/>
                    <a:gd name="connsiteY112" fmla="*/ 1414508 h 1572129"/>
                    <a:gd name="connsiteX113" fmla="*/ 1134266 w 1586382"/>
                    <a:gd name="connsiteY113" fmla="*/ 1404094 h 1572129"/>
                    <a:gd name="connsiteX114" fmla="*/ 415186 w 1586382"/>
                    <a:gd name="connsiteY114" fmla="*/ 1385299 h 1572129"/>
                    <a:gd name="connsiteX115" fmla="*/ 432248 w 1586382"/>
                    <a:gd name="connsiteY115" fmla="*/ 1396512 h 1572129"/>
                    <a:gd name="connsiteX116" fmla="*/ 390705 w 1586382"/>
                    <a:gd name="connsiteY116" fmla="*/ 1463789 h 1572129"/>
                    <a:gd name="connsiteX117" fmla="*/ 375868 w 1586382"/>
                    <a:gd name="connsiteY117" fmla="*/ 1454071 h 1572129"/>
                    <a:gd name="connsiteX118" fmla="*/ 415186 w 1586382"/>
                    <a:gd name="connsiteY118" fmla="*/ 1385299 h 1572129"/>
                    <a:gd name="connsiteX119" fmla="*/ 377160 w 1586382"/>
                    <a:gd name="connsiteY119" fmla="*/ 1359873 h 1572129"/>
                    <a:gd name="connsiteX120" fmla="*/ 394661 w 1586382"/>
                    <a:gd name="connsiteY120" fmla="*/ 1371031 h 1572129"/>
                    <a:gd name="connsiteX121" fmla="*/ 354332 w 1586382"/>
                    <a:gd name="connsiteY121" fmla="*/ 1439468 h 1572129"/>
                    <a:gd name="connsiteX122" fmla="*/ 336070 w 1586382"/>
                    <a:gd name="connsiteY122" fmla="*/ 1427566 h 1572129"/>
                    <a:gd name="connsiteX123" fmla="*/ 377160 w 1586382"/>
                    <a:gd name="connsiteY123" fmla="*/ 1359873 h 1572129"/>
                    <a:gd name="connsiteX124" fmla="*/ 1215204 w 1586382"/>
                    <a:gd name="connsiteY124" fmla="*/ 1354346 h 1572129"/>
                    <a:gd name="connsiteX125" fmla="*/ 1264684 w 1586382"/>
                    <a:gd name="connsiteY125" fmla="*/ 1413202 h 1572129"/>
                    <a:gd name="connsiteX126" fmla="*/ 1237695 w 1586382"/>
                    <a:gd name="connsiteY126" fmla="*/ 1411712 h 1572129"/>
                    <a:gd name="connsiteX127" fmla="*/ 1214454 w 1586382"/>
                    <a:gd name="connsiteY127" fmla="*/ 1381167 h 1572129"/>
                    <a:gd name="connsiteX128" fmla="*/ 1199460 w 1586382"/>
                    <a:gd name="connsiteY128" fmla="*/ 1367011 h 1572129"/>
                    <a:gd name="connsiteX129" fmla="*/ 1215204 w 1586382"/>
                    <a:gd name="connsiteY129" fmla="*/ 1354346 h 1572129"/>
                    <a:gd name="connsiteX130" fmla="*/ 343506 w 1586382"/>
                    <a:gd name="connsiteY130" fmla="*/ 1337438 h 1572129"/>
                    <a:gd name="connsiteX131" fmla="*/ 360391 w 1586382"/>
                    <a:gd name="connsiteY131" fmla="*/ 1351192 h 1572129"/>
                    <a:gd name="connsiteX132" fmla="*/ 345471 w 1586382"/>
                    <a:gd name="connsiteY132" fmla="*/ 1368392 h 1572129"/>
                    <a:gd name="connsiteX133" fmla="*/ 346963 w 1586382"/>
                    <a:gd name="connsiteY133" fmla="*/ 1345209 h 1572129"/>
                    <a:gd name="connsiteX134" fmla="*/ 332765 w 1586382"/>
                    <a:gd name="connsiteY134" fmla="*/ 1328690 h 1572129"/>
                    <a:gd name="connsiteX135" fmla="*/ 341182 w 1586382"/>
                    <a:gd name="connsiteY135" fmla="*/ 1332215 h 1572129"/>
                    <a:gd name="connsiteX136" fmla="*/ 343506 w 1586382"/>
                    <a:gd name="connsiteY136" fmla="*/ 1337438 h 1572129"/>
                    <a:gd name="connsiteX137" fmla="*/ 1251204 w 1586382"/>
                    <a:gd name="connsiteY137" fmla="*/ 1326709 h 1572129"/>
                    <a:gd name="connsiteX138" fmla="*/ 1287900 w 1586382"/>
                    <a:gd name="connsiteY138" fmla="*/ 1386406 h 1572129"/>
                    <a:gd name="connsiteX139" fmla="*/ 1241469 w 1586382"/>
                    <a:gd name="connsiteY139" fmla="*/ 1334171 h 1572129"/>
                    <a:gd name="connsiteX140" fmla="*/ 1251204 w 1586382"/>
                    <a:gd name="connsiteY140" fmla="*/ 1326709 h 1572129"/>
                    <a:gd name="connsiteX141" fmla="*/ 302950 w 1586382"/>
                    <a:gd name="connsiteY141" fmla="*/ 1320811 h 1572129"/>
                    <a:gd name="connsiteX142" fmla="*/ 324584 w 1586382"/>
                    <a:gd name="connsiteY142" fmla="*/ 1322026 h 1572129"/>
                    <a:gd name="connsiteX143" fmla="*/ 332765 w 1586382"/>
                    <a:gd name="connsiteY143" fmla="*/ 1328690 h 1572129"/>
                    <a:gd name="connsiteX144" fmla="*/ 327568 w 1586382"/>
                    <a:gd name="connsiteY144" fmla="*/ 1326513 h 1572129"/>
                    <a:gd name="connsiteX145" fmla="*/ 286538 w 1586382"/>
                    <a:gd name="connsiteY145" fmla="*/ 1384097 h 1572129"/>
                    <a:gd name="connsiteX146" fmla="*/ 289522 w 1586382"/>
                    <a:gd name="connsiteY146" fmla="*/ 1390827 h 1572129"/>
                    <a:gd name="connsiteX147" fmla="*/ 283555 w 1586382"/>
                    <a:gd name="connsiteY147" fmla="*/ 1334739 h 1572129"/>
                    <a:gd name="connsiteX148" fmla="*/ 302950 w 1586382"/>
                    <a:gd name="connsiteY148" fmla="*/ 1320811 h 1572129"/>
                    <a:gd name="connsiteX149" fmla="*/ 205418 w 1586382"/>
                    <a:gd name="connsiteY149" fmla="*/ 1313679 h 1572129"/>
                    <a:gd name="connsiteX150" fmla="*/ 222038 w 1586382"/>
                    <a:gd name="connsiteY150" fmla="*/ 1318019 h 1572129"/>
                    <a:gd name="connsiteX151" fmla="*/ 243210 w 1586382"/>
                    <a:gd name="connsiteY151" fmla="*/ 1314969 h 1572129"/>
                    <a:gd name="connsiteX152" fmla="*/ 221308 w 1586382"/>
                    <a:gd name="connsiteY152" fmla="*/ 1335554 h 1572129"/>
                    <a:gd name="connsiteX153" fmla="*/ 204517 w 1586382"/>
                    <a:gd name="connsiteY153" fmla="*/ 1313444 h 1572129"/>
                    <a:gd name="connsiteX154" fmla="*/ 205247 w 1586382"/>
                    <a:gd name="connsiteY154" fmla="*/ 1313444 h 1572129"/>
                    <a:gd name="connsiteX155" fmla="*/ 205418 w 1586382"/>
                    <a:gd name="connsiteY155" fmla="*/ 1313679 h 1572129"/>
                    <a:gd name="connsiteX156" fmla="*/ 204464 w 1586382"/>
                    <a:gd name="connsiteY156" fmla="*/ 1312848 h 1572129"/>
                    <a:gd name="connsiteX157" fmla="*/ 204915 w 1586382"/>
                    <a:gd name="connsiteY157" fmla="*/ 1313443 h 1572129"/>
                    <a:gd name="connsiteX158" fmla="*/ 204163 w 1586382"/>
                    <a:gd name="connsiteY158" fmla="*/ 1313443 h 1572129"/>
                    <a:gd name="connsiteX159" fmla="*/ 1314958 w 1586382"/>
                    <a:gd name="connsiteY159" fmla="*/ 1267013 h 1572129"/>
                    <a:gd name="connsiteX160" fmla="*/ 1364179 w 1586382"/>
                    <a:gd name="connsiteY160" fmla="*/ 1326614 h 1572129"/>
                    <a:gd name="connsiteX161" fmla="*/ 1363433 w 1586382"/>
                    <a:gd name="connsiteY161" fmla="*/ 1331084 h 1572129"/>
                    <a:gd name="connsiteX162" fmla="*/ 1284382 w 1586382"/>
                    <a:gd name="connsiteY162" fmla="*/ 1322144 h 1572129"/>
                    <a:gd name="connsiteX163" fmla="*/ 1326145 w 1586382"/>
                    <a:gd name="connsiteY163" fmla="*/ 1366844 h 1572129"/>
                    <a:gd name="connsiteX164" fmla="*/ 1323162 w 1586382"/>
                    <a:gd name="connsiteY164" fmla="*/ 1369824 h 1572129"/>
                    <a:gd name="connsiteX165" fmla="*/ 1270212 w 1586382"/>
                    <a:gd name="connsiteY165" fmla="*/ 1310969 h 1572129"/>
                    <a:gd name="connsiteX166" fmla="*/ 1295568 w 1586382"/>
                    <a:gd name="connsiteY166" fmla="*/ 1303518 h 1572129"/>
                    <a:gd name="connsiteX167" fmla="*/ 1343297 w 1586382"/>
                    <a:gd name="connsiteY167" fmla="*/ 1312459 h 1572129"/>
                    <a:gd name="connsiteX168" fmla="*/ 1306009 w 1586382"/>
                    <a:gd name="connsiteY168" fmla="*/ 1275208 h 1572129"/>
                    <a:gd name="connsiteX169" fmla="*/ 1314958 w 1586382"/>
                    <a:gd name="connsiteY169" fmla="*/ 1267013 h 1572129"/>
                    <a:gd name="connsiteX170" fmla="*/ 240247 w 1586382"/>
                    <a:gd name="connsiteY170" fmla="*/ 1231637 h 1572129"/>
                    <a:gd name="connsiteX171" fmla="*/ 259792 w 1586382"/>
                    <a:gd name="connsiteY171" fmla="*/ 1254691 h 1572129"/>
                    <a:gd name="connsiteX172" fmla="*/ 242502 w 1586382"/>
                    <a:gd name="connsiteY172" fmla="*/ 1265103 h 1572129"/>
                    <a:gd name="connsiteX173" fmla="*/ 215439 w 1586382"/>
                    <a:gd name="connsiteY173" fmla="*/ 1291132 h 1572129"/>
                    <a:gd name="connsiteX174" fmla="*/ 204464 w 1586382"/>
                    <a:gd name="connsiteY174" fmla="*/ 1312848 h 1572129"/>
                    <a:gd name="connsiteX175" fmla="*/ 184618 w 1586382"/>
                    <a:gd name="connsiteY175" fmla="*/ 1286670 h 1572129"/>
                    <a:gd name="connsiteX176" fmla="*/ 240247 w 1586382"/>
                    <a:gd name="connsiteY176" fmla="*/ 1231637 h 1572129"/>
                    <a:gd name="connsiteX177" fmla="*/ 1347453 w 1586382"/>
                    <a:gd name="connsiteY177" fmla="*/ 1227215 h 1572129"/>
                    <a:gd name="connsiteX178" fmla="*/ 1402870 w 1586382"/>
                    <a:gd name="connsiteY178" fmla="*/ 1284701 h 1572129"/>
                    <a:gd name="connsiteX179" fmla="*/ 1390888 w 1586382"/>
                    <a:gd name="connsiteY179" fmla="*/ 1299072 h 1572129"/>
                    <a:gd name="connsiteX180" fmla="*/ 1333224 w 1586382"/>
                    <a:gd name="connsiteY180" fmla="*/ 1244612 h 1572129"/>
                    <a:gd name="connsiteX181" fmla="*/ 1347453 w 1586382"/>
                    <a:gd name="connsiteY181" fmla="*/ 1227215 h 1572129"/>
                    <a:gd name="connsiteX182" fmla="*/ 1373823 w 1586382"/>
                    <a:gd name="connsiteY182" fmla="*/ 1195155 h 1572129"/>
                    <a:gd name="connsiteX183" fmla="*/ 1428611 w 1586382"/>
                    <a:gd name="connsiteY183" fmla="*/ 1212393 h 1572129"/>
                    <a:gd name="connsiteX184" fmla="*/ 1440457 w 1586382"/>
                    <a:gd name="connsiteY184" fmla="*/ 1236377 h 1572129"/>
                    <a:gd name="connsiteX185" fmla="*/ 1436755 w 1586382"/>
                    <a:gd name="connsiteY185" fmla="*/ 1239375 h 1572129"/>
                    <a:gd name="connsiteX186" fmla="*/ 1359756 w 1586382"/>
                    <a:gd name="connsiteY186" fmla="*/ 1213892 h 1572129"/>
                    <a:gd name="connsiteX187" fmla="*/ 1373823 w 1586382"/>
                    <a:gd name="connsiteY187" fmla="*/ 1195155 h 1572129"/>
                    <a:gd name="connsiteX188" fmla="*/ 213361 w 1586382"/>
                    <a:gd name="connsiteY188" fmla="*/ 1190734 h 1572129"/>
                    <a:gd name="connsiteX189" fmla="*/ 190964 w 1586382"/>
                    <a:gd name="connsiteY189" fmla="*/ 1232935 h 1572129"/>
                    <a:gd name="connsiteX190" fmla="*/ 169313 w 1586382"/>
                    <a:gd name="connsiteY190" fmla="*/ 1271435 h 1572129"/>
                    <a:gd name="connsiteX191" fmla="*/ 155875 w 1586382"/>
                    <a:gd name="connsiteY191" fmla="*/ 1252185 h 1572129"/>
                    <a:gd name="connsiteX192" fmla="*/ 164087 w 1586382"/>
                    <a:gd name="connsiteY192" fmla="*/ 1218128 h 1572129"/>
                    <a:gd name="connsiteX193" fmla="*/ 176779 w 1586382"/>
                    <a:gd name="connsiteY193" fmla="*/ 1226272 h 1572129"/>
                    <a:gd name="connsiteX194" fmla="*/ 177005 w 1586382"/>
                    <a:gd name="connsiteY194" fmla="*/ 1225836 h 1572129"/>
                    <a:gd name="connsiteX195" fmla="*/ 164719 w 1586382"/>
                    <a:gd name="connsiteY195" fmla="*/ 1218002 h 1572129"/>
                    <a:gd name="connsiteX196" fmla="*/ 170683 w 1586382"/>
                    <a:gd name="connsiteY196" fmla="*/ 1201840 h 1572129"/>
                    <a:gd name="connsiteX197" fmla="*/ 170227 w 1586382"/>
                    <a:gd name="connsiteY197" fmla="*/ 1201840 h 1572129"/>
                    <a:gd name="connsiteX198" fmla="*/ 164250 w 1586382"/>
                    <a:gd name="connsiteY198" fmla="*/ 1218002 h 1572129"/>
                    <a:gd name="connsiteX199" fmla="*/ 134270 w 1586382"/>
                    <a:gd name="connsiteY199" fmla="*/ 1221687 h 1572129"/>
                    <a:gd name="connsiteX200" fmla="*/ 126026 w 1586382"/>
                    <a:gd name="connsiteY200" fmla="*/ 1209895 h 1572129"/>
                    <a:gd name="connsiteX201" fmla="*/ 170246 w 1586382"/>
                    <a:gd name="connsiteY201" fmla="*/ 1201788 h 1572129"/>
                    <a:gd name="connsiteX202" fmla="*/ 170244 w 1586382"/>
                    <a:gd name="connsiteY202" fmla="*/ 1201792 h 1572129"/>
                    <a:gd name="connsiteX203" fmla="*/ 1450006 w 1586382"/>
                    <a:gd name="connsiteY203" fmla="*/ 1145407 h 1572129"/>
                    <a:gd name="connsiteX204" fmla="*/ 1450152 w 1586382"/>
                    <a:gd name="connsiteY204" fmla="*/ 1146515 h 1572129"/>
                    <a:gd name="connsiteX205" fmla="*/ 1449387 w 1586382"/>
                    <a:gd name="connsiteY205" fmla="*/ 1145790 h 1572129"/>
                    <a:gd name="connsiteX206" fmla="*/ 1447091 w 1586382"/>
                    <a:gd name="connsiteY206" fmla="*/ 1123299 h 1572129"/>
                    <a:gd name="connsiteX207" fmla="*/ 1466990 w 1586382"/>
                    <a:gd name="connsiteY207" fmla="*/ 1134907 h 1572129"/>
                    <a:gd name="connsiteX208" fmla="*/ 1450006 w 1586382"/>
                    <a:gd name="connsiteY208" fmla="*/ 1145407 h 1572129"/>
                    <a:gd name="connsiteX209" fmla="*/ 153921 w 1586382"/>
                    <a:gd name="connsiteY209" fmla="*/ 1116800 h 1572129"/>
                    <a:gd name="connsiteX210" fmla="*/ 128237 w 1586382"/>
                    <a:gd name="connsiteY210" fmla="*/ 1132654 h 1572129"/>
                    <a:gd name="connsiteX211" fmla="*/ 142590 w 1586382"/>
                    <a:gd name="connsiteY211" fmla="*/ 1144734 h 1572129"/>
                    <a:gd name="connsiteX212" fmla="*/ 162986 w 1586382"/>
                    <a:gd name="connsiteY212" fmla="*/ 1125105 h 1572129"/>
                    <a:gd name="connsiteX213" fmla="*/ 153921 w 1586382"/>
                    <a:gd name="connsiteY213" fmla="*/ 1116800 h 1572129"/>
                    <a:gd name="connsiteX214" fmla="*/ 150899 w 1586382"/>
                    <a:gd name="connsiteY214" fmla="*/ 1095661 h 1572129"/>
                    <a:gd name="connsiteX215" fmla="*/ 166763 w 1586382"/>
                    <a:gd name="connsiteY215" fmla="*/ 1127370 h 1572129"/>
                    <a:gd name="connsiteX216" fmla="*/ 163741 w 1586382"/>
                    <a:gd name="connsiteY216" fmla="*/ 1156058 h 1572129"/>
                    <a:gd name="connsiteX217" fmla="*/ 137302 w 1586382"/>
                    <a:gd name="connsiteY217" fmla="*/ 1150773 h 1572129"/>
                    <a:gd name="connsiteX218" fmla="*/ 133525 w 1586382"/>
                    <a:gd name="connsiteY218" fmla="*/ 1149264 h 1572129"/>
                    <a:gd name="connsiteX219" fmla="*/ 116906 w 1586382"/>
                    <a:gd name="connsiteY219" fmla="*/ 1188522 h 1572129"/>
                    <a:gd name="connsiteX220" fmla="*/ 105574 w 1586382"/>
                    <a:gd name="connsiteY220" fmla="*/ 1175687 h 1572129"/>
                    <a:gd name="connsiteX221" fmla="*/ 112373 w 1586382"/>
                    <a:gd name="connsiteY221" fmla="*/ 1160588 h 1572129"/>
                    <a:gd name="connsiteX222" fmla="*/ 125971 w 1586382"/>
                    <a:gd name="connsiteY222" fmla="*/ 1146999 h 1572129"/>
                    <a:gd name="connsiteX223" fmla="*/ 125971 w 1586382"/>
                    <a:gd name="connsiteY223" fmla="*/ 1137939 h 1572129"/>
                    <a:gd name="connsiteX224" fmla="*/ 116906 w 1586382"/>
                    <a:gd name="connsiteY224" fmla="*/ 1136429 h 1572129"/>
                    <a:gd name="connsiteX225" fmla="*/ 92732 w 1586382"/>
                    <a:gd name="connsiteY225" fmla="*/ 1153038 h 1572129"/>
                    <a:gd name="connsiteX226" fmla="*/ 82912 w 1586382"/>
                    <a:gd name="connsiteY226" fmla="*/ 1137184 h 1572129"/>
                    <a:gd name="connsiteX227" fmla="*/ 150899 w 1586382"/>
                    <a:gd name="connsiteY227" fmla="*/ 1095661 h 1572129"/>
                    <a:gd name="connsiteX228" fmla="*/ 1435875 w 1586382"/>
                    <a:gd name="connsiteY228" fmla="*/ 1093450 h 1572129"/>
                    <a:gd name="connsiteX229" fmla="*/ 1459158 w 1586382"/>
                    <a:gd name="connsiteY229" fmla="*/ 1105523 h 1572129"/>
                    <a:gd name="connsiteX230" fmla="*/ 1437377 w 1586382"/>
                    <a:gd name="connsiteY230" fmla="*/ 1108541 h 1572129"/>
                    <a:gd name="connsiteX231" fmla="*/ 1422356 w 1586382"/>
                    <a:gd name="connsiteY231" fmla="*/ 1125895 h 1572129"/>
                    <a:gd name="connsiteX232" fmla="*/ 1432871 w 1586382"/>
                    <a:gd name="connsiteY232" fmla="*/ 1140232 h 1572129"/>
                    <a:gd name="connsiteX233" fmla="*/ 1450897 w 1586382"/>
                    <a:gd name="connsiteY233" fmla="*/ 1147022 h 1572129"/>
                    <a:gd name="connsiteX234" fmla="*/ 1450897 w 1586382"/>
                    <a:gd name="connsiteY234" fmla="*/ 1146268 h 1572129"/>
                    <a:gd name="connsiteX235" fmla="*/ 1480188 w 1586382"/>
                    <a:gd name="connsiteY235" fmla="*/ 1164377 h 1572129"/>
                    <a:gd name="connsiteX236" fmla="*/ 1480188 w 1586382"/>
                    <a:gd name="connsiteY236" fmla="*/ 1117595 h 1572129"/>
                    <a:gd name="connsiteX237" fmla="*/ 1503471 w 1586382"/>
                    <a:gd name="connsiteY237" fmla="*/ 1131177 h 1572129"/>
                    <a:gd name="connsiteX238" fmla="*/ 1472677 w 1586382"/>
                    <a:gd name="connsiteY238" fmla="*/ 1188522 h 1572129"/>
                    <a:gd name="connsiteX239" fmla="*/ 1405082 w 1586382"/>
                    <a:gd name="connsiteY239" fmla="*/ 1148532 h 1572129"/>
                    <a:gd name="connsiteX240" fmla="*/ 1435875 w 1586382"/>
                    <a:gd name="connsiteY240" fmla="*/ 1093450 h 1572129"/>
                    <a:gd name="connsiteX241" fmla="*/ 1466240 w 1586382"/>
                    <a:gd name="connsiteY241" fmla="*/ 1041731 h 1572129"/>
                    <a:gd name="connsiteX242" fmla="*/ 1455756 w 1586382"/>
                    <a:gd name="connsiteY242" fmla="*/ 1054429 h 1572129"/>
                    <a:gd name="connsiteX243" fmla="*/ 1481218 w 1586382"/>
                    <a:gd name="connsiteY243" fmla="*/ 1070115 h 1572129"/>
                    <a:gd name="connsiteX244" fmla="*/ 1487958 w 1586382"/>
                    <a:gd name="connsiteY244" fmla="*/ 1058911 h 1572129"/>
                    <a:gd name="connsiteX245" fmla="*/ 1466240 w 1586382"/>
                    <a:gd name="connsiteY245" fmla="*/ 1041731 h 1572129"/>
                    <a:gd name="connsiteX246" fmla="*/ 1481218 w 1586382"/>
                    <a:gd name="connsiteY246" fmla="*/ 1026045 h 1572129"/>
                    <a:gd name="connsiteX247" fmla="*/ 1493949 w 1586382"/>
                    <a:gd name="connsiteY247" fmla="*/ 1046960 h 1572129"/>
                    <a:gd name="connsiteX248" fmla="*/ 1493949 w 1586382"/>
                    <a:gd name="connsiteY248" fmla="*/ 1054429 h 1572129"/>
                    <a:gd name="connsiteX249" fmla="*/ 1496196 w 1586382"/>
                    <a:gd name="connsiteY249" fmla="*/ 1058164 h 1572129"/>
                    <a:gd name="connsiteX250" fmla="*/ 1535137 w 1586382"/>
                    <a:gd name="connsiteY250" fmla="*/ 1040237 h 1572129"/>
                    <a:gd name="connsiteX251" fmla="*/ 1533640 w 1586382"/>
                    <a:gd name="connsiteY251" fmla="*/ 1058911 h 1572129"/>
                    <a:gd name="connsiteX252" fmla="*/ 1516415 w 1586382"/>
                    <a:gd name="connsiteY252" fmla="*/ 1065634 h 1572129"/>
                    <a:gd name="connsiteX253" fmla="*/ 1491702 w 1586382"/>
                    <a:gd name="connsiteY253" fmla="*/ 1068621 h 1572129"/>
                    <a:gd name="connsiteX254" fmla="*/ 1511173 w 1586382"/>
                    <a:gd name="connsiteY254" fmla="*/ 1083561 h 1572129"/>
                    <a:gd name="connsiteX255" fmla="*/ 1523155 w 1586382"/>
                    <a:gd name="connsiteY255" fmla="*/ 1086548 h 1572129"/>
                    <a:gd name="connsiteX256" fmla="*/ 1515667 w 1586382"/>
                    <a:gd name="connsiteY256" fmla="*/ 1106716 h 1572129"/>
                    <a:gd name="connsiteX257" fmla="*/ 1443774 w 1586382"/>
                    <a:gd name="connsiteY257" fmla="*/ 1076838 h 1572129"/>
                    <a:gd name="connsiteX258" fmla="*/ 1460249 w 1586382"/>
                    <a:gd name="connsiteY258" fmla="*/ 1038743 h 1572129"/>
                    <a:gd name="connsiteX259" fmla="*/ 1481218 w 1586382"/>
                    <a:gd name="connsiteY259" fmla="*/ 1026045 h 1572129"/>
                    <a:gd name="connsiteX260" fmla="*/ 114767 w 1586382"/>
                    <a:gd name="connsiteY260" fmla="*/ 1012749 h 1572129"/>
                    <a:gd name="connsiteX261" fmla="*/ 142609 w 1586382"/>
                    <a:gd name="connsiteY261" fmla="*/ 1083645 h 1572129"/>
                    <a:gd name="connsiteX262" fmla="*/ 120035 w 1586382"/>
                    <a:gd name="connsiteY262" fmla="*/ 1092696 h 1572129"/>
                    <a:gd name="connsiteX263" fmla="*/ 131322 w 1586382"/>
                    <a:gd name="connsiteY263" fmla="*/ 1070069 h 1572129"/>
                    <a:gd name="connsiteX264" fmla="*/ 123044 w 1586382"/>
                    <a:gd name="connsiteY264" fmla="*/ 1061019 h 1572129"/>
                    <a:gd name="connsiteX265" fmla="*/ 66608 w 1586382"/>
                    <a:gd name="connsiteY265" fmla="*/ 1085154 h 1572129"/>
                    <a:gd name="connsiteX266" fmla="*/ 62846 w 1586382"/>
                    <a:gd name="connsiteY266" fmla="*/ 1093450 h 1572129"/>
                    <a:gd name="connsiteX267" fmla="*/ 53064 w 1586382"/>
                    <a:gd name="connsiteY267" fmla="*/ 1067807 h 1572129"/>
                    <a:gd name="connsiteX268" fmla="*/ 74886 w 1586382"/>
                    <a:gd name="connsiteY268" fmla="*/ 1061019 h 1572129"/>
                    <a:gd name="connsiteX269" fmla="*/ 111005 w 1586382"/>
                    <a:gd name="connsiteY269" fmla="*/ 1046689 h 1572129"/>
                    <a:gd name="connsiteX270" fmla="*/ 120787 w 1586382"/>
                    <a:gd name="connsiteY270" fmla="*/ 1038392 h 1572129"/>
                    <a:gd name="connsiteX271" fmla="*/ 109500 w 1586382"/>
                    <a:gd name="connsiteY271" fmla="*/ 1027079 h 1572129"/>
                    <a:gd name="connsiteX272" fmla="*/ 92193 w 1586382"/>
                    <a:gd name="connsiteY272" fmla="*/ 1022554 h 1572129"/>
                    <a:gd name="connsiteX273" fmla="*/ 114767 w 1586382"/>
                    <a:gd name="connsiteY273" fmla="*/ 1012749 h 1572129"/>
                    <a:gd name="connsiteX274" fmla="*/ 1543448 w 1586382"/>
                    <a:gd name="connsiteY274" fmla="*/ 960822 h 1572129"/>
                    <a:gd name="connsiteX275" fmla="*/ 1556146 w 1586382"/>
                    <a:gd name="connsiteY275" fmla="*/ 982496 h 1572129"/>
                    <a:gd name="connsiteX276" fmla="*/ 1556146 w 1586382"/>
                    <a:gd name="connsiteY276" fmla="*/ 988475 h 1572129"/>
                    <a:gd name="connsiteX277" fmla="*/ 1545689 w 1586382"/>
                    <a:gd name="connsiteY277" fmla="*/ 975022 h 1572129"/>
                    <a:gd name="connsiteX278" fmla="*/ 1528509 w 1586382"/>
                    <a:gd name="connsiteY278" fmla="*/ 983991 h 1572129"/>
                    <a:gd name="connsiteX279" fmla="*/ 1516558 w 1586382"/>
                    <a:gd name="connsiteY279" fmla="*/ 998939 h 1572129"/>
                    <a:gd name="connsiteX280" fmla="*/ 1488173 w 1586382"/>
                    <a:gd name="connsiteY280" fmla="*/ 1003423 h 1572129"/>
                    <a:gd name="connsiteX281" fmla="*/ 1482945 w 1586382"/>
                    <a:gd name="connsiteY281" fmla="*/ 973528 h 1572129"/>
                    <a:gd name="connsiteX282" fmla="*/ 1488173 w 1586382"/>
                    <a:gd name="connsiteY282" fmla="*/ 991465 h 1572129"/>
                    <a:gd name="connsiteX283" fmla="*/ 1506100 w 1586382"/>
                    <a:gd name="connsiteY283" fmla="*/ 983991 h 1572129"/>
                    <a:gd name="connsiteX284" fmla="*/ 1518798 w 1586382"/>
                    <a:gd name="connsiteY284" fmla="*/ 968296 h 1572129"/>
                    <a:gd name="connsiteX285" fmla="*/ 1543448 w 1586382"/>
                    <a:gd name="connsiteY285" fmla="*/ 960822 h 1572129"/>
                    <a:gd name="connsiteX286" fmla="*/ 1490826 w 1586382"/>
                    <a:gd name="connsiteY286" fmla="*/ 947525 h 1572129"/>
                    <a:gd name="connsiteX287" fmla="*/ 1506787 w 1586382"/>
                    <a:gd name="connsiteY287" fmla="*/ 952760 h 1572129"/>
                    <a:gd name="connsiteX288" fmla="*/ 1482466 w 1586382"/>
                    <a:gd name="connsiteY288" fmla="*/ 972952 h 1572129"/>
                    <a:gd name="connsiteX289" fmla="*/ 1490826 w 1586382"/>
                    <a:gd name="connsiteY289" fmla="*/ 947525 h 1572129"/>
                    <a:gd name="connsiteX290" fmla="*/ 93252 w 1586382"/>
                    <a:gd name="connsiteY290" fmla="*/ 937576 h 1572129"/>
                    <a:gd name="connsiteX291" fmla="*/ 87235 w 1586382"/>
                    <a:gd name="connsiteY291" fmla="*/ 965359 h 1572129"/>
                    <a:gd name="connsiteX292" fmla="*/ 57903 w 1586382"/>
                    <a:gd name="connsiteY292" fmla="*/ 1006658 h 1572129"/>
                    <a:gd name="connsiteX293" fmla="*/ 106789 w 1586382"/>
                    <a:gd name="connsiteY293" fmla="*/ 989388 h 1572129"/>
                    <a:gd name="connsiteX294" fmla="*/ 110550 w 1586382"/>
                    <a:gd name="connsiteY294" fmla="*/ 1002904 h 1572129"/>
                    <a:gd name="connsiteX295" fmla="*/ 92500 w 1586382"/>
                    <a:gd name="connsiteY295" fmla="*/ 1002904 h 1572129"/>
                    <a:gd name="connsiteX296" fmla="*/ 46622 w 1586382"/>
                    <a:gd name="connsiteY296" fmla="*/ 1015669 h 1572129"/>
                    <a:gd name="connsiteX297" fmla="*/ 34588 w 1586382"/>
                    <a:gd name="connsiteY297" fmla="*/ 1016420 h 1572129"/>
                    <a:gd name="connsiteX298" fmla="*/ 38348 w 1586382"/>
                    <a:gd name="connsiteY298" fmla="*/ 1004406 h 1572129"/>
                    <a:gd name="connsiteX299" fmla="*/ 70689 w 1586382"/>
                    <a:gd name="connsiteY299" fmla="*/ 960103 h 1572129"/>
                    <a:gd name="connsiteX300" fmla="*/ 76705 w 1586382"/>
                    <a:gd name="connsiteY300" fmla="*/ 948088 h 1572129"/>
                    <a:gd name="connsiteX301" fmla="*/ 21050 w 1586382"/>
                    <a:gd name="connsiteY301" fmla="*/ 969114 h 1572129"/>
                    <a:gd name="connsiteX302" fmla="*/ 18794 w 1586382"/>
                    <a:gd name="connsiteY302" fmla="*/ 959352 h 1572129"/>
                    <a:gd name="connsiteX303" fmla="*/ 93252 w 1586382"/>
                    <a:gd name="connsiteY303" fmla="*/ 937576 h 1572129"/>
                    <a:gd name="connsiteX304" fmla="*/ 46623 w 1586382"/>
                    <a:gd name="connsiteY304" fmla="*/ 882773 h 1572129"/>
                    <a:gd name="connsiteX305" fmla="*/ 59061 w 1586382"/>
                    <a:gd name="connsiteY305" fmla="*/ 900840 h 1572129"/>
                    <a:gd name="connsiteX306" fmla="*/ 37969 w 1586382"/>
                    <a:gd name="connsiteY306" fmla="*/ 903816 h 1572129"/>
                    <a:gd name="connsiteX307" fmla="*/ 47762 w 1586382"/>
                    <a:gd name="connsiteY307" fmla="*/ 880005 h 1572129"/>
                    <a:gd name="connsiteX308" fmla="*/ 46623 w 1586382"/>
                    <a:gd name="connsiteY308" fmla="*/ 882773 h 1572129"/>
                    <a:gd name="connsiteX309" fmla="*/ 46255 w 1586382"/>
                    <a:gd name="connsiteY309" fmla="*/ 882238 h 1572129"/>
                    <a:gd name="connsiteX310" fmla="*/ 47219 w 1586382"/>
                    <a:gd name="connsiteY310" fmla="*/ 880017 h 1572129"/>
                    <a:gd name="connsiteX311" fmla="*/ 80154 w 1586382"/>
                    <a:gd name="connsiteY311" fmla="*/ 850242 h 1572129"/>
                    <a:gd name="connsiteX312" fmla="*/ 87687 w 1586382"/>
                    <a:gd name="connsiteY312" fmla="*/ 915721 h 1572129"/>
                    <a:gd name="connsiteX313" fmla="*/ 66594 w 1586382"/>
                    <a:gd name="connsiteY313" fmla="*/ 920186 h 1572129"/>
                    <a:gd name="connsiteX314" fmla="*/ 78647 w 1586382"/>
                    <a:gd name="connsiteY314" fmla="*/ 879261 h 1572129"/>
                    <a:gd name="connsiteX315" fmla="*/ 48515 w 1586382"/>
                    <a:gd name="connsiteY315" fmla="*/ 877029 h 1572129"/>
                    <a:gd name="connsiteX316" fmla="*/ 47219 w 1586382"/>
                    <a:gd name="connsiteY316" fmla="*/ 880017 h 1572129"/>
                    <a:gd name="connsiteX317" fmla="*/ 25445 w 1586382"/>
                    <a:gd name="connsiteY317" fmla="*/ 880470 h 1572129"/>
                    <a:gd name="connsiteX318" fmla="*/ 9343 w 1586382"/>
                    <a:gd name="connsiteY318" fmla="*/ 890423 h 1572129"/>
                    <a:gd name="connsiteX319" fmla="*/ 36462 w 1586382"/>
                    <a:gd name="connsiteY319" fmla="*/ 924651 h 1572129"/>
                    <a:gd name="connsiteX320" fmla="*/ 19889 w 1586382"/>
                    <a:gd name="connsiteY320" fmla="*/ 927627 h 1572129"/>
                    <a:gd name="connsiteX321" fmla="*/ 10097 w 1586382"/>
                    <a:gd name="connsiteY321" fmla="*/ 920186 h 1572129"/>
                    <a:gd name="connsiteX322" fmla="*/ 3317 w 1586382"/>
                    <a:gd name="connsiteY322" fmla="*/ 861403 h 1572129"/>
                    <a:gd name="connsiteX323" fmla="*/ 80154 w 1586382"/>
                    <a:gd name="connsiteY323" fmla="*/ 850242 h 1572129"/>
                    <a:gd name="connsiteX324" fmla="*/ 1508677 w 1586382"/>
                    <a:gd name="connsiteY324" fmla="*/ 807128 h 1572129"/>
                    <a:gd name="connsiteX325" fmla="*/ 1530250 w 1586382"/>
                    <a:gd name="connsiteY325" fmla="*/ 808630 h 1572129"/>
                    <a:gd name="connsiteX326" fmla="*/ 1507190 w 1586382"/>
                    <a:gd name="connsiteY326" fmla="*/ 831921 h 1572129"/>
                    <a:gd name="connsiteX327" fmla="*/ 1510165 w 1586382"/>
                    <a:gd name="connsiteY327" fmla="*/ 837180 h 1572129"/>
                    <a:gd name="connsiteX328" fmla="*/ 1583065 w 1586382"/>
                    <a:gd name="connsiteY328" fmla="*/ 840937 h 1572129"/>
                    <a:gd name="connsiteX329" fmla="*/ 1582321 w 1586382"/>
                    <a:gd name="connsiteY329" fmla="*/ 860471 h 1572129"/>
                    <a:gd name="connsiteX330" fmla="*/ 1510165 w 1586382"/>
                    <a:gd name="connsiteY330" fmla="*/ 853709 h 1572129"/>
                    <a:gd name="connsiteX331" fmla="*/ 1506446 w 1586382"/>
                    <a:gd name="connsiteY331" fmla="*/ 858968 h 1572129"/>
                    <a:gd name="connsiteX332" fmla="*/ 1523555 w 1586382"/>
                    <a:gd name="connsiteY332" fmla="*/ 884513 h 1572129"/>
                    <a:gd name="connsiteX333" fmla="*/ 1503470 w 1586382"/>
                    <a:gd name="connsiteY333" fmla="*/ 883010 h 1572129"/>
                    <a:gd name="connsiteX334" fmla="*/ 1508677 w 1586382"/>
                    <a:gd name="connsiteY334" fmla="*/ 807128 h 1572129"/>
                    <a:gd name="connsiteX335" fmla="*/ 43339 w 1586382"/>
                    <a:gd name="connsiteY335" fmla="*/ 760648 h 1572129"/>
                    <a:gd name="connsiteX336" fmla="*/ 62767 w 1586382"/>
                    <a:gd name="connsiteY336" fmla="*/ 770417 h 1572129"/>
                    <a:gd name="connsiteX337" fmla="*/ 75470 w 1586382"/>
                    <a:gd name="connsiteY337" fmla="*/ 810609 h 1572129"/>
                    <a:gd name="connsiteX338" fmla="*/ 71734 w 1586382"/>
                    <a:gd name="connsiteY338" fmla="*/ 831449 h 1572129"/>
                    <a:gd name="connsiteX339" fmla="*/ 51559 w 1586382"/>
                    <a:gd name="connsiteY339" fmla="*/ 831449 h 1572129"/>
                    <a:gd name="connsiteX340" fmla="*/ 66503 w 1586382"/>
                    <a:gd name="connsiteY340" fmla="*/ 820284 h 1572129"/>
                    <a:gd name="connsiteX341" fmla="*/ 59778 w 1586382"/>
                    <a:gd name="connsiteY341" fmla="*/ 782325 h 1572129"/>
                    <a:gd name="connsiteX342" fmla="*/ 0 w 1586382"/>
                    <a:gd name="connsiteY342" fmla="*/ 797956 h 1572129"/>
                    <a:gd name="connsiteX343" fmla="*/ 21670 w 1586382"/>
                    <a:gd name="connsiteY343" fmla="*/ 763718 h 1572129"/>
                    <a:gd name="connsiteX344" fmla="*/ 43339 w 1586382"/>
                    <a:gd name="connsiteY344" fmla="*/ 760648 h 1572129"/>
                    <a:gd name="connsiteX345" fmla="*/ 1506787 w 1586382"/>
                    <a:gd name="connsiteY345" fmla="*/ 728637 h 1572129"/>
                    <a:gd name="connsiteX346" fmla="*/ 1586382 w 1586382"/>
                    <a:gd name="connsiteY346" fmla="*/ 748098 h 1572129"/>
                    <a:gd name="connsiteX347" fmla="*/ 1586382 w 1586382"/>
                    <a:gd name="connsiteY347" fmla="*/ 776542 h 1572129"/>
                    <a:gd name="connsiteX348" fmla="*/ 1509791 w 1586382"/>
                    <a:gd name="connsiteY348" fmla="*/ 800494 h 1572129"/>
                    <a:gd name="connsiteX349" fmla="*/ 1509791 w 1586382"/>
                    <a:gd name="connsiteY349" fmla="*/ 772050 h 1572129"/>
                    <a:gd name="connsiteX350" fmla="*/ 1545834 w 1586382"/>
                    <a:gd name="connsiteY350" fmla="*/ 757829 h 1572129"/>
                    <a:gd name="connsiteX351" fmla="*/ 1508289 w 1586382"/>
                    <a:gd name="connsiteY351" fmla="*/ 749595 h 1572129"/>
                    <a:gd name="connsiteX352" fmla="*/ 1506787 w 1586382"/>
                    <a:gd name="connsiteY352" fmla="*/ 728637 h 1572129"/>
                    <a:gd name="connsiteX353" fmla="*/ 1336496 w 1586382"/>
                    <a:gd name="connsiteY353" fmla="*/ 308550 h 1572129"/>
                    <a:gd name="connsiteX354" fmla="*/ 1338753 w 1586382"/>
                    <a:gd name="connsiteY354" fmla="*/ 312344 h 1572129"/>
                    <a:gd name="connsiteX355" fmla="*/ 1319192 w 1586382"/>
                    <a:gd name="connsiteY355" fmla="*/ 322206 h 1572129"/>
                    <a:gd name="connsiteX356" fmla="*/ 1324459 w 1586382"/>
                    <a:gd name="connsiteY356" fmla="*/ 344967 h 1572129"/>
                    <a:gd name="connsiteX357" fmla="*/ 1322201 w 1586382"/>
                    <a:gd name="connsiteY357" fmla="*/ 347243 h 1572129"/>
                    <a:gd name="connsiteX358" fmla="*/ 1314678 w 1586382"/>
                    <a:gd name="connsiteY358" fmla="*/ 335863 h 1572129"/>
                    <a:gd name="connsiteX359" fmla="*/ 1284584 w 1586382"/>
                    <a:gd name="connsiteY359" fmla="*/ 347243 h 1572129"/>
                    <a:gd name="connsiteX360" fmla="*/ 1301136 w 1586382"/>
                    <a:gd name="connsiteY360" fmla="*/ 327517 h 1572129"/>
                    <a:gd name="connsiteX361" fmla="*/ 1316183 w 1586382"/>
                    <a:gd name="connsiteY361" fmla="*/ 319930 h 1572129"/>
                    <a:gd name="connsiteX362" fmla="*/ 1336496 w 1586382"/>
                    <a:gd name="connsiteY362" fmla="*/ 308550 h 1572129"/>
                    <a:gd name="connsiteX363" fmla="*/ 1290133 w 1586382"/>
                    <a:gd name="connsiteY363" fmla="*/ 266541 h 1572129"/>
                    <a:gd name="connsiteX364" fmla="*/ 1326594 w 1586382"/>
                    <a:gd name="connsiteY364" fmla="*/ 284229 h 1572129"/>
                    <a:gd name="connsiteX365" fmla="*/ 1290133 w 1586382"/>
                    <a:gd name="connsiteY365" fmla="*/ 266541 h 1572129"/>
                    <a:gd name="connsiteX366" fmla="*/ 294090 w 1586382"/>
                    <a:gd name="connsiteY366" fmla="*/ 264330 h 1572129"/>
                    <a:gd name="connsiteX367" fmla="*/ 298567 w 1586382"/>
                    <a:gd name="connsiteY367" fmla="*/ 265822 h 1572129"/>
                    <a:gd name="connsiteX368" fmla="*/ 288867 w 1586382"/>
                    <a:gd name="connsiteY368" fmla="*/ 289690 h 1572129"/>
                    <a:gd name="connsiteX369" fmla="*/ 297821 w 1586382"/>
                    <a:gd name="connsiteY369" fmla="*/ 326238 h 1572129"/>
                    <a:gd name="connsiteX370" fmla="*/ 321700 w 1586382"/>
                    <a:gd name="connsiteY370" fmla="*/ 348614 h 1572129"/>
                    <a:gd name="connsiteX371" fmla="*/ 319461 w 1586382"/>
                    <a:gd name="connsiteY371" fmla="*/ 350851 h 1572129"/>
                    <a:gd name="connsiteX372" fmla="*/ 280658 w 1586382"/>
                    <a:gd name="connsiteY372" fmla="*/ 318779 h 1572129"/>
                    <a:gd name="connsiteX373" fmla="*/ 264242 w 1586382"/>
                    <a:gd name="connsiteY373" fmla="*/ 388145 h 1572129"/>
                    <a:gd name="connsiteX374" fmla="*/ 256780 w 1586382"/>
                    <a:gd name="connsiteY374" fmla="*/ 385908 h 1572129"/>
                    <a:gd name="connsiteX375" fmla="*/ 269465 w 1586382"/>
                    <a:gd name="connsiteY375" fmla="*/ 338917 h 1572129"/>
                    <a:gd name="connsiteX376" fmla="*/ 232901 w 1586382"/>
                    <a:gd name="connsiteY376" fmla="*/ 293419 h 1572129"/>
                    <a:gd name="connsiteX377" fmla="*/ 257526 w 1586382"/>
                    <a:gd name="connsiteY377" fmla="*/ 308337 h 1572129"/>
                    <a:gd name="connsiteX378" fmla="*/ 232155 w 1586382"/>
                    <a:gd name="connsiteY378" fmla="*/ 272535 h 1572129"/>
                    <a:gd name="connsiteX379" fmla="*/ 233647 w 1586382"/>
                    <a:gd name="connsiteY379" fmla="*/ 268805 h 1572129"/>
                    <a:gd name="connsiteX380" fmla="*/ 247825 w 1586382"/>
                    <a:gd name="connsiteY380" fmla="*/ 274772 h 1572129"/>
                    <a:gd name="connsiteX381" fmla="*/ 276181 w 1586382"/>
                    <a:gd name="connsiteY381" fmla="*/ 304607 h 1572129"/>
                    <a:gd name="connsiteX382" fmla="*/ 294090 w 1586382"/>
                    <a:gd name="connsiteY382" fmla="*/ 264330 h 1572129"/>
                    <a:gd name="connsiteX383" fmla="*/ 174377 w 1586382"/>
                    <a:gd name="connsiteY383" fmla="*/ 251055 h 1572129"/>
                    <a:gd name="connsiteX384" fmla="*/ 187272 w 1586382"/>
                    <a:gd name="connsiteY384" fmla="*/ 251894 h 1572129"/>
                    <a:gd name="connsiteX385" fmla="*/ 190178 w 1586382"/>
                    <a:gd name="connsiteY385" fmla="*/ 264580 h 1572129"/>
                    <a:gd name="connsiteX386" fmla="*/ 166931 w 1586382"/>
                    <a:gd name="connsiteY386" fmla="*/ 263088 h 1572129"/>
                    <a:gd name="connsiteX387" fmla="*/ 174377 w 1586382"/>
                    <a:gd name="connsiteY387" fmla="*/ 251055 h 1572129"/>
                    <a:gd name="connsiteX388" fmla="*/ 1367469 w 1586382"/>
                    <a:gd name="connsiteY388" fmla="*/ 242221 h 1572129"/>
                    <a:gd name="connsiteX389" fmla="*/ 1366717 w 1586382"/>
                    <a:gd name="connsiteY389" fmla="*/ 251218 h 1572129"/>
                    <a:gd name="connsiteX390" fmla="*/ 1353179 w 1586382"/>
                    <a:gd name="connsiteY390" fmla="*/ 264712 h 1572129"/>
                    <a:gd name="connsiteX391" fmla="*/ 1387023 w 1586382"/>
                    <a:gd name="connsiteY391" fmla="*/ 254966 h 1572129"/>
                    <a:gd name="connsiteX392" fmla="*/ 1389280 w 1586382"/>
                    <a:gd name="connsiteY392" fmla="*/ 257965 h 1572129"/>
                    <a:gd name="connsiteX393" fmla="*/ 1364460 w 1586382"/>
                    <a:gd name="connsiteY393" fmla="*/ 275208 h 1572129"/>
                    <a:gd name="connsiteX394" fmla="*/ 1422372 w 1586382"/>
                    <a:gd name="connsiteY394" fmla="*/ 263213 h 1572129"/>
                    <a:gd name="connsiteX395" fmla="*/ 1417859 w 1586382"/>
                    <a:gd name="connsiteY395" fmla="*/ 276707 h 1572129"/>
                    <a:gd name="connsiteX396" fmla="*/ 1404322 w 1586382"/>
                    <a:gd name="connsiteY396" fmla="*/ 287953 h 1572129"/>
                    <a:gd name="connsiteX397" fmla="*/ 1384015 w 1586382"/>
                    <a:gd name="connsiteY397" fmla="*/ 296200 h 1572129"/>
                    <a:gd name="connsiteX398" fmla="*/ 1367469 w 1586382"/>
                    <a:gd name="connsiteY398" fmla="*/ 297699 h 1572129"/>
                    <a:gd name="connsiteX399" fmla="*/ 1380254 w 1586382"/>
                    <a:gd name="connsiteY399" fmla="*/ 287203 h 1572129"/>
                    <a:gd name="connsiteX400" fmla="*/ 1377998 w 1586382"/>
                    <a:gd name="connsiteY400" fmla="*/ 282705 h 1572129"/>
                    <a:gd name="connsiteX401" fmla="*/ 1347914 w 1586382"/>
                    <a:gd name="connsiteY401" fmla="*/ 290202 h 1572129"/>
                    <a:gd name="connsiteX402" fmla="*/ 1364460 w 1586382"/>
                    <a:gd name="connsiteY402" fmla="*/ 269210 h 1572129"/>
                    <a:gd name="connsiteX403" fmla="*/ 1335129 w 1586382"/>
                    <a:gd name="connsiteY403" fmla="*/ 281206 h 1572129"/>
                    <a:gd name="connsiteX404" fmla="*/ 1332120 w 1586382"/>
                    <a:gd name="connsiteY404" fmla="*/ 276707 h 1572129"/>
                    <a:gd name="connsiteX405" fmla="*/ 1341897 w 1586382"/>
                    <a:gd name="connsiteY405" fmla="*/ 265462 h 1572129"/>
                    <a:gd name="connsiteX406" fmla="*/ 1359948 w 1586382"/>
                    <a:gd name="connsiteY406" fmla="*/ 245970 h 1572129"/>
                    <a:gd name="connsiteX407" fmla="*/ 1367469 w 1586382"/>
                    <a:gd name="connsiteY407" fmla="*/ 242221 h 1572129"/>
                    <a:gd name="connsiteX408" fmla="*/ 246373 w 1586382"/>
                    <a:gd name="connsiteY408" fmla="*/ 241115 h 1572129"/>
                    <a:gd name="connsiteX409" fmla="*/ 256102 w 1586382"/>
                    <a:gd name="connsiteY409" fmla="*/ 264893 h 1572129"/>
                    <a:gd name="connsiteX410" fmla="*/ 273313 w 1586382"/>
                    <a:gd name="connsiteY410" fmla="*/ 286441 h 1572129"/>
                    <a:gd name="connsiteX411" fmla="*/ 268075 w 1586382"/>
                    <a:gd name="connsiteY411" fmla="*/ 272323 h 1572129"/>
                    <a:gd name="connsiteX412" fmla="*/ 254605 w 1586382"/>
                    <a:gd name="connsiteY412" fmla="*/ 270094 h 1572129"/>
                    <a:gd name="connsiteX413" fmla="*/ 241135 w 1586382"/>
                    <a:gd name="connsiteY413" fmla="*/ 241858 h 1572129"/>
                    <a:gd name="connsiteX414" fmla="*/ 246373 w 1586382"/>
                    <a:gd name="connsiteY414" fmla="*/ 241115 h 1572129"/>
                    <a:gd name="connsiteX415" fmla="*/ 208940 w 1586382"/>
                    <a:gd name="connsiteY415" fmla="*/ 240423 h 1572129"/>
                    <a:gd name="connsiteX416" fmla="*/ 208940 w 1586382"/>
                    <a:gd name="connsiteY416" fmla="*/ 241176 h 1572129"/>
                    <a:gd name="connsiteX417" fmla="*/ 208883 w 1586382"/>
                    <a:gd name="connsiteY417" fmla="*/ 240554 h 1572129"/>
                    <a:gd name="connsiteX418" fmla="*/ 222574 w 1586382"/>
                    <a:gd name="connsiteY418" fmla="*/ 240093 h 1572129"/>
                    <a:gd name="connsiteX419" fmla="*/ 226996 w 1586382"/>
                    <a:gd name="connsiteY419" fmla="*/ 252438 h 1572129"/>
                    <a:gd name="connsiteX420" fmla="*/ 226996 w 1586382"/>
                    <a:gd name="connsiteY420" fmla="*/ 280120 h 1572129"/>
                    <a:gd name="connsiteX421" fmla="*/ 220363 w 1586382"/>
                    <a:gd name="connsiteY421" fmla="*/ 267401 h 1572129"/>
                    <a:gd name="connsiteX422" fmla="*/ 220363 w 1586382"/>
                    <a:gd name="connsiteY422" fmla="*/ 298824 h 1572129"/>
                    <a:gd name="connsiteX423" fmla="*/ 212993 w 1586382"/>
                    <a:gd name="connsiteY423" fmla="*/ 308550 h 1572129"/>
                    <a:gd name="connsiteX424" fmla="*/ 207834 w 1586382"/>
                    <a:gd name="connsiteY424" fmla="*/ 296580 h 1572129"/>
                    <a:gd name="connsiteX425" fmla="*/ 209308 w 1586382"/>
                    <a:gd name="connsiteY425" fmla="*/ 240467 h 1572129"/>
                    <a:gd name="connsiteX426" fmla="*/ 209308 w 1586382"/>
                    <a:gd name="connsiteY426" fmla="*/ 241216 h 1572129"/>
                    <a:gd name="connsiteX427" fmla="*/ 222574 w 1586382"/>
                    <a:gd name="connsiteY427" fmla="*/ 240093 h 1572129"/>
                    <a:gd name="connsiteX428" fmla="*/ 198757 w 1586382"/>
                    <a:gd name="connsiteY428" fmla="*/ 188453 h 1572129"/>
                    <a:gd name="connsiteX429" fmla="*/ 205303 w 1586382"/>
                    <a:gd name="connsiteY429" fmla="*/ 201257 h 1572129"/>
                    <a:gd name="connsiteX430" fmla="*/ 208883 w 1586382"/>
                    <a:gd name="connsiteY430" fmla="*/ 240554 h 1572129"/>
                    <a:gd name="connsiteX431" fmla="*/ 202394 w 1586382"/>
                    <a:gd name="connsiteY431" fmla="*/ 255487 h 1572129"/>
                    <a:gd name="connsiteX432" fmla="*/ 181302 w 1586382"/>
                    <a:gd name="connsiteY432" fmla="*/ 193725 h 1572129"/>
                    <a:gd name="connsiteX433" fmla="*/ 198757 w 1586382"/>
                    <a:gd name="connsiteY433" fmla="*/ 188453 h 1572129"/>
                    <a:gd name="connsiteX434" fmla="*/ 1156347 w 1586382"/>
                    <a:gd name="connsiteY434" fmla="*/ 148254 h 1572129"/>
                    <a:gd name="connsiteX435" fmla="*/ 1179563 w 1586382"/>
                    <a:gd name="connsiteY435" fmla="*/ 188013 h 1572129"/>
                    <a:gd name="connsiteX436" fmla="*/ 1160092 w 1586382"/>
                    <a:gd name="connsiteY436" fmla="*/ 176010 h 1572129"/>
                    <a:gd name="connsiteX437" fmla="*/ 1156347 w 1586382"/>
                    <a:gd name="connsiteY437" fmla="*/ 148254 h 1572129"/>
                    <a:gd name="connsiteX438" fmla="*/ 1183507 w 1586382"/>
                    <a:gd name="connsiteY438" fmla="*/ 94084 h 1572129"/>
                    <a:gd name="connsiteX439" fmla="*/ 1172247 w 1586382"/>
                    <a:gd name="connsiteY439" fmla="*/ 110622 h 1572129"/>
                    <a:gd name="connsiteX440" fmla="*/ 1189512 w 1586382"/>
                    <a:gd name="connsiteY440" fmla="*/ 118891 h 1572129"/>
                    <a:gd name="connsiteX441" fmla="*/ 1128710 w 1586382"/>
                    <a:gd name="connsiteY441" fmla="*/ 150464 h 1572129"/>
                    <a:gd name="connsiteX442" fmla="*/ 1145975 w 1586382"/>
                    <a:gd name="connsiteY442" fmla="*/ 114381 h 1572129"/>
                    <a:gd name="connsiteX443" fmla="*/ 1183507 w 1586382"/>
                    <a:gd name="connsiteY443" fmla="*/ 94084 h 1572129"/>
                    <a:gd name="connsiteX444" fmla="*/ 932099 w 1586382"/>
                    <a:gd name="connsiteY444" fmla="*/ 90768 h 1572129"/>
                    <a:gd name="connsiteX445" fmla="*/ 942612 w 1586382"/>
                    <a:gd name="connsiteY445" fmla="*/ 119511 h 1572129"/>
                    <a:gd name="connsiteX446" fmla="*/ 961384 w 1586382"/>
                    <a:gd name="connsiteY446" fmla="*/ 119511 h 1572129"/>
                    <a:gd name="connsiteX447" fmla="*/ 960633 w 1586382"/>
                    <a:gd name="connsiteY447" fmla="*/ 131614 h 1572129"/>
                    <a:gd name="connsiteX448" fmla="*/ 947117 w 1586382"/>
                    <a:gd name="connsiteY448" fmla="*/ 133127 h 1572129"/>
                    <a:gd name="connsiteX449" fmla="*/ 932099 w 1586382"/>
                    <a:gd name="connsiteY449" fmla="*/ 90768 h 1572129"/>
                    <a:gd name="connsiteX450" fmla="*/ 412532 w 1586382"/>
                    <a:gd name="connsiteY450" fmla="*/ 87452 h 1572129"/>
                    <a:gd name="connsiteX451" fmla="*/ 423063 w 1586382"/>
                    <a:gd name="connsiteY451" fmla="*/ 94236 h 1572129"/>
                    <a:gd name="connsiteX452" fmla="*/ 429081 w 1586382"/>
                    <a:gd name="connsiteY452" fmla="*/ 103281 h 1572129"/>
                    <a:gd name="connsiteX453" fmla="*/ 455407 w 1586382"/>
                    <a:gd name="connsiteY453" fmla="*/ 101773 h 1572129"/>
                    <a:gd name="connsiteX454" fmla="*/ 461425 w 1586382"/>
                    <a:gd name="connsiteY454" fmla="*/ 116848 h 1572129"/>
                    <a:gd name="connsiteX455" fmla="*/ 465186 w 1586382"/>
                    <a:gd name="connsiteY455" fmla="*/ 177148 h 1572129"/>
                    <a:gd name="connsiteX456" fmla="*/ 476469 w 1586382"/>
                    <a:gd name="connsiteY456" fmla="*/ 200514 h 1572129"/>
                    <a:gd name="connsiteX457" fmla="*/ 470451 w 1586382"/>
                    <a:gd name="connsiteY457" fmla="*/ 203529 h 1572129"/>
                    <a:gd name="connsiteX458" fmla="*/ 441868 w 1586382"/>
                    <a:gd name="connsiteY458" fmla="*/ 154536 h 1572129"/>
                    <a:gd name="connsiteX459" fmla="*/ 403506 w 1586382"/>
                    <a:gd name="connsiteY459" fmla="*/ 137199 h 1572129"/>
                    <a:gd name="connsiteX460" fmla="*/ 417798 w 1586382"/>
                    <a:gd name="connsiteY460" fmla="*/ 141722 h 1572129"/>
                    <a:gd name="connsiteX461" fmla="*/ 429081 w 1586382"/>
                    <a:gd name="connsiteY461" fmla="*/ 155289 h 1572129"/>
                    <a:gd name="connsiteX462" fmla="*/ 434346 w 1586382"/>
                    <a:gd name="connsiteY462" fmla="*/ 152274 h 1572129"/>
                    <a:gd name="connsiteX463" fmla="*/ 425320 w 1586382"/>
                    <a:gd name="connsiteY463" fmla="*/ 125893 h 1572129"/>
                    <a:gd name="connsiteX464" fmla="*/ 417798 w 1586382"/>
                    <a:gd name="connsiteY464" fmla="*/ 141722 h 1572129"/>
                    <a:gd name="connsiteX465" fmla="*/ 413284 w 1586382"/>
                    <a:gd name="connsiteY465" fmla="*/ 99512 h 1572129"/>
                    <a:gd name="connsiteX466" fmla="*/ 412532 w 1586382"/>
                    <a:gd name="connsiteY466" fmla="*/ 87452 h 1572129"/>
                    <a:gd name="connsiteX467" fmla="*/ 955148 w 1586382"/>
                    <a:gd name="connsiteY467" fmla="*/ 59815 h 1572129"/>
                    <a:gd name="connsiteX468" fmla="*/ 948183 w 1586382"/>
                    <a:gd name="connsiteY468" fmla="*/ 80199 h 1572129"/>
                    <a:gd name="connsiteX469" fmla="*/ 938897 w 1586382"/>
                    <a:gd name="connsiteY469" fmla="*/ 83974 h 1572129"/>
                    <a:gd name="connsiteX470" fmla="*/ 931932 w 1586382"/>
                    <a:gd name="connsiteY470" fmla="*/ 90769 h 1572129"/>
                    <a:gd name="connsiteX471" fmla="*/ 931932 w 1586382"/>
                    <a:gd name="connsiteY471" fmla="*/ 77180 h 1572129"/>
                    <a:gd name="connsiteX472" fmla="*/ 945088 w 1586382"/>
                    <a:gd name="connsiteY472" fmla="*/ 67365 h 1572129"/>
                    <a:gd name="connsiteX473" fmla="*/ 955148 w 1586382"/>
                    <a:gd name="connsiteY473" fmla="*/ 59815 h 1572129"/>
                    <a:gd name="connsiteX474" fmla="*/ 632148 w 1586382"/>
                    <a:gd name="connsiteY474" fmla="*/ 46675 h 1572129"/>
                    <a:gd name="connsiteX475" fmla="*/ 645715 w 1586382"/>
                    <a:gd name="connsiteY475" fmla="*/ 84469 h 1572129"/>
                    <a:gd name="connsiteX476" fmla="*/ 646346 w 1586382"/>
                    <a:gd name="connsiteY476" fmla="*/ 85107 h 1572129"/>
                    <a:gd name="connsiteX477" fmla="*/ 650031 w 1586382"/>
                    <a:gd name="connsiteY477" fmla="*/ 62026 h 1572129"/>
                    <a:gd name="connsiteX478" fmla="*/ 655927 w 1586382"/>
                    <a:gd name="connsiteY478" fmla="*/ 62771 h 1572129"/>
                    <a:gd name="connsiteX479" fmla="*/ 661086 w 1586382"/>
                    <a:gd name="connsiteY479" fmla="*/ 88829 h 1572129"/>
                    <a:gd name="connsiteX480" fmla="*/ 651966 w 1586382"/>
                    <a:gd name="connsiteY480" fmla="*/ 91900 h 1572129"/>
                    <a:gd name="connsiteX481" fmla="*/ 645727 w 1586382"/>
                    <a:gd name="connsiteY481" fmla="*/ 84502 h 1572129"/>
                    <a:gd name="connsiteX482" fmla="*/ 645978 w 1586382"/>
                    <a:gd name="connsiteY482" fmla="*/ 85201 h 1572129"/>
                    <a:gd name="connsiteX483" fmla="*/ 645241 w 1586382"/>
                    <a:gd name="connsiteY483" fmla="*/ 84451 h 1572129"/>
                    <a:gd name="connsiteX484" fmla="*/ 646715 w 1586382"/>
                    <a:gd name="connsiteY484" fmla="*/ 107706 h 1572129"/>
                    <a:gd name="connsiteX485" fmla="*/ 640819 w 1586382"/>
                    <a:gd name="connsiteY485" fmla="*/ 108456 h 1572129"/>
                    <a:gd name="connsiteX486" fmla="*/ 678913 w 1586382"/>
                    <a:gd name="connsiteY486" fmla="*/ 35494 h 1572129"/>
                    <a:gd name="connsiteX487" fmla="*/ 686513 w 1586382"/>
                    <a:gd name="connsiteY487" fmla="*/ 55255 h 1572129"/>
                    <a:gd name="connsiteX488" fmla="*/ 680986 w 1586382"/>
                    <a:gd name="connsiteY488" fmla="*/ 71976 h 1572129"/>
                    <a:gd name="connsiteX489" fmla="*/ 675458 w 1586382"/>
                    <a:gd name="connsiteY489" fmla="*/ 71216 h 1572129"/>
                    <a:gd name="connsiteX490" fmla="*/ 678913 w 1586382"/>
                    <a:gd name="connsiteY490" fmla="*/ 35494 h 1572129"/>
                    <a:gd name="connsiteX491" fmla="*/ 646346 w 1586382"/>
                    <a:gd name="connsiteY491" fmla="*/ 34388 h 1572129"/>
                    <a:gd name="connsiteX492" fmla="*/ 656664 w 1586382"/>
                    <a:gd name="connsiteY492" fmla="*/ 47868 h 1572129"/>
                    <a:gd name="connsiteX493" fmla="*/ 647820 w 1586382"/>
                    <a:gd name="connsiteY493" fmla="*/ 57604 h 1572129"/>
                    <a:gd name="connsiteX494" fmla="*/ 641924 w 1586382"/>
                    <a:gd name="connsiteY494" fmla="*/ 40379 h 1572129"/>
                    <a:gd name="connsiteX495" fmla="*/ 646346 w 1586382"/>
                    <a:gd name="connsiteY495" fmla="*/ 34388 h 1572129"/>
                    <a:gd name="connsiteX496" fmla="*/ 692409 w 1586382"/>
                    <a:gd name="connsiteY496" fmla="*/ 17806 h 1572129"/>
                    <a:gd name="connsiteX497" fmla="*/ 696094 w 1586382"/>
                    <a:gd name="connsiteY497" fmla="*/ 34917 h 1572129"/>
                    <a:gd name="connsiteX498" fmla="*/ 707886 w 1586382"/>
                    <a:gd name="connsiteY498" fmla="*/ 34917 h 1572129"/>
                    <a:gd name="connsiteX499" fmla="*/ 716730 w 1586382"/>
                    <a:gd name="connsiteY499" fmla="*/ 50540 h 1572129"/>
                    <a:gd name="connsiteX500" fmla="*/ 701990 w 1586382"/>
                    <a:gd name="connsiteY500" fmla="*/ 131630 h 1572129"/>
                    <a:gd name="connsiteX501" fmla="*/ 700516 w 1586382"/>
                    <a:gd name="connsiteY501" fmla="*/ 136094 h 1572129"/>
                    <a:gd name="connsiteX502" fmla="*/ 687250 w 1586382"/>
                    <a:gd name="connsiteY502" fmla="*/ 55004 h 1572129"/>
                    <a:gd name="connsiteX503" fmla="*/ 685039 w 1586382"/>
                    <a:gd name="connsiteY503" fmla="*/ 29709 h 1572129"/>
                    <a:gd name="connsiteX504" fmla="*/ 692409 w 1586382"/>
                    <a:gd name="connsiteY504" fmla="*/ 17806 h 1572129"/>
                    <a:gd name="connsiteX505" fmla="*/ 644865 w 1586382"/>
                    <a:gd name="connsiteY505" fmla="*/ 4540 h 1572129"/>
                    <a:gd name="connsiteX506" fmla="*/ 644119 w 1586382"/>
                    <a:gd name="connsiteY506" fmla="*/ 17972 h 1572129"/>
                    <a:gd name="connsiteX507" fmla="*/ 632189 w 1586382"/>
                    <a:gd name="connsiteY507" fmla="*/ 46328 h 1572129"/>
                    <a:gd name="connsiteX508" fmla="*/ 632189 w 1586382"/>
                    <a:gd name="connsiteY508" fmla="*/ 45582 h 1572129"/>
                    <a:gd name="connsiteX509" fmla="*/ 632021 w 1586382"/>
                    <a:gd name="connsiteY509" fmla="*/ 45773 h 1572129"/>
                    <a:gd name="connsiteX510" fmla="*/ 632148 w 1586382"/>
                    <a:gd name="connsiteY510" fmla="*/ 46675 h 1572129"/>
                    <a:gd name="connsiteX511" fmla="*/ 631975 w 1586382"/>
                    <a:gd name="connsiteY511" fmla="*/ 46193 h 1572129"/>
                    <a:gd name="connsiteX512" fmla="*/ 631975 w 1586382"/>
                    <a:gd name="connsiteY512" fmla="*/ 45826 h 1572129"/>
                    <a:gd name="connsiteX513" fmla="*/ 615787 w 1586382"/>
                    <a:gd name="connsiteY513" fmla="*/ 64237 h 1572129"/>
                    <a:gd name="connsiteX514" fmla="*/ 613550 w 1586382"/>
                    <a:gd name="connsiteY514" fmla="*/ 62745 h 1572129"/>
                    <a:gd name="connsiteX515" fmla="*/ 635172 w 1586382"/>
                    <a:gd name="connsiteY515" fmla="*/ 6779 h 1572129"/>
                    <a:gd name="connsiteX516" fmla="*/ 644865 w 1586382"/>
                    <a:gd name="connsiteY516" fmla="*/ 4540 h 1572129"/>
                    <a:gd name="connsiteX517" fmla="*/ 930442 w 1586382"/>
                    <a:gd name="connsiteY517" fmla="*/ 2738 h 1572129"/>
                    <a:gd name="connsiteX518" fmla="*/ 922247 w 1586382"/>
                    <a:gd name="connsiteY518" fmla="*/ 23606 h 1572129"/>
                    <a:gd name="connsiteX519" fmla="*/ 919267 w 1586382"/>
                    <a:gd name="connsiteY519" fmla="*/ 42238 h 1572129"/>
                    <a:gd name="connsiteX520" fmla="*/ 914052 w 1586382"/>
                    <a:gd name="connsiteY520" fmla="*/ 63851 h 1572129"/>
                    <a:gd name="connsiteX521" fmla="*/ 917777 w 1586382"/>
                    <a:gd name="connsiteY521" fmla="*/ 83228 h 1572129"/>
                    <a:gd name="connsiteX522" fmla="*/ 914797 w 1586382"/>
                    <a:gd name="connsiteY522" fmla="*/ 99624 h 1572129"/>
                    <a:gd name="connsiteX523" fmla="*/ 893937 w 1586382"/>
                    <a:gd name="connsiteY523" fmla="*/ 131671 h 1572129"/>
                    <a:gd name="connsiteX524" fmla="*/ 892447 w 1586382"/>
                    <a:gd name="connsiteY524" fmla="*/ 109313 h 1572129"/>
                    <a:gd name="connsiteX525" fmla="*/ 866371 w 1586382"/>
                    <a:gd name="connsiteY525" fmla="*/ 119001 h 1572129"/>
                    <a:gd name="connsiteX526" fmla="*/ 863391 w 1586382"/>
                    <a:gd name="connsiteY526" fmla="*/ 114530 h 1572129"/>
                    <a:gd name="connsiteX527" fmla="*/ 900642 w 1586382"/>
                    <a:gd name="connsiteY527" fmla="*/ 72794 h 1572129"/>
                    <a:gd name="connsiteX528" fmla="*/ 883506 w 1586382"/>
                    <a:gd name="connsiteY528" fmla="*/ 92172 h 1572129"/>
                    <a:gd name="connsiteX529" fmla="*/ 891702 w 1586382"/>
                    <a:gd name="connsiteY529" fmla="*/ 70559 h 1572129"/>
                    <a:gd name="connsiteX530" fmla="*/ 903622 w 1586382"/>
                    <a:gd name="connsiteY530" fmla="*/ 53417 h 1572129"/>
                    <a:gd name="connsiteX531" fmla="*/ 917032 w 1586382"/>
                    <a:gd name="connsiteY531" fmla="*/ 19880 h 1572129"/>
                    <a:gd name="connsiteX532" fmla="*/ 913307 w 1586382"/>
                    <a:gd name="connsiteY532" fmla="*/ 17644 h 1572129"/>
                    <a:gd name="connsiteX533" fmla="*/ 902877 w 1586382"/>
                    <a:gd name="connsiteY533" fmla="*/ 22115 h 1572129"/>
                    <a:gd name="connsiteX534" fmla="*/ 930442 w 1586382"/>
                    <a:gd name="connsiteY534" fmla="*/ 2738 h 1572129"/>
                    <a:gd name="connsiteX535" fmla="*/ 978363 w 1586382"/>
                    <a:gd name="connsiteY535" fmla="*/ 1223 h 1572129"/>
                    <a:gd name="connsiteX536" fmla="*/ 964531 w 1586382"/>
                    <a:gd name="connsiteY536" fmla="*/ 35494 h 1572129"/>
                    <a:gd name="connsiteX537" fmla="*/ 960163 w 1586382"/>
                    <a:gd name="connsiteY537" fmla="*/ 34004 h 1572129"/>
                    <a:gd name="connsiteX538" fmla="*/ 960163 w 1586382"/>
                    <a:gd name="connsiteY538" fmla="*/ 22083 h 1572129"/>
                    <a:gd name="connsiteX539" fmla="*/ 948514 w 1586382"/>
                    <a:gd name="connsiteY539" fmla="*/ 28789 h 1572129"/>
                    <a:gd name="connsiteX540" fmla="*/ 978363 w 1586382"/>
                    <a:gd name="connsiteY540" fmla="*/ 1223 h 1572129"/>
                    <a:gd name="connsiteX541" fmla="*/ 711939 w 1586382"/>
                    <a:gd name="connsiteY541" fmla="*/ 203 h 1572129"/>
                    <a:gd name="connsiteX542" fmla="*/ 692040 w 1586382"/>
                    <a:gd name="connsiteY542" fmla="*/ 17806 h 1572129"/>
                    <a:gd name="connsiteX543" fmla="*/ 689829 w 1586382"/>
                    <a:gd name="connsiteY543" fmla="*/ 10153 h 1572129"/>
                    <a:gd name="connsiteX544" fmla="*/ 669930 w 1586382"/>
                    <a:gd name="connsiteY544" fmla="*/ 27756 h 1572129"/>
                    <a:gd name="connsiteX545" fmla="*/ 711939 w 1586382"/>
                    <a:gd name="connsiteY545" fmla="*/ 203 h 15721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</a:cxnLst>
                  <a:rect l="l" t="t" r="r" b="b"/>
                  <a:pathLst>
                    <a:path w="1586382" h="1572129">
                      <a:moveTo>
                        <a:pt x="887404" y="1525720"/>
                      </a:moveTo>
                      <a:lnTo>
                        <a:pt x="888259" y="1526065"/>
                      </a:lnTo>
                      <a:lnTo>
                        <a:pt x="887556" y="1526677"/>
                      </a:lnTo>
                      <a:close/>
                      <a:moveTo>
                        <a:pt x="805086" y="1488855"/>
                      </a:moveTo>
                      <a:cubicBezTo>
                        <a:pt x="824023" y="1488111"/>
                        <a:pt x="842202" y="1503733"/>
                        <a:pt x="845989" y="1525305"/>
                      </a:cubicBezTo>
                      <a:cubicBezTo>
                        <a:pt x="849019" y="1543902"/>
                        <a:pt x="837657" y="1561755"/>
                        <a:pt x="817205" y="1567706"/>
                      </a:cubicBezTo>
                      <a:cubicBezTo>
                        <a:pt x="831597" y="1547622"/>
                        <a:pt x="829325" y="1526049"/>
                        <a:pt x="822508" y="1504476"/>
                      </a:cubicBezTo>
                      <a:cubicBezTo>
                        <a:pt x="820235" y="1499269"/>
                        <a:pt x="811903" y="1492574"/>
                        <a:pt x="806601" y="1492574"/>
                      </a:cubicBezTo>
                      <a:cubicBezTo>
                        <a:pt x="800541" y="1492574"/>
                        <a:pt x="791452" y="1498525"/>
                        <a:pt x="789937" y="1504476"/>
                      </a:cubicBezTo>
                      <a:cubicBezTo>
                        <a:pt x="783120" y="1526049"/>
                        <a:pt x="783120" y="1547622"/>
                        <a:pt x="797511" y="1567706"/>
                      </a:cubicBezTo>
                      <a:cubicBezTo>
                        <a:pt x="779332" y="1567706"/>
                        <a:pt x="767213" y="1546134"/>
                        <a:pt x="767213" y="1530512"/>
                      </a:cubicBezTo>
                      <a:cubicBezTo>
                        <a:pt x="767213" y="1508940"/>
                        <a:pt x="784635" y="1490343"/>
                        <a:pt x="805086" y="1488855"/>
                      </a:cubicBezTo>
                      <a:close/>
                      <a:moveTo>
                        <a:pt x="681430" y="1484077"/>
                      </a:moveTo>
                      <a:cubicBezTo>
                        <a:pt x="697226" y="1482584"/>
                        <a:pt x="707757" y="1489300"/>
                        <a:pt x="713774" y="1504970"/>
                      </a:cubicBezTo>
                      <a:cubicBezTo>
                        <a:pt x="719792" y="1518402"/>
                        <a:pt x="728818" y="1530341"/>
                        <a:pt x="738597" y="1546758"/>
                      </a:cubicBezTo>
                      <a:cubicBezTo>
                        <a:pt x="743110" y="1525118"/>
                        <a:pt x="747623" y="1507955"/>
                        <a:pt x="738597" y="1489300"/>
                      </a:cubicBezTo>
                      <a:cubicBezTo>
                        <a:pt x="743110" y="1489300"/>
                        <a:pt x="748375" y="1490046"/>
                        <a:pt x="750632" y="1490046"/>
                      </a:cubicBezTo>
                      <a:cubicBezTo>
                        <a:pt x="747623" y="1516164"/>
                        <a:pt x="743862" y="1542281"/>
                        <a:pt x="740853" y="1572129"/>
                      </a:cubicBezTo>
                      <a:cubicBezTo>
                        <a:pt x="734836" y="1566906"/>
                        <a:pt x="730323" y="1563921"/>
                        <a:pt x="728066" y="1560190"/>
                      </a:cubicBezTo>
                      <a:cubicBezTo>
                        <a:pt x="719792" y="1546012"/>
                        <a:pt x="711518" y="1531088"/>
                        <a:pt x="703244" y="1516910"/>
                      </a:cubicBezTo>
                      <a:cubicBezTo>
                        <a:pt x="700987" y="1512432"/>
                        <a:pt x="697226" y="1508701"/>
                        <a:pt x="693465" y="1502732"/>
                      </a:cubicBezTo>
                      <a:cubicBezTo>
                        <a:pt x="684439" y="1537057"/>
                        <a:pt x="685191" y="1555713"/>
                        <a:pt x="695722" y="1566160"/>
                      </a:cubicBezTo>
                      <a:cubicBezTo>
                        <a:pt x="688200" y="1565413"/>
                        <a:pt x="682934" y="1564667"/>
                        <a:pt x="677669" y="1564667"/>
                      </a:cubicBezTo>
                      <a:cubicBezTo>
                        <a:pt x="687447" y="1547504"/>
                        <a:pt x="689704" y="1493777"/>
                        <a:pt x="681430" y="1484077"/>
                      </a:cubicBezTo>
                      <a:close/>
                      <a:moveTo>
                        <a:pt x="901939" y="1482986"/>
                      </a:moveTo>
                      <a:cubicBezTo>
                        <a:pt x="913294" y="1481479"/>
                        <a:pt x="920864" y="1486752"/>
                        <a:pt x="923893" y="1497298"/>
                      </a:cubicBezTo>
                      <a:cubicBezTo>
                        <a:pt x="926921" y="1507845"/>
                        <a:pt x="920864" y="1513871"/>
                        <a:pt x="911780" y="1518391"/>
                      </a:cubicBezTo>
                      <a:cubicBezTo>
                        <a:pt x="909509" y="1519144"/>
                        <a:pt x="906481" y="1520651"/>
                        <a:pt x="904967" y="1522157"/>
                      </a:cubicBezTo>
                      <a:cubicBezTo>
                        <a:pt x="914051" y="1532704"/>
                        <a:pt x="923893" y="1543250"/>
                        <a:pt x="935248" y="1556056"/>
                      </a:cubicBezTo>
                      <a:cubicBezTo>
                        <a:pt x="930706" y="1556809"/>
                        <a:pt x="923136" y="1561329"/>
                        <a:pt x="917836" y="1559069"/>
                      </a:cubicBezTo>
                      <a:cubicBezTo>
                        <a:pt x="912537" y="1557563"/>
                        <a:pt x="907995" y="1550030"/>
                        <a:pt x="905724" y="1544003"/>
                      </a:cubicBezTo>
                      <a:cubicBezTo>
                        <a:pt x="904589" y="1539483"/>
                        <a:pt x="903642" y="1534775"/>
                        <a:pt x="900993" y="1531197"/>
                      </a:cubicBezTo>
                      <a:lnTo>
                        <a:pt x="888259" y="1526065"/>
                      </a:lnTo>
                      <a:lnTo>
                        <a:pt x="905724" y="1510858"/>
                      </a:lnTo>
                      <a:cubicBezTo>
                        <a:pt x="907995" y="1504831"/>
                        <a:pt x="904967" y="1496545"/>
                        <a:pt x="901182" y="1490519"/>
                      </a:cubicBezTo>
                      <a:cubicBezTo>
                        <a:pt x="899668" y="1487506"/>
                        <a:pt x="892098" y="1485999"/>
                        <a:pt x="888313" y="1487506"/>
                      </a:cubicBezTo>
                      <a:cubicBezTo>
                        <a:pt x="885284" y="1488259"/>
                        <a:pt x="883013" y="1494285"/>
                        <a:pt x="883013" y="1498052"/>
                      </a:cubicBezTo>
                      <a:lnTo>
                        <a:pt x="887404" y="1525720"/>
                      </a:lnTo>
                      <a:lnTo>
                        <a:pt x="886041" y="1525171"/>
                      </a:lnTo>
                      <a:cubicBezTo>
                        <a:pt x="888313" y="1538730"/>
                        <a:pt x="890584" y="1550783"/>
                        <a:pt x="892098" y="1565096"/>
                      </a:cubicBezTo>
                      <a:cubicBezTo>
                        <a:pt x="886798" y="1565096"/>
                        <a:pt x="878471" y="1565849"/>
                        <a:pt x="874686" y="1566602"/>
                      </a:cubicBezTo>
                      <a:cubicBezTo>
                        <a:pt x="871658" y="1539483"/>
                        <a:pt x="868630" y="1513871"/>
                        <a:pt x="865602" y="1485999"/>
                      </a:cubicBezTo>
                      <a:cubicBezTo>
                        <a:pt x="874686" y="1485246"/>
                        <a:pt x="888313" y="1483739"/>
                        <a:pt x="901939" y="1482986"/>
                      </a:cubicBezTo>
                      <a:close/>
                      <a:moveTo>
                        <a:pt x="612386" y="1468212"/>
                      </a:moveTo>
                      <a:cubicBezTo>
                        <a:pt x="613898" y="1468212"/>
                        <a:pt x="614655" y="1468212"/>
                        <a:pt x="616168" y="1468212"/>
                      </a:cubicBezTo>
                      <a:cubicBezTo>
                        <a:pt x="620706" y="1497077"/>
                        <a:pt x="624488" y="1526681"/>
                        <a:pt x="629026" y="1555546"/>
                      </a:cubicBezTo>
                      <a:cubicBezTo>
                        <a:pt x="620706" y="1553326"/>
                        <a:pt x="610873" y="1550365"/>
                        <a:pt x="598771" y="1547405"/>
                      </a:cubicBezTo>
                      <a:cubicBezTo>
                        <a:pt x="613898" y="1544444"/>
                        <a:pt x="612386" y="1533343"/>
                        <a:pt x="607847" y="1528162"/>
                      </a:cubicBezTo>
                      <a:cubicBezTo>
                        <a:pt x="602552" y="1521501"/>
                        <a:pt x="591963" y="1515580"/>
                        <a:pt x="584399" y="1516320"/>
                      </a:cubicBezTo>
                      <a:cubicBezTo>
                        <a:pt x="572297" y="1516320"/>
                        <a:pt x="569271" y="1526681"/>
                        <a:pt x="572297" y="1539264"/>
                      </a:cubicBezTo>
                      <a:cubicBezTo>
                        <a:pt x="566246" y="1537043"/>
                        <a:pt x="560951" y="1535563"/>
                        <a:pt x="557169" y="1534823"/>
                      </a:cubicBezTo>
                      <a:lnTo>
                        <a:pt x="592882" y="1494782"/>
                      </a:lnTo>
                      <a:lnTo>
                        <a:pt x="593213" y="1494631"/>
                      </a:lnTo>
                      <a:lnTo>
                        <a:pt x="585156" y="1510399"/>
                      </a:lnTo>
                      <a:cubicBezTo>
                        <a:pt x="591963" y="1512619"/>
                        <a:pt x="598014" y="1514840"/>
                        <a:pt x="607091" y="1517060"/>
                      </a:cubicBezTo>
                      <a:cubicBezTo>
                        <a:pt x="605578" y="1506698"/>
                        <a:pt x="604822" y="1499297"/>
                        <a:pt x="604065" y="1489676"/>
                      </a:cubicBezTo>
                      <a:lnTo>
                        <a:pt x="593213" y="1494631"/>
                      </a:lnTo>
                      <a:lnTo>
                        <a:pt x="593476" y="1494116"/>
                      </a:lnTo>
                      <a:lnTo>
                        <a:pt x="592882" y="1494782"/>
                      </a:lnTo>
                      <a:lnTo>
                        <a:pt x="592719" y="1494856"/>
                      </a:lnTo>
                      <a:cubicBezTo>
                        <a:pt x="599527" y="1485975"/>
                        <a:pt x="605578" y="1477094"/>
                        <a:pt x="612386" y="1468212"/>
                      </a:cubicBezTo>
                      <a:close/>
                      <a:moveTo>
                        <a:pt x="1071334" y="1458228"/>
                      </a:moveTo>
                      <a:cubicBezTo>
                        <a:pt x="1071334" y="1468671"/>
                        <a:pt x="1071334" y="1476877"/>
                        <a:pt x="1071334" y="1487321"/>
                      </a:cubicBezTo>
                      <a:cubicBezTo>
                        <a:pt x="1078827" y="1484337"/>
                        <a:pt x="1084821" y="1481353"/>
                        <a:pt x="1092314" y="1477623"/>
                      </a:cubicBezTo>
                      <a:cubicBezTo>
                        <a:pt x="1084821" y="1470909"/>
                        <a:pt x="1078827" y="1464941"/>
                        <a:pt x="1071334" y="1458228"/>
                      </a:cubicBezTo>
                      <a:close/>
                      <a:moveTo>
                        <a:pt x="1015177" y="1454947"/>
                      </a:moveTo>
                      <a:cubicBezTo>
                        <a:pt x="1018915" y="1468408"/>
                        <a:pt x="1021158" y="1481869"/>
                        <a:pt x="1025644" y="1493834"/>
                      </a:cubicBezTo>
                      <a:cubicBezTo>
                        <a:pt x="1030129" y="1505800"/>
                        <a:pt x="1025644" y="1523000"/>
                        <a:pt x="1043586" y="1529730"/>
                      </a:cubicBezTo>
                      <a:cubicBezTo>
                        <a:pt x="1034615" y="1532722"/>
                        <a:pt x="1025644" y="1535713"/>
                        <a:pt x="1019663" y="1537209"/>
                      </a:cubicBezTo>
                      <a:cubicBezTo>
                        <a:pt x="1014430" y="1516269"/>
                        <a:pt x="1009196" y="1494582"/>
                        <a:pt x="1003216" y="1473643"/>
                      </a:cubicBezTo>
                      <a:cubicBezTo>
                        <a:pt x="1002468" y="1473643"/>
                        <a:pt x="1000973" y="1473643"/>
                        <a:pt x="999478" y="1473643"/>
                      </a:cubicBezTo>
                      <a:cubicBezTo>
                        <a:pt x="997982" y="1497573"/>
                        <a:pt x="996487" y="1521504"/>
                        <a:pt x="994992" y="1544687"/>
                      </a:cubicBezTo>
                      <a:cubicBezTo>
                        <a:pt x="993497" y="1545435"/>
                        <a:pt x="991254" y="1545435"/>
                        <a:pt x="989759" y="1545435"/>
                      </a:cubicBezTo>
                      <a:cubicBezTo>
                        <a:pt x="977050" y="1526739"/>
                        <a:pt x="965088" y="1507295"/>
                        <a:pt x="952379" y="1487852"/>
                      </a:cubicBezTo>
                      <a:cubicBezTo>
                        <a:pt x="951631" y="1488600"/>
                        <a:pt x="950136" y="1489347"/>
                        <a:pt x="949389" y="1490095"/>
                      </a:cubicBezTo>
                      <a:cubicBezTo>
                        <a:pt x="957612" y="1509539"/>
                        <a:pt x="953127" y="1534217"/>
                        <a:pt x="972564" y="1550670"/>
                      </a:cubicBezTo>
                      <a:cubicBezTo>
                        <a:pt x="968079" y="1552165"/>
                        <a:pt x="962098" y="1554409"/>
                        <a:pt x="956865" y="1556652"/>
                      </a:cubicBezTo>
                      <a:cubicBezTo>
                        <a:pt x="959107" y="1528235"/>
                        <a:pt x="947893" y="1504304"/>
                        <a:pt x="939670" y="1478130"/>
                      </a:cubicBezTo>
                      <a:cubicBezTo>
                        <a:pt x="944903" y="1475886"/>
                        <a:pt x="952379" y="1473643"/>
                        <a:pt x="959855" y="1471399"/>
                      </a:cubicBezTo>
                      <a:cubicBezTo>
                        <a:pt x="970321" y="1487104"/>
                        <a:pt x="980040" y="1502060"/>
                        <a:pt x="989759" y="1517017"/>
                      </a:cubicBezTo>
                      <a:cubicBezTo>
                        <a:pt x="991254" y="1516269"/>
                        <a:pt x="992749" y="1516269"/>
                        <a:pt x="994244" y="1516269"/>
                      </a:cubicBezTo>
                      <a:cubicBezTo>
                        <a:pt x="994244" y="1505800"/>
                        <a:pt x="994244" y="1495330"/>
                        <a:pt x="994244" y="1484860"/>
                      </a:cubicBezTo>
                      <a:cubicBezTo>
                        <a:pt x="994992" y="1457938"/>
                        <a:pt x="988264" y="1462425"/>
                        <a:pt x="1015177" y="1454947"/>
                      </a:cubicBezTo>
                      <a:close/>
                      <a:moveTo>
                        <a:pt x="1069087" y="1430626"/>
                      </a:moveTo>
                      <a:cubicBezTo>
                        <a:pt x="1091565" y="1453752"/>
                        <a:pt x="1111795" y="1474639"/>
                        <a:pt x="1132026" y="1495527"/>
                      </a:cubicBezTo>
                      <a:cubicBezTo>
                        <a:pt x="1126032" y="1498511"/>
                        <a:pt x="1118539" y="1501495"/>
                        <a:pt x="1113294" y="1503733"/>
                      </a:cubicBezTo>
                      <a:cubicBezTo>
                        <a:pt x="1107300" y="1495527"/>
                        <a:pt x="1102055" y="1485083"/>
                        <a:pt x="1096061" y="1483591"/>
                      </a:cubicBezTo>
                      <a:cubicBezTo>
                        <a:pt x="1088568" y="1482099"/>
                        <a:pt x="1076579" y="1486575"/>
                        <a:pt x="1072833" y="1492543"/>
                      </a:cubicBezTo>
                      <a:cubicBezTo>
                        <a:pt x="1069087" y="1498511"/>
                        <a:pt x="1072833" y="1509700"/>
                        <a:pt x="1072833" y="1519398"/>
                      </a:cubicBezTo>
                      <a:cubicBezTo>
                        <a:pt x="1072084" y="1520144"/>
                        <a:pt x="1067588" y="1521636"/>
                        <a:pt x="1064591" y="1522382"/>
                      </a:cubicBezTo>
                      <a:cubicBezTo>
                        <a:pt x="1066089" y="1493289"/>
                        <a:pt x="1067588" y="1464195"/>
                        <a:pt x="1069087" y="1430626"/>
                      </a:cubicBezTo>
                      <a:close/>
                      <a:moveTo>
                        <a:pt x="496956" y="1429519"/>
                      </a:moveTo>
                      <a:cubicBezTo>
                        <a:pt x="511998" y="1430264"/>
                        <a:pt x="518015" y="1439952"/>
                        <a:pt x="520271" y="1454110"/>
                      </a:cubicBezTo>
                      <a:cubicBezTo>
                        <a:pt x="523279" y="1470504"/>
                        <a:pt x="528544" y="1485408"/>
                        <a:pt x="534561" y="1501057"/>
                      </a:cubicBezTo>
                      <a:cubicBezTo>
                        <a:pt x="540578" y="1484663"/>
                        <a:pt x="554115" y="1470504"/>
                        <a:pt x="548851" y="1448894"/>
                      </a:cubicBezTo>
                      <a:cubicBezTo>
                        <a:pt x="553363" y="1451129"/>
                        <a:pt x="558628" y="1453365"/>
                        <a:pt x="559380" y="1453365"/>
                      </a:cubicBezTo>
                      <a:cubicBezTo>
                        <a:pt x="549603" y="1478701"/>
                        <a:pt x="539826" y="1501802"/>
                        <a:pt x="527792" y="1530119"/>
                      </a:cubicBezTo>
                      <a:cubicBezTo>
                        <a:pt x="512750" y="1503292"/>
                        <a:pt x="512750" y="1474975"/>
                        <a:pt x="498460" y="1449639"/>
                      </a:cubicBezTo>
                      <a:cubicBezTo>
                        <a:pt x="492443" y="1468269"/>
                        <a:pt x="485674" y="1487644"/>
                        <a:pt x="478906" y="1507018"/>
                      </a:cubicBezTo>
                      <a:cubicBezTo>
                        <a:pt x="477401" y="1506273"/>
                        <a:pt x="472889" y="1504783"/>
                        <a:pt x="467624" y="1503292"/>
                      </a:cubicBezTo>
                      <a:cubicBezTo>
                        <a:pt x="480410" y="1496586"/>
                        <a:pt x="500716" y="1444423"/>
                        <a:pt x="496956" y="1429519"/>
                      </a:cubicBezTo>
                      <a:close/>
                      <a:moveTo>
                        <a:pt x="459841" y="1409620"/>
                      </a:moveTo>
                      <a:cubicBezTo>
                        <a:pt x="464351" y="1411861"/>
                        <a:pt x="471868" y="1416343"/>
                        <a:pt x="480889" y="1420824"/>
                      </a:cubicBezTo>
                      <a:cubicBezTo>
                        <a:pt x="466606" y="1427547"/>
                        <a:pt x="443302" y="1475352"/>
                        <a:pt x="446309" y="1492532"/>
                      </a:cubicBezTo>
                      <a:cubicBezTo>
                        <a:pt x="438040" y="1488050"/>
                        <a:pt x="430523" y="1484316"/>
                        <a:pt x="424509" y="1481328"/>
                      </a:cubicBezTo>
                      <a:cubicBezTo>
                        <a:pt x="435785" y="1458172"/>
                        <a:pt x="447813" y="1434270"/>
                        <a:pt x="459841" y="1409620"/>
                      </a:cubicBezTo>
                      <a:close/>
                      <a:moveTo>
                        <a:pt x="1134266" y="1404094"/>
                      </a:moveTo>
                      <a:cubicBezTo>
                        <a:pt x="1145559" y="1424179"/>
                        <a:pt x="1155347" y="1445007"/>
                        <a:pt x="1167393" y="1464348"/>
                      </a:cubicBezTo>
                      <a:cubicBezTo>
                        <a:pt x="1172663" y="1473275"/>
                        <a:pt x="1181698" y="1468068"/>
                        <a:pt x="1184709" y="1460629"/>
                      </a:cubicBezTo>
                      <a:cubicBezTo>
                        <a:pt x="1188473" y="1453190"/>
                        <a:pt x="1189226" y="1444264"/>
                        <a:pt x="1191485" y="1433105"/>
                      </a:cubicBezTo>
                      <a:cubicBezTo>
                        <a:pt x="1195249" y="1441288"/>
                        <a:pt x="1199014" y="1447983"/>
                        <a:pt x="1202778" y="1455422"/>
                      </a:cubicBezTo>
                      <a:cubicBezTo>
                        <a:pt x="1186968" y="1465092"/>
                        <a:pt x="1171157" y="1474019"/>
                        <a:pt x="1155347" y="1483689"/>
                      </a:cubicBezTo>
                      <a:cubicBezTo>
                        <a:pt x="1144054" y="1459141"/>
                        <a:pt x="1135772" y="1433849"/>
                        <a:pt x="1115444" y="1414508"/>
                      </a:cubicBezTo>
                      <a:cubicBezTo>
                        <a:pt x="1122220" y="1410789"/>
                        <a:pt x="1129749" y="1406326"/>
                        <a:pt x="1134266" y="1404094"/>
                      </a:cubicBezTo>
                      <a:close/>
                      <a:moveTo>
                        <a:pt x="415186" y="1385299"/>
                      </a:moveTo>
                      <a:cubicBezTo>
                        <a:pt x="420379" y="1388289"/>
                        <a:pt x="427797" y="1393522"/>
                        <a:pt x="432248" y="1396512"/>
                      </a:cubicBezTo>
                      <a:cubicBezTo>
                        <a:pt x="418153" y="1418938"/>
                        <a:pt x="404800" y="1440616"/>
                        <a:pt x="390705" y="1463789"/>
                      </a:cubicBezTo>
                      <a:cubicBezTo>
                        <a:pt x="386254" y="1460799"/>
                        <a:pt x="381061" y="1457809"/>
                        <a:pt x="375868" y="1454071"/>
                      </a:cubicBezTo>
                      <a:cubicBezTo>
                        <a:pt x="390705" y="1432393"/>
                        <a:pt x="404800" y="1409967"/>
                        <a:pt x="415186" y="1385299"/>
                      </a:cubicBezTo>
                      <a:close/>
                      <a:moveTo>
                        <a:pt x="377160" y="1359873"/>
                      </a:moveTo>
                      <a:cubicBezTo>
                        <a:pt x="382486" y="1363593"/>
                        <a:pt x="388574" y="1367312"/>
                        <a:pt x="394661" y="1371031"/>
                      </a:cubicBezTo>
                      <a:cubicBezTo>
                        <a:pt x="380204" y="1393348"/>
                        <a:pt x="363463" y="1414176"/>
                        <a:pt x="354332" y="1439468"/>
                      </a:cubicBezTo>
                      <a:cubicBezTo>
                        <a:pt x="349006" y="1436493"/>
                        <a:pt x="341397" y="1431285"/>
                        <a:pt x="336070" y="1427566"/>
                      </a:cubicBezTo>
                      <a:cubicBezTo>
                        <a:pt x="352810" y="1405994"/>
                        <a:pt x="365746" y="1384421"/>
                        <a:pt x="377160" y="1359873"/>
                      </a:cubicBezTo>
                      <a:close/>
                      <a:moveTo>
                        <a:pt x="1215204" y="1354346"/>
                      </a:moveTo>
                      <a:cubicBezTo>
                        <a:pt x="1230947" y="1375206"/>
                        <a:pt x="1239944" y="1400537"/>
                        <a:pt x="1264684" y="1413202"/>
                      </a:cubicBezTo>
                      <a:cubicBezTo>
                        <a:pt x="1254188" y="1422142"/>
                        <a:pt x="1246691" y="1422887"/>
                        <a:pt x="1237695" y="1411712"/>
                      </a:cubicBezTo>
                      <a:cubicBezTo>
                        <a:pt x="1229448" y="1402027"/>
                        <a:pt x="1222701" y="1390852"/>
                        <a:pt x="1214454" y="1381167"/>
                      </a:cubicBezTo>
                      <a:cubicBezTo>
                        <a:pt x="1210705" y="1375951"/>
                        <a:pt x="1204708" y="1372226"/>
                        <a:pt x="1199460" y="1367011"/>
                      </a:cubicBezTo>
                      <a:cubicBezTo>
                        <a:pt x="1203958" y="1363286"/>
                        <a:pt x="1210705" y="1358071"/>
                        <a:pt x="1215204" y="1354346"/>
                      </a:cubicBezTo>
                      <a:close/>
                      <a:moveTo>
                        <a:pt x="343506" y="1337438"/>
                      </a:moveTo>
                      <a:lnTo>
                        <a:pt x="360391" y="1351192"/>
                      </a:lnTo>
                      <a:cubicBezTo>
                        <a:pt x="355169" y="1357174"/>
                        <a:pt x="350693" y="1362409"/>
                        <a:pt x="345471" y="1368392"/>
                      </a:cubicBezTo>
                      <a:cubicBezTo>
                        <a:pt x="346217" y="1359418"/>
                        <a:pt x="347709" y="1352687"/>
                        <a:pt x="346963" y="1345209"/>
                      </a:cubicBezTo>
                      <a:close/>
                      <a:moveTo>
                        <a:pt x="332765" y="1328690"/>
                      </a:moveTo>
                      <a:lnTo>
                        <a:pt x="341182" y="1332215"/>
                      </a:lnTo>
                      <a:lnTo>
                        <a:pt x="343506" y="1337438"/>
                      </a:lnTo>
                      <a:close/>
                      <a:moveTo>
                        <a:pt x="1251204" y="1326709"/>
                      </a:moveTo>
                      <a:cubicBezTo>
                        <a:pt x="1263187" y="1346857"/>
                        <a:pt x="1275918" y="1366258"/>
                        <a:pt x="1287900" y="1386406"/>
                      </a:cubicBezTo>
                      <a:cubicBezTo>
                        <a:pt x="1272922" y="1369243"/>
                        <a:pt x="1266182" y="1345364"/>
                        <a:pt x="1241469" y="1334171"/>
                      </a:cubicBezTo>
                      <a:cubicBezTo>
                        <a:pt x="1245213" y="1331933"/>
                        <a:pt x="1248958" y="1328202"/>
                        <a:pt x="1251204" y="1326709"/>
                      </a:cubicBezTo>
                      <a:close/>
                      <a:moveTo>
                        <a:pt x="302950" y="1320811"/>
                      </a:moveTo>
                      <a:cubicBezTo>
                        <a:pt x="310410" y="1318287"/>
                        <a:pt x="318243" y="1318287"/>
                        <a:pt x="324584" y="1322026"/>
                      </a:cubicBezTo>
                      <a:lnTo>
                        <a:pt x="332765" y="1328690"/>
                      </a:lnTo>
                      <a:lnTo>
                        <a:pt x="327568" y="1326513"/>
                      </a:lnTo>
                      <a:cubicBezTo>
                        <a:pt x="305934" y="1325765"/>
                        <a:pt x="279079" y="1363905"/>
                        <a:pt x="286538" y="1384097"/>
                      </a:cubicBezTo>
                      <a:cubicBezTo>
                        <a:pt x="287284" y="1387088"/>
                        <a:pt x="288776" y="1389331"/>
                        <a:pt x="289522" y="1390827"/>
                      </a:cubicBezTo>
                      <a:cubicBezTo>
                        <a:pt x="271619" y="1375123"/>
                        <a:pt x="268635" y="1354931"/>
                        <a:pt x="283555" y="1334739"/>
                      </a:cubicBezTo>
                      <a:cubicBezTo>
                        <a:pt x="288404" y="1328383"/>
                        <a:pt x="295490" y="1323335"/>
                        <a:pt x="302950" y="1320811"/>
                      </a:cubicBezTo>
                      <a:close/>
                      <a:moveTo>
                        <a:pt x="205418" y="1313679"/>
                      </a:moveTo>
                      <a:lnTo>
                        <a:pt x="222038" y="1318019"/>
                      </a:lnTo>
                      <a:cubicBezTo>
                        <a:pt x="228609" y="1318019"/>
                        <a:pt x="234449" y="1316494"/>
                        <a:pt x="243210" y="1314969"/>
                      </a:cubicBezTo>
                      <a:cubicBezTo>
                        <a:pt x="235910" y="1321831"/>
                        <a:pt x="230799" y="1327168"/>
                        <a:pt x="221308" y="1335554"/>
                      </a:cubicBezTo>
                      <a:close/>
                      <a:moveTo>
                        <a:pt x="204517" y="1313444"/>
                      </a:moveTo>
                      <a:cubicBezTo>
                        <a:pt x="204517" y="1313444"/>
                        <a:pt x="205247" y="1313444"/>
                        <a:pt x="205247" y="1313444"/>
                      </a:cubicBezTo>
                      <a:lnTo>
                        <a:pt x="205418" y="1313679"/>
                      </a:lnTo>
                      <a:close/>
                      <a:moveTo>
                        <a:pt x="204464" y="1312848"/>
                      </a:moveTo>
                      <a:lnTo>
                        <a:pt x="204915" y="1313443"/>
                      </a:lnTo>
                      <a:lnTo>
                        <a:pt x="204163" y="1313443"/>
                      </a:lnTo>
                      <a:close/>
                      <a:moveTo>
                        <a:pt x="1314958" y="1267013"/>
                      </a:moveTo>
                      <a:cubicBezTo>
                        <a:pt x="1331365" y="1287128"/>
                        <a:pt x="1347772" y="1306499"/>
                        <a:pt x="1364179" y="1326614"/>
                      </a:cubicBezTo>
                      <a:cubicBezTo>
                        <a:pt x="1363433" y="1328104"/>
                        <a:pt x="1363433" y="1329594"/>
                        <a:pt x="1363433" y="1331084"/>
                      </a:cubicBezTo>
                      <a:cubicBezTo>
                        <a:pt x="1337331" y="1331829"/>
                        <a:pt x="1312721" y="1320654"/>
                        <a:pt x="1284382" y="1322144"/>
                      </a:cubicBezTo>
                      <a:cubicBezTo>
                        <a:pt x="1297805" y="1336299"/>
                        <a:pt x="1311229" y="1350454"/>
                        <a:pt x="1326145" y="1366844"/>
                      </a:cubicBezTo>
                      <a:cubicBezTo>
                        <a:pt x="1326145" y="1366844"/>
                        <a:pt x="1323907" y="1369079"/>
                        <a:pt x="1323162" y="1369824"/>
                      </a:cubicBezTo>
                      <a:cubicBezTo>
                        <a:pt x="1305263" y="1349709"/>
                        <a:pt x="1288110" y="1331084"/>
                        <a:pt x="1270212" y="1310969"/>
                      </a:cubicBezTo>
                      <a:cubicBezTo>
                        <a:pt x="1274686" y="1302028"/>
                        <a:pt x="1282890" y="1299793"/>
                        <a:pt x="1295568" y="1303518"/>
                      </a:cubicBezTo>
                      <a:cubicBezTo>
                        <a:pt x="1311229" y="1307244"/>
                        <a:pt x="1326890" y="1309479"/>
                        <a:pt x="1343297" y="1312459"/>
                      </a:cubicBezTo>
                      <a:cubicBezTo>
                        <a:pt x="1338077" y="1295323"/>
                        <a:pt x="1321670" y="1278933"/>
                        <a:pt x="1306009" y="1275208"/>
                      </a:cubicBezTo>
                      <a:cubicBezTo>
                        <a:pt x="1310483" y="1271483"/>
                        <a:pt x="1313467" y="1268503"/>
                        <a:pt x="1314958" y="1267013"/>
                      </a:cubicBezTo>
                      <a:close/>
                      <a:moveTo>
                        <a:pt x="240247" y="1231637"/>
                      </a:moveTo>
                      <a:cubicBezTo>
                        <a:pt x="247013" y="1240561"/>
                        <a:pt x="253778" y="1247998"/>
                        <a:pt x="259792" y="1254691"/>
                      </a:cubicBezTo>
                      <a:cubicBezTo>
                        <a:pt x="253026" y="1258410"/>
                        <a:pt x="247013" y="1261385"/>
                        <a:pt x="242502" y="1265103"/>
                      </a:cubicBezTo>
                      <a:cubicBezTo>
                        <a:pt x="232729" y="1273284"/>
                        <a:pt x="222957" y="1281464"/>
                        <a:pt x="215439" y="1291132"/>
                      </a:cubicBezTo>
                      <a:lnTo>
                        <a:pt x="204464" y="1312848"/>
                      </a:lnTo>
                      <a:lnTo>
                        <a:pt x="184618" y="1286670"/>
                      </a:lnTo>
                      <a:cubicBezTo>
                        <a:pt x="199653" y="1287414"/>
                        <a:pt x="240247" y="1248742"/>
                        <a:pt x="240247" y="1231637"/>
                      </a:cubicBezTo>
                      <a:close/>
                      <a:moveTo>
                        <a:pt x="1347453" y="1227215"/>
                      </a:moveTo>
                      <a:cubicBezTo>
                        <a:pt x="1360184" y="1251420"/>
                        <a:pt x="1381901" y="1266547"/>
                        <a:pt x="1402870" y="1284701"/>
                      </a:cubicBezTo>
                      <a:cubicBezTo>
                        <a:pt x="1399125" y="1289239"/>
                        <a:pt x="1393883" y="1294534"/>
                        <a:pt x="1390888" y="1299072"/>
                      </a:cubicBezTo>
                      <a:cubicBezTo>
                        <a:pt x="1371417" y="1280162"/>
                        <a:pt x="1352695" y="1262765"/>
                        <a:pt x="1333224" y="1244612"/>
                      </a:cubicBezTo>
                      <a:cubicBezTo>
                        <a:pt x="1336219" y="1240830"/>
                        <a:pt x="1342210" y="1234023"/>
                        <a:pt x="1347453" y="1227215"/>
                      </a:cubicBezTo>
                      <a:close/>
                      <a:moveTo>
                        <a:pt x="1373823" y="1195155"/>
                      </a:moveTo>
                      <a:cubicBezTo>
                        <a:pt x="1381227" y="1207896"/>
                        <a:pt x="1416024" y="1219888"/>
                        <a:pt x="1428611" y="1212393"/>
                      </a:cubicBezTo>
                      <a:cubicBezTo>
                        <a:pt x="1433053" y="1221387"/>
                        <a:pt x="1436755" y="1228882"/>
                        <a:pt x="1440457" y="1236377"/>
                      </a:cubicBezTo>
                      <a:cubicBezTo>
                        <a:pt x="1439716" y="1237876"/>
                        <a:pt x="1438236" y="1238626"/>
                        <a:pt x="1436755" y="1239375"/>
                      </a:cubicBezTo>
                      <a:cubicBezTo>
                        <a:pt x="1411582" y="1231131"/>
                        <a:pt x="1386409" y="1222886"/>
                        <a:pt x="1359756" y="1213892"/>
                      </a:cubicBezTo>
                      <a:cubicBezTo>
                        <a:pt x="1364198" y="1208646"/>
                        <a:pt x="1369381" y="1201901"/>
                        <a:pt x="1373823" y="1195155"/>
                      </a:cubicBezTo>
                      <a:close/>
                      <a:moveTo>
                        <a:pt x="213361" y="1190734"/>
                      </a:moveTo>
                      <a:cubicBezTo>
                        <a:pt x="204402" y="1207022"/>
                        <a:pt x="197683" y="1220349"/>
                        <a:pt x="190964" y="1232935"/>
                      </a:cubicBezTo>
                      <a:cubicBezTo>
                        <a:pt x="183498" y="1245522"/>
                        <a:pt x="176779" y="1258108"/>
                        <a:pt x="169313" y="1271435"/>
                      </a:cubicBezTo>
                      <a:cubicBezTo>
                        <a:pt x="165580" y="1265512"/>
                        <a:pt x="160354" y="1258848"/>
                        <a:pt x="155875" y="1252185"/>
                      </a:cubicBezTo>
                      <a:cubicBezTo>
                        <a:pt x="173793" y="1241079"/>
                        <a:pt x="175286" y="1232935"/>
                        <a:pt x="164087" y="1218128"/>
                      </a:cubicBezTo>
                      <a:cubicBezTo>
                        <a:pt x="167820" y="1220349"/>
                        <a:pt x="171553" y="1223310"/>
                        <a:pt x="176779" y="1226272"/>
                      </a:cubicBezTo>
                      <a:lnTo>
                        <a:pt x="177005" y="1225836"/>
                      </a:lnTo>
                      <a:lnTo>
                        <a:pt x="164719" y="1218002"/>
                      </a:lnTo>
                      <a:lnTo>
                        <a:pt x="170683" y="1201840"/>
                      </a:lnTo>
                      <a:lnTo>
                        <a:pt x="170227" y="1201840"/>
                      </a:lnTo>
                      <a:lnTo>
                        <a:pt x="164250" y="1218002"/>
                      </a:lnTo>
                      <a:cubicBezTo>
                        <a:pt x="153008" y="1205473"/>
                        <a:pt x="144763" y="1206947"/>
                        <a:pt x="134270" y="1221687"/>
                      </a:cubicBezTo>
                      <a:cubicBezTo>
                        <a:pt x="131272" y="1217265"/>
                        <a:pt x="128274" y="1212843"/>
                        <a:pt x="126026" y="1209895"/>
                      </a:cubicBezTo>
                      <a:cubicBezTo>
                        <a:pt x="141016" y="1206947"/>
                        <a:pt x="156006" y="1203999"/>
                        <a:pt x="170246" y="1201788"/>
                      </a:cubicBezTo>
                      <a:lnTo>
                        <a:pt x="170244" y="1201792"/>
                      </a:lnTo>
                      <a:close/>
                      <a:moveTo>
                        <a:pt x="1450006" y="1145407"/>
                      </a:moveTo>
                      <a:lnTo>
                        <a:pt x="1450152" y="1146515"/>
                      </a:lnTo>
                      <a:cubicBezTo>
                        <a:pt x="1450152" y="1146515"/>
                        <a:pt x="1450152" y="1145790"/>
                        <a:pt x="1449387" y="1145790"/>
                      </a:cubicBezTo>
                      <a:close/>
                      <a:moveTo>
                        <a:pt x="1447091" y="1123299"/>
                      </a:moveTo>
                      <a:cubicBezTo>
                        <a:pt x="1453979" y="1126927"/>
                        <a:pt x="1460102" y="1130554"/>
                        <a:pt x="1466990" y="1134907"/>
                      </a:cubicBezTo>
                      <a:lnTo>
                        <a:pt x="1450006" y="1145407"/>
                      </a:lnTo>
                      <a:close/>
                      <a:moveTo>
                        <a:pt x="153921" y="1116800"/>
                      </a:moveTo>
                      <a:cubicBezTo>
                        <a:pt x="144856" y="1121330"/>
                        <a:pt x="136546" y="1127370"/>
                        <a:pt x="128237" y="1132654"/>
                      </a:cubicBezTo>
                      <a:cubicBezTo>
                        <a:pt x="132769" y="1136429"/>
                        <a:pt x="137302" y="1143979"/>
                        <a:pt x="142590" y="1144734"/>
                      </a:cubicBezTo>
                      <a:cubicBezTo>
                        <a:pt x="152410" y="1146244"/>
                        <a:pt x="160720" y="1140204"/>
                        <a:pt x="162986" y="1125105"/>
                      </a:cubicBezTo>
                      <a:cubicBezTo>
                        <a:pt x="160720" y="1123595"/>
                        <a:pt x="155432" y="1116045"/>
                        <a:pt x="153921" y="1116800"/>
                      </a:cubicBezTo>
                      <a:close/>
                      <a:moveTo>
                        <a:pt x="150899" y="1095661"/>
                      </a:moveTo>
                      <a:cubicBezTo>
                        <a:pt x="155432" y="1105475"/>
                        <a:pt x="161475" y="1116045"/>
                        <a:pt x="166763" y="1127370"/>
                      </a:cubicBezTo>
                      <a:cubicBezTo>
                        <a:pt x="171296" y="1137184"/>
                        <a:pt x="173562" y="1148509"/>
                        <a:pt x="163741" y="1156058"/>
                      </a:cubicBezTo>
                      <a:cubicBezTo>
                        <a:pt x="153166" y="1164363"/>
                        <a:pt x="144856" y="1158323"/>
                        <a:pt x="137302" y="1150773"/>
                      </a:cubicBezTo>
                      <a:cubicBezTo>
                        <a:pt x="136546" y="1150019"/>
                        <a:pt x="135036" y="1149264"/>
                        <a:pt x="133525" y="1149264"/>
                      </a:cubicBezTo>
                      <a:cubicBezTo>
                        <a:pt x="128237" y="1162098"/>
                        <a:pt x="122949" y="1174932"/>
                        <a:pt x="116906" y="1188522"/>
                      </a:cubicBezTo>
                      <a:cubicBezTo>
                        <a:pt x="114639" y="1186257"/>
                        <a:pt x="107841" y="1181727"/>
                        <a:pt x="105574" y="1175687"/>
                      </a:cubicBezTo>
                      <a:cubicBezTo>
                        <a:pt x="104819" y="1171913"/>
                        <a:pt x="109351" y="1165118"/>
                        <a:pt x="112373" y="1160588"/>
                      </a:cubicBezTo>
                      <a:cubicBezTo>
                        <a:pt x="116150" y="1155303"/>
                        <a:pt x="122194" y="1151528"/>
                        <a:pt x="125971" y="1146999"/>
                      </a:cubicBezTo>
                      <a:cubicBezTo>
                        <a:pt x="127481" y="1144734"/>
                        <a:pt x="127481" y="1139449"/>
                        <a:pt x="125971" y="1137939"/>
                      </a:cubicBezTo>
                      <a:cubicBezTo>
                        <a:pt x="124460" y="1135674"/>
                        <a:pt x="119172" y="1134919"/>
                        <a:pt x="116906" y="1136429"/>
                      </a:cubicBezTo>
                      <a:cubicBezTo>
                        <a:pt x="108596" y="1140959"/>
                        <a:pt x="101042" y="1146999"/>
                        <a:pt x="92732" y="1153038"/>
                      </a:cubicBezTo>
                      <a:cubicBezTo>
                        <a:pt x="90466" y="1149264"/>
                        <a:pt x="85934" y="1142469"/>
                        <a:pt x="82912" y="1137184"/>
                      </a:cubicBezTo>
                      <a:cubicBezTo>
                        <a:pt x="105574" y="1123595"/>
                        <a:pt x="127481" y="1110005"/>
                        <a:pt x="150899" y="1095661"/>
                      </a:cubicBezTo>
                      <a:close/>
                      <a:moveTo>
                        <a:pt x="1435875" y="1093450"/>
                      </a:moveTo>
                      <a:cubicBezTo>
                        <a:pt x="1442635" y="1097223"/>
                        <a:pt x="1449394" y="1100996"/>
                        <a:pt x="1459158" y="1105523"/>
                      </a:cubicBezTo>
                      <a:cubicBezTo>
                        <a:pt x="1449394" y="1107032"/>
                        <a:pt x="1441884" y="1105523"/>
                        <a:pt x="1437377" y="1108541"/>
                      </a:cubicBezTo>
                      <a:cubicBezTo>
                        <a:pt x="1430618" y="1113068"/>
                        <a:pt x="1424609" y="1119104"/>
                        <a:pt x="1422356" y="1125895"/>
                      </a:cubicBezTo>
                      <a:cubicBezTo>
                        <a:pt x="1420854" y="1128913"/>
                        <a:pt x="1428365" y="1137213"/>
                        <a:pt x="1432871" y="1140232"/>
                      </a:cubicBezTo>
                      <a:cubicBezTo>
                        <a:pt x="1438129" y="1144004"/>
                        <a:pt x="1444888" y="1144759"/>
                        <a:pt x="1450897" y="1147022"/>
                      </a:cubicBezTo>
                      <a:lnTo>
                        <a:pt x="1450897" y="1146268"/>
                      </a:lnTo>
                      <a:cubicBezTo>
                        <a:pt x="1460660" y="1153059"/>
                        <a:pt x="1469673" y="1163622"/>
                        <a:pt x="1480188" y="1164377"/>
                      </a:cubicBezTo>
                      <a:cubicBezTo>
                        <a:pt x="1490703" y="1165131"/>
                        <a:pt x="1492205" y="1139477"/>
                        <a:pt x="1480188" y="1117595"/>
                      </a:cubicBezTo>
                      <a:cubicBezTo>
                        <a:pt x="1489201" y="1122877"/>
                        <a:pt x="1495209" y="1126650"/>
                        <a:pt x="1503471" y="1131177"/>
                      </a:cubicBezTo>
                      <a:cubicBezTo>
                        <a:pt x="1492956" y="1151550"/>
                        <a:pt x="1482441" y="1171168"/>
                        <a:pt x="1472677" y="1188522"/>
                      </a:cubicBezTo>
                      <a:cubicBezTo>
                        <a:pt x="1451648" y="1171922"/>
                        <a:pt x="1430618" y="1156831"/>
                        <a:pt x="1405082" y="1148532"/>
                      </a:cubicBezTo>
                      <a:cubicBezTo>
                        <a:pt x="1414095" y="1131932"/>
                        <a:pt x="1424609" y="1113823"/>
                        <a:pt x="1435875" y="1093450"/>
                      </a:cubicBezTo>
                      <a:close/>
                      <a:moveTo>
                        <a:pt x="1466240" y="1041731"/>
                      </a:moveTo>
                      <a:cubicBezTo>
                        <a:pt x="1463994" y="1044719"/>
                        <a:pt x="1459500" y="1049948"/>
                        <a:pt x="1455756" y="1054429"/>
                      </a:cubicBezTo>
                      <a:cubicBezTo>
                        <a:pt x="1463994" y="1059658"/>
                        <a:pt x="1472231" y="1064887"/>
                        <a:pt x="1481218" y="1070115"/>
                      </a:cubicBezTo>
                      <a:cubicBezTo>
                        <a:pt x="1481218" y="1070115"/>
                        <a:pt x="1487958" y="1062646"/>
                        <a:pt x="1487958" y="1058911"/>
                      </a:cubicBezTo>
                      <a:cubicBezTo>
                        <a:pt x="1489456" y="1046213"/>
                        <a:pt x="1480469" y="1043225"/>
                        <a:pt x="1466240" y="1041731"/>
                      </a:cubicBezTo>
                      <a:close/>
                      <a:moveTo>
                        <a:pt x="1481218" y="1026045"/>
                      </a:moveTo>
                      <a:cubicBezTo>
                        <a:pt x="1491702" y="1029033"/>
                        <a:pt x="1494698" y="1036502"/>
                        <a:pt x="1493949" y="1046960"/>
                      </a:cubicBezTo>
                      <a:cubicBezTo>
                        <a:pt x="1493200" y="1049201"/>
                        <a:pt x="1493949" y="1051441"/>
                        <a:pt x="1493949" y="1054429"/>
                      </a:cubicBezTo>
                      <a:cubicBezTo>
                        <a:pt x="1494698" y="1055176"/>
                        <a:pt x="1495447" y="1056670"/>
                        <a:pt x="1496196" y="1058164"/>
                      </a:cubicBezTo>
                      <a:cubicBezTo>
                        <a:pt x="1503684" y="1041731"/>
                        <a:pt x="1524653" y="1058164"/>
                        <a:pt x="1535137" y="1040237"/>
                      </a:cubicBezTo>
                      <a:cubicBezTo>
                        <a:pt x="1534388" y="1046960"/>
                        <a:pt x="1536635" y="1054429"/>
                        <a:pt x="1533640" y="1058911"/>
                      </a:cubicBezTo>
                      <a:cubicBezTo>
                        <a:pt x="1529895" y="1063393"/>
                        <a:pt x="1521658" y="1065634"/>
                        <a:pt x="1516415" y="1065634"/>
                      </a:cubicBezTo>
                      <a:cubicBezTo>
                        <a:pt x="1507429" y="1065634"/>
                        <a:pt x="1494698" y="1056670"/>
                        <a:pt x="1491702" y="1068621"/>
                      </a:cubicBezTo>
                      <a:cubicBezTo>
                        <a:pt x="1487958" y="1082067"/>
                        <a:pt x="1504433" y="1077585"/>
                        <a:pt x="1511173" y="1083561"/>
                      </a:cubicBezTo>
                      <a:cubicBezTo>
                        <a:pt x="1513420" y="1085801"/>
                        <a:pt x="1518662" y="1085054"/>
                        <a:pt x="1523155" y="1086548"/>
                      </a:cubicBezTo>
                      <a:cubicBezTo>
                        <a:pt x="1520160" y="1093271"/>
                        <a:pt x="1517913" y="1099994"/>
                        <a:pt x="1515667" y="1106716"/>
                      </a:cubicBezTo>
                      <a:cubicBezTo>
                        <a:pt x="1493200" y="1091777"/>
                        <a:pt x="1469985" y="1082067"/>
                        <a:pt x="1443774" y="1076838"/>
                      </a:cubicBezTo>
                      <a:cubicBezTo>
                        <a:pt x="1449016" y="1064887"/>
                        <a:pt x="1454258" y="1051441"/>
                        <a:pt x="1460249" y="1038743"/>
                      </a:cubicBezTo>
                      <a:cubicBezTo>
                        <a:pt x="1463994" y="1029780"/>
                        <a:pt x="1470734" y="1023804"/>
                        <a:pt x="1481218" y="1026045"/>
                      </a:cubicBezTo>
                      <a:close/>
                      <a:moveTo>
                        <a:pt x="114767" y="1012749"/>
                      </a:moveTo>
                      <a:cubicBezTo>
                        <a:pt x="123797" y="1036884"/>
                        <a:pt x="132827" y="1059510"/>
                        <a:pt x="142609" y="1083645"/>
                      </a:cubicBezTo>
                      <a:cubicBezTo>
                        <a:pt x="135084" y="1086662"/>
                        <a:pt x="128312" y="1089679"/>
                        <a:pt x="120035" y="1092696"/>
                      </a:cubicBezTo>
                      <a:cubicBezTo>
                        <a:pt x="124549" y="1083645"/>
                        <a:pt x="129064" y="1077611"/>
                        <a:pt x="131322" y="1070069"/>
                      </a:cubicBezTo>
                      <a:cubicBezTo>
                        <a:pt x="132074" y="1067807"/>
                        <a:pt x="124549" y="1060264"/>
                        <a:pt x="123044" y="1061019"/>
                      </a:cubicBezTo>
                      <a:cubicBezTo>
                        <a:pt x="104232" y="1068561"/>
                        <a:pt x="85420" y="1076857"/>
                        <a:pt x="66608" y="1085154"/>
                      </a:cubicBezTo>
                      <a:cubicBezTo>
                        <a:pt x="65104" y="1085908"/>
                        <a:pt x="64351" y="1089679"/>
                        <a:pt x="62846" y="1093450"/>
                      </a:cubicBezTo>
                      <a:cubicBezTo>
                        <a:pt x="58331" y="1082891"/>
                        <a:pt x="55321" y="1074594"/>
                        <a:pt x="53064" y="1067807"/>
                      </a:cubicBezTo>
                      <a:cubicBezTo>
                        <a:pt x="60589" y="1065544"/>
                        <a:pt x="68113" y="1064035"/>
                        <a:pt x="74886" y="1061019"/>
                      </a:cubicBezTo>
                      <a:cubicBezTo>
                        <a:pt x="86925" y="1056493"/>
                        <a:pt x="98965" y="1051968"/>
                        <a:pt x="111005" y="1046689"/>
                      </a:cubicBezTo>
                      <a:cubicBezTo>
                        <a:pt x="114767" y="1044426"/>
                        <a:pt x="117025" y="1041409"/>
                        <a:pt x="120787" y="1038392"/>
                      </a:cubicBezTo>
                      <a:cubicBezTo>
                        <a:pt x="117025" y="1034621"/>
                        <a:pt x="114015" y="1029342"/>
                        <a:pt x="109500" y="1027079"/>
                      </a:cubicBezTo>
                      <a:cubicBezTo>
                        <a:pt x="105737" y="1024816"/>
                        <a:pt x="100470" y="1024816"/>
                        <a:pt x="92193" y="1022554"/>
                      </a:cubicBezTo>
                      <a:cubicBezTo>
                        <a:pt x="100470" y="1018783"/>
                        <a:pt x="107242" y="1016520"/>
                        <a:pt x="114767" y="1012749"/>
                      </a:cubicBezTo>
                      <a:close/>
                      <a:moveTo>
                        <a:pt x="1543448" y="960822"/>
                      </a:moveTo>
                      <a:cubicBezTo>
                        <a:pt x="1549424" y="963064"/>
                        <a:pt x="1552411" y="975022"/>
                        <a:pt x="1556146" y="982496"/>
                      </a:cubicBezTo>
                      <a:cubicBezTo>
                        <a:pt x="1557640" y="984738"/>
                        <a:pt x="1556146" y="988475"/>
                        <a:pt x="1556146" y="988475"/>
                      </a:cubicBezTo>
                      <a:cubicBezTo>
                        <a:pt x="1553905" y="984738"/>
                        <a:pt x="1550171" y="976517"/>
                        <a:pt x="1545689" y="975022"/>
                      </a:cubicBezTo>
                      <a:cubicBezTo>
                        <a:pt x="1540460" y="974275"/>
                        <a:pt x="1533738" y="980254"/>
                        <a:pt x="1528509" y="983991"/>
                      </a:cubicBezTo>
                      <a:cubicBezTo>
                        <a:pt x="1524027" y="988475"/>
                        <a:pt x="1521039" y="994454"/>
                        <a:pt x="1516558" y="998939"/>
                      </a:cubicBezTo>
                      <a:cubicBezTo>
                        <a:pt x="1508341" y="1008655"/>
                        <a:pt x="1497884" y="1011644"/>
                        <a:pt x="1488173" y="1003423"/>
                      </a:cubicBezTo>
                      <a:cubicBezTo>
                        <a:pt x="1478463" y="995202"/>
                        <a:pt x="1474728" y="985486"/>
                        <a:pt x="1482945" y="973528"/>
                      </a:cubicBezTo>
                      <a:cubicBezTo>
                        <a:pt x="1485185" y="979507"/>
                        <a:pt x="1486679" y="985486"/>
                        <a:pt x="1488173" y="991465"/>
                      </a:cubicBezTo>
                      <a:cubicBezTo>
                        <a:pt x="1494149" y="989223"/>
                        <a:pt x="1500872" y="987728"/>
                        <a:pt x="1506100" y="983991"/>
                      </a:cubicBezTo>
                      <a:cubicBezTo>
                        <a:pt x="1511329" y="979507"/>
                        <a:pt x="1513570" y="971286"/>
                        <a:pt x="1518798" y="968296"/>
                      </a:cubicBezTo>
                      <a:cubicBezTo>
                        <a:pt x="1526268" y="963812"/>
                        <a:pt x="1536725" y="958580"/>
                        <a:pt x="1543448" y="960822"/>
                      </a:cubicBezTo>
                      <a:close/>
                      <a:moveTo>
                        <a:pt x="1490826" y="947525"/>
                      </a:moveTo>
                      <a:cubicBezTo>
                        <a:pt x="1496907" y="949769"/>
                        <a:pt x="1502987" y="951264"/>
                        <a:pt x="1506787" y="952760"/>
                      </a:cubicBezTo>
                      <a:cubicBezTo>
                        <a:pt x="1498427" y="959491"/>
                        <a:pt x="1490826" y="966221"/>
                        <a:pt x="1482466" y="972952"/>
                      </a:cubicBezTo>
                      <a:cubicBezTo>
                        <a:pt x="1485506" y="964726"/>
                        <a:pt x="1487786" y="956499"/>
                        <a:pt x="1490826" y="947525"/>
                      </a:cubicBezTo>
                      <a:close/>
                      <a:moveTo>
                        <a:pt x="93252" y="937576"/>
                      </a:moveTo>
                      <a:cubicBezTo>
                        <a:pt x="97764" y="945836"/>
                        <a:pt x="95508" y="954846"/>
                        <a:pt x="87235" y="965359"/>
                      </a:cubicBezTo>
                      <a:cubicBezTo>
                        <a:pt x="75953" y="978124"/>
                        <a:pt x="66928" y="991640"/>
                        <a:pt x="57903" y="1006658"/>
                      </a:cubicBezTo>
                      <a:cubicBezTo>
                        <a:pt x="75201" y="1002904"/>
                        <a:pt x="92500" y="1002904"/>
                        <a:pt x="106789" y="989388"/>
                      </a:cubicBezTo>
                      <a:cubicBezTo>
                        <a:pt x="108294" y="993893"/>
                        <a:pt x="109798" y="999149"/>
                        <a:pt x="110550" y="1002904"/>
                      </a:cubicBezTo>
                      <a:cubicBezTo>
                        <a:pt x="104533" y="1002904"/>
                        <a:pt x="98516" y="1002153"/>
                        <a:pt x="92500" y="1002904"/>
                      </a:cubicBezTo>
                      <a:cubicBezTo>
                        <a:pt x="77458" y="1006658"/>
                        <a:pt x="62416" y="1011915"/>
                        <a:pt x="46622" y="1015669"/>
                      </a:cubicBezTo>
                      <a:cubicBezTo>
                        <a:pt x="42861" y="1017171"/>
                        <a:pt x="38348" y="1016420"/>
                        <a:pt x="34588" y="1016420"/>
                      </a:cubicBezTo>
                      <a:cubicBezTo>
                        <a:pt x="35340" y="1012665"/>
                        <a:pt x="36092" y="1008160"/>
                        <a:pt x="38348" y="1004406"/>
                      </a:cubicBezTo>
                      <a:cubicBezTo>
                        <a:pt x="48878" y="989388"/>
                        <a:pt x="60159" y="975121"/>
                        <a:pt x="70689" y="960103"/>
                      </a:cubicBezTo>
                      <a:cubicBezTo>
                        <a:pt x="73697" y="957099"/>
                        <a:pt x="75953" y="952594"/>
                        <a:pt x="76705" y="948088"/>
                      </a:cubicBezTo>
                      <a:cubicBezTo>
                        <a:pt x="57903" y="954846"/>
                        <a:pt x="36092" y="951843"/>
                        <a:pt x="21050" y="969114"/>
                      </a:cubicBezTo>
                      <a:cubicBezTo>
                        <a:pt x="20298" y="966110"/>
                        <a:pt x="18794" y="961605"/>
                        <a:pt x="18794" y="959352"/>
                      </a:cubicBezTo>
                      <a:cubicBezTo>
                        <a:pt x="43613" y="951843"/>
                        <a:pt x="67680" y="945085"/>
                        <a:pt x="93252" y="937576"/>
                      </a:cubicBezTo>
                      <a:close/>
                      <a:moveTo>
                        <a:pt x="46623" y="882773"/>
                      </a:moveTo>
                      <a:lnTo>
                        <a:pt x="59061" y="900840"/>
                      </a:lnTo>
                      <a:cubicBezTo>
                        <a:pt x="52281" y="901584"/>
                        <a:pt x="45502" y="902328"/>
                        <a:pt x="37969" y="903816"/>
                      </a:cubicBezTo>
                      <a:close/>
                      <a:moveTo>
                        <a:pt x="47762" y="880005"/>
                      </a:moveTo>
                      <a:lnTo>
                        <a:pt x="46623" y="882773"/>
                      </a:lnTo>
                      <a:lnTo>
                        <a:pt x="46255" y="882238"/>
                      </a:lnTo>
                      <a:lnTo>
                        <a:pt x="47219" y="880017"/>
                      </a:lnTo>
                      <a:close/>
                      <a:moveTo>
                        <a:pt x="80154" y="850242"/>
                      </a:moveTo>
                      <a:cubicBezTo>
                        <a:pt x="82413" y="871820"/>
                        <a:pt x="84673" y="893399"/>
                        <a:pt x="87687" y="915721"/>
                      </a:cubicBezTo>
                      <a:cubicBezTo>
                        <a:pt x="79400" y="917210"/>
                        <a:pt x="72621" y="918698"/>
                        <a:pt x="66594" y="920186"/>
                      </a:cubicBezTo>
                      <a:cubicBezTo>
                        <a:pt x="77140" y="907537"/>
                        <a:pt x="88440" y="894887"/>
                        <a:pt x="78647" y="879261"/>
                      </a:cubicBezTo>
                      <a:cubicBezTo>
                        <a:pt x="75634" y="874797"/>
                        <a:pt x="59061" y="877773"/>
                        <a:pt x="48515" y="877029"/>
                      </a:cubicBezTo>
                      <a:lnTo>
                        <a:pt x="47219" y="880017"/>
                      </a:lnTo>
                      <a:lnTo>
                        <a:pt x="25445" y="880470"/>
                      </a:lnTo>
                      <a:cubicBezTo>
                        <a:pt x="18760" y="880749"/>
                        <a:pt x="13110" y="882610"/>
                        <a:pt x="9343" y="890423"/>
                      </a:cubicBezTo>
                      <a:cubicBezTo>
                        <a:pt x="4823" y="900096"/>
                        <a:pt x="16123" y="914233"/>
                        <a:pt x="36462" y="924651"/>
                      </a:cubicBezTo>
                      <a:cubicBezTo>
                        <a:pt x="30436" y="926139"/>
                        <a:pt x="25163" y="927627"/>
                        <a:pt x="19889" y="927627"/>
                      </a:cubicBezTo>
                      <a:cubicBezTo>
                        <a:pt x="16123" y="926883"/>
                        <a:pt x="10850" y="923162"/>
                        <a:pt x="10097" y="920186"/>
                      </a:cubicBezTo>
                      <a:cubicBezTo>
                        <a:pt x="7083" y="900840"/>
                        <a:pt x="5577" y="881494"/>
                        <a:pt x="3317" y="861403"/>
                      </a:cubicBezTo>
                      <a:cubicBezTo>
                        <a:pt x="19889" y="868100"/>
                        <a:pt x="70361" y="860659"/>
                        <a:pt x="80154" y="850242"/>
                      </a:cubicBezTo>
                      <a:close/>
                      <a:moveTo>
                        <a:pt x="1508677" y="807128"/>
                      </a:moveTo>
                      <a:cubicBezTo>
                        <a:pt x="1516860" y="807879"/>
                        <a:pt x="1523555" y="807879"/>
                        <a:pt x="1530250" y="808630"/>
                      </a:cubicBezTo>
                      <a:cubicBezTo>
                        <a:pt x="1522067" y="816895"/>
                        <a:pt x="1514628" y="824408"/>
                        <a:pt x="1507190" y="831921"/>
                      </a:cubicBezTo>
                      <a:cubicBezTo>
                        <a:pt x="1507933" y="833424"/>
                        <a:pt x="1509421" y="834926"/>
                        <a:pt x="1510165" y="837180"/>
                      </a:cubicBezTo>
                      <a:cubicBezTo>
                        <a:pt x="1533969" y="837932"/>
                        <a:pt x="1557773" y="839434"/>
                        <a:pt x="1583065" y="840937"/>
                      </a:cubicBezTo>
                      <a:cubicBezTo>
                        <a:pt x="1583065" y="845445"/>
                        <a:pt x="1582321" y="854460"/>
                        <a:pt x="1582321" y="860471"/>
                      </a:cubicBezTo>
                      <a:cubicBezTo>
                        <a:pt x="1557029" y="858217"/>
                        <a:pt x="1533225" y="855963"/>
                        <a:pt x="1510165" y="853709"/>
                      </a:cubicBezTo>
                      <a:cubicBezTo>
                        <a:pt x="1508677" y="855212"/>
                        <a:pt x="1507190" y="857466"/>
                        <a:pt x="1506446" y="858968"/>
                      </a:cubicBezTo>
                      <a:cubicBezTo>
                        <a:pt x="1512397" y="867233"/>
                        <a:pt x="1517604" y="875497"/>
                        <a:pt x="1523555" y="884513"/>
                      </a:cubicBezTo>
                      <a:cubicBezTo>
                        <a:pt x="1518348" y="883762"/>
                        <a:pt x="1512397" y="883762"/>
                        <a:pt x="1503470" y="883010"/>
                      </a:cubicBezTo>
                      <a:cubicBezTo>
                        <a:pt x="1504958" y="856714"/>
                        <a:pt x="1507190" y="832672"/>
                        <a:pt x="1508677" y="807128"/>
                      </a:cubicBezTo>
                      <a:close/>
                      <a:moveTo>
                        <a:pt x="43339" y="760648"/>
                      </a:moveTo>
                      <a:cubicBezTo>
                        <a:pt x="50251" y="762043"/>
                        <a:pt x="56790" y="765579"/>
                        <a:pt x="62767" y="770417"/>
                      </a:cubicBezTo>
                      <a:cubicBezTo>
                        <a:pt x="75470" y="780837"/>
                        <a:pt x="78459" y="794978"/>
                        <a:pt x="75470" y="810609"/>
                      </a:cubicBezTo>
                      <a:cubicBezTo>
                        <a:pt x="74723" y="817307"/>
                        <a:pt x="73229" y="824006"/>
                        <a:pt x="71734" y="831449"/>
                      </a:cubicBezTo>
                      <a:cubicBezTo>
                        <a:pt x="67251" y="831449"/>
                        <a:pt x="60526" y="831449"/>
                        <a:pt x="51559" y="831449"/>
                      </a:cubicBezTo>
                      <a:cubicBezTo>
                        <a:pt x="57537" y="826983"/>
                        <a:pt x="62767" y="824006"/>
                        <a:pt x="66503" y="820284"/>
                      </a:cubicBezTo>
                      <a:cubicBezTo>
                        <a:pt x="80701" y="808376"/>
                        <a:pt x="76965" y="789024"/>
                        <a:pt x="59778" y="782325"/>
                      </a:cubicBezTo>
                      <a:cubicBezTo>
                        <a:pt x="37361" y="773394"/>
                        <a:pt x="12703" y="779348"/>
                        <a:pt x="0" y="797956"/>
                      </a:cubicBezTo>
                      <a:cubicBezTo>
                        <a:pt x="0" y="780837"/>
                        <a:pt x="7472" y="770417"/>
                        <a:pt x="21670" y="763718"/>
                      </a:cubicBezTo>
                      <a:cubicBezTo>
                        <a:pt x="29142" y="759996"/>
                        <a:pt x="36427" y="759252"/>
                        <a:pt x="43339" y="760648"/>
                      </a:cubicBezTo>
                      <a:close/>
                      <a:moveTo>
                        <a:pt x="1506787" y="728637"/>
                      </a:moveTo>
                      <a:cubicBezTo>
                        <a:pt x="1530816" y="754835"/>
                        <a:pt x="1568361" y="763817"/>
                        <a:pt x="1586382" y="748098"/>
                      </a:cubicBezTo>
                      <a:cubicBezTo>
                        <a:pt x="1586382" y="757829"/>
                        <a:pt x="1586382" y="767559"/>
                        <a:pt x="1586382" y="776542"/>
                      </a:cubicBezTo>
                      <a:cubicBezTo>
                        <a:pt x="1565357" y="762320"/>
                        <a:pt x="1534570" y="780284"/>
                        <a:pt x="1509791" y="800494"/>
                      </a:cubicBezTo>
                      <a:cubicBezTo>
                        <a:pt x="1509791" y="789266"/>
                        <a:pt x="1509791" y="779536"/>
                        <a:pt x="1509791" y="772050"/>
                      </a:cubicBezTo>
                      <a:cubicBezTo>
                        <a:pt x="1524809" y="777290"/>
                        <a:pt x="1533068" y="765314"/>
                        <a:pt x="1545834" y="757829"/>
                      </a:cubicBezTo>
                      <a:cubicBezTo>
                        <a:pt x="1533068" y="751092"/>
                        <a:pt x="1524058" y="739865"/>
                        <a:pt x="1508289" y="749595"/>
                      </a:cubicBezTo>
                      <a:cubicBezTo>
                        <a:pt x="1507538" y="742859"/>
                        <a:pt x="1507538" y="736122"/>
                        <a:pt x="1506787" y="728637"/>
                      </a:cubicBezTo>
                      <a:close/>
                      <a:moveTo>
                        <a:pt x="1336496" y="308550"/>
                      </a:moveTo>
                      <a:cubicBezTo>
                        <a:pt x="1337248" y="310067"/>
                        <a:pt x="1338001" y="310826"/>
                        <a:pt x="1338753" y="312344"/>
                      </a:cubicBezTo>
                      <a:cubicBezTo>
                        <a:pt x="1331230" y="315378"/>
                        <a:pt x="1320697" y="316896"/>
                        <a:pt x="1319192" y="322206"/>
                      </a:cubicBezTo>
                      <a:cubicBezTo>
                        <a:pt x="1316935" y="328276"/>
                        <a:pt x="1322201" y="337380"/>
                        <a:pt x="1324459" y="344967"/>
                      </a:cubicBezTo>
                      <a:cubicBezTo>
                        <a:pt x="1323706" y="345726"/>
                        <a:pt x="1322954" y="346484"/>
                        <a:pt x="1322201" y="347243"/>
                      </a:cubicBezTo>
                      <a:cubicBezTo>
                        <a:pt x="1319944" y="343450"/>
                        <a:pt x="1317687" y="339656"/>
                        <a:pt x="1314678" y="335863"/>
                      </a:cubicBezTo>
                      <a:cubicBezTo>
                        <a:pt x="1304898" y="339656"/>
                        <a:pt x="1295869" y="343450"/>
                        <a:pt x="1284584" y="347243"/>
                      </a:cubicBezTo>
                      <a:cubicBezTo>
                        <a:pt x="1284584" y="331311"/>
                        <a:pt x="1289098" y="325241"/>
                        <a:pt x="1301136" y="327517"/>
                      </a:cubicBezTo>
                      <a:cubicBezTo>
                        <a:pt x="1308659" y="329035"/>
                        <a:pt x="1311669" y="327517"/>
                        <a:pt x="1316183" y="319930"/>
                      </a:cubicBezTo>
                      <a:cubicBezTo>
                        <a:pt x="1319192" y="313861"/>
                        <a:pt x="1329725" y="312344"/>
                        <a:pt x="1336496" y="308550"/>
                      </a:cubicBezTo>
                      <a:close/>
                      <a:moveTo>
                        <a:pt x="1290133" y="266541"/>
                      </a:moveTo>
                      <a:cubicBezTo>
                        <a:pt x="1301295" y="271924"/>
                        <a:pt x="1311712" y="277308"/>
                        <a:pt x="1326594" y="284229"/>
                      </a:cubicBezTo>
                      <a:cubicBezTo>
                        <a:pt x="1287901" y="279615"/>
                        <a:pt x="1287901" y="279615"/>
                        <a:pt x="1290133" y="266541"/>
                      </a:cubicBezTo>
                      <a:close/>
                      <a:moveTo>
                        <a:pt x="294090" y="264330"/>
                      </a:moveTo>
                      <a:cubicBezTo>
                        <a:pt x="295583" y="265076"/>
                        <a:pt x="297075" y="265822"/>
                        <a:pt x="298567" y="265822"/>
                      </a:cubicBezTo>
                      <a:cubicBezTo>
                        <a:pt x="295583" y="274026"/>
                        <a:pt x="293344" y="282977"/>
                        <a:pt x="288867" y="289690"/>
                      </a:cubicBezTo>
                      <a:cubicBezTo>
                        <a:pt x="278420" y="306099"/>
                        <a:pt x="287374" y="315795"/>
                        <a:pt x="297821" y="326238"/>
                      </a:cubicBezTo>
                      <a:cubicBezTo>
                        <a:pt x="306029" y="333696"/>
                        <a:pt x="313492" y="341155"/>
                        <a:pt x="321700" y="348614"/>
                      </a:cubicBezTo>
                      <a:cubicBezTo>
                        <a:pt x="320954" y="349360"/>
                        <a:pt x="320207" y="350106"/>
                        <a:pt x="319461" y="350851"/>
                      </a:cubicBezTo>
                      <a:cubicBezTo>
                        <a:pt x="306776" y="340409"/>
                        <a:pt x="294090" y="329967"/>
                        <a:pt x="280658" y="318779"/>
                      </a:cubicBezTo>
                      <a:cubicBezTo>
                        <a:pt x="274689" y="343393"/>
                        <a:pt x="269465" y="365769"/>
                        <a:pt x="264242" y="388145"/>
                      </a:cubicBezTo>
                      <a:cubicBezTo>
                        <a:pt x="262003" y="387399"/>
                        <a:pt x="259765" y="386653"/>
                        <a:pt x="256780" y="385908"/>
                      </a:cubicBezTo>
                      <a:cubicBezTo>
                        <a:pt x="262003" y="368007"/>
                        <a:pt x="266480" y="350106"/>
                        <a:pt x="269465" y="338917"/>
                      </a:cubicBezTo>
                      <a:cubicBezTo>
                        <a:pt x="254541" y="321017"/>
                        <a:pt x="243348" y="307591"/>
                        <a:pt x="232901" y="293419"/>
                      </a:cubicBezTo>
                      <a:cubicBezTo>
                        <a:pt x="240363" y="288198"/>
                        <a:pt x="240363" y="288198"/>
                        <a:pt x="257526" y="308337"/>
                      </a:cubicBezTo>
                      <a:cubicBezTo>
                        <a:pt x="259018" y="288198"/>
                        <a:pt x="241856" y="282977"/>
                        <a:pt x="232155" y="272535"/>
                      </a:cubicBezTo>
                      <a:cubicBezTo>
                        <a:pt x="232901" y="271789"/>
                        <a:pt x="233647" y="270297"/>
                        <a:pt x="233647" y="268805"/>
                      </a:cubicBezTo>
                      <a:cubicBezTo>
                        <a:pt x="238871" y="270297"/>
                        <a:pt x="244094" y="271043"/>
                        <a:pt x="247825" y="274772"/>
                      </a:cubicBezTo>
                      <a:cubicBezTo>
                        <a:pt x="257526" y="283723"/>
                        <a:pt x="265734" y="293419"/>
                        <a:pt x="276181" y="304607"/>
                      </a:cubicBezTo>
                      <a:cubicBezTo>
                        <a:pt x="282897" y="289690"/>
                        <a:pt x="288867" y="277010"/>
                        <a:pt x="294090" y="264330"/>
                      </a:cubicBezTo>
                      <a:close/>
                      <a:moveTo>
                        <a:pt x="174377" y="251055"/>
                      </a:moveTo>
                      <a:cubicBezTo>
                        <a:pt x="177465" y="248536"/>
                        <a:pt x="181461" y="248163"/>
                        <a:pt x="187272" y="251894"/>
                      </a:cubicBezTo>
                      <a:cubicBezTo>
                        <a:pt x="190178" y="253387"/>
                        <a:pt x="192358" y="262342"/>
                        <a:pt x="190178" y="264580"/>
                      </a:cubicBezTo>
                      <a:cubicBezTo>
                        <a:pt x="183640" y="274281"/>
                        <a:pt x="175649" y="272042"/>
                        <a:pt x="166931" y="263088"/>
                      </a:cubicBezTo>
                      <a:cubicBezTo>
                        <a:pt x="169110" y="258237"/>
                        <a:pt x="171290" y="253573"/>
                        <a:pt x="174377" y="251055"/>
                      </a:cubicBezTo>
                      <a:close/>
                      <a:moveTo>
                        <a:pt x="1367469" y="242221"/>
                      </a:moveTo>
                      <a:cubicBezTo>
                        <a:pt x="1367469" y="245220"/>
                        <a:pt x="1368221" y="248968"/>
                        <a:pt x="1366717" y="251218"/>
                      </a:cubicBezTo>
                      <a:cubicBezTo>
                        <a:pt x="1363708" y="254966"/>
                        <a:pt x="1359948" y="258715"/>
                        <a:pt x="1353179" y="264712"/>
                      </a:cubicBezTo>
                      <a:cubicBezTo>
                        <a:pt x="1366717" y="260964"/>
                        <a:pt x="1377246" y="257965"/>
                        <a:pt x="1387023" y="254966"/>
                      </a:cubicBezTo>
                      <a:cubicBezTo>
                        <a:pt x="1387775" y="255716"/>
                        <a:pt x="1388528" y="257215"/>
                        <a:pt x="1389280" y="257965"/>
                      </a:cubicBezTo>
                      <a:cubicBezTo>
                        <a:pt x="1381759" y="263213"/>
                        <a:pt x="1374238" y="268461"/>
                        <a:pt x="1364460" y="275208"/>
                      </a:cubicBezTo>
                      <a:cubicBezTo>
                        <a:pt x="1387023" y="281206"/>
                        <a:pt x="1403569" y="272209"/>
                        <a:pt x="1422372" y="263213"/>
                      </a:cubicBezTo>
                      <a:cubicBezTo>
                        <a:pt x="1420116" y="270710"/>
                        <a:pt x="1417107" y="274458"/>
                        <a:pt x="1417859" y="276707"/>
                      </a:cubicBezTo>
                      <a:cubicBezTo>
                        <a:pt x="1423876" y="293951"/>
                        <a:pt x="1416355" y="292451"/>
                        <a:pt x="1404322" y="287953"/>
                      </a:cubicBezTo>
                      <a:cubicBezTo>
                        <a:pt x="1396048" y="285704"/>
                        <a:pt x="1387775" y="281955"/>
                        <a:pt x="1384015" y="296200"/>
                      </a:cubicBezTo>
                      <a:cubicBezTo>
                        <a:pt x="1381007" y="307445"/>
                        <a:pt x="1372733" y="302947"/>
                        <a:pt x="1367469" y="297699"/>
                      </a:cubicBezTo>
                      <a:cubicBezTo>
                        <a:pt x="1371981" y="293951"/>
                        <a:pt x="1375742" y="290952"/>
                        <a:pt x="1380254" y="287203"/>
                      </a:cubicBezTo>
                      <a:cubicBezTo>
                        <a:pt x="1379502" y="285704"/>
                        <a:pt x="1378750" y="284204"/>
                        <a:pt x="1377998" y="282705"/>
                      </a:cubicBezTo>
                      <a:cubicBezTo>
                        <a:pt x="1369725" y="284954"/>
                        <a:pt x="1360700" y="287203"/>
                        <a:pt x="1347914" y="290202"/>
                      </a:cubicBezTo>
                      <a:cubicBezTo>
                        <a:pt x="1354683" y="281955"/>
                        <a:pt x="1359196" y="275958"/>
                        <a:pt x="1364460" y="269210"/>
                      </a:cubicBezTo>
                      <a:cubicBezTo>
                        <a:pt x="1353931" y="272959"/>
                        <a:pt x="1344154" y="276707"/>
                        <a:pt x="1335129" y="281206"/>
                      </a:cubicBezTo>
                      <a:cubicBezTo>
                        <a:pt x="1333624" y="279706"/>
                        <a:pt x="1332872" y="278207"/>
                        <a:pt x="1332120" y="276707"/>
                      </a:cubicBezTo>
                      <a:cubicBezTo>
                        <a:pt x="1335129" y="272959"/>
                        <a:pt x="1338137" y="269210"/>
                        <a:pt x="1341897" y="265462"/>
                      </a:cubicBezTo>
                      <a:cubicBezTo>
                        <a:pt x="1347914" y="258715"/>
                        <a:pt x="1353179" y="251967"/>
                        <a:pt x="1359948" y="245970"/>
                      </a:cubicBezTo>
                      <a:cubicBezTo>
                        <a:pt x="1361452" y="243721"/>
                        <a:pt x="1364460" y="243721"/>
                        <a:pt x="1367469" y="242221"/>
                      </a:cubicBezTo>
                      <a:close/>
                      <a:moveTo>
                        <a:pt x="246373" y="241115"/>
                      </a:moveTo>
                      <a:cubicBezTo>
                        <a:pt x="250115" y="248546"/>
                        <a:pt x="253108" y="256719"/>
                        <a:pt x="256102" y="264893"/>
                      </a:cubicBezTo>
                      <a:cubicBezTo>
                        <a:pt x="276307" y="263407"/>
                        <a:pt x="280797" y="268608"/>
                        <a:pt x="273313" y="286441"/>
                      </a:cubicBezTo>
                      <a:cubicBezTo>
                        <a:pt x="271068" y="280497"/>
                        <a:pt x="271068" y="275295"/>
                        <a:pt x="268075" y="272323"/>
                      </a:cubicBezTo>
                      <a:cubicBezTo>
                        <a:pt x="265830" y="270094"/>
                        <a:pt x="260592" y="270837"/>
                        <a:pt x="254605" y="270094"/>
                      </a:cubicBezTo>
                      <a:cubicBezTo>
                        <a:pt x="256850" y="259691"/>
                        <a:pt x="232155" y="256719"/>
                        <a:pt x="241135" y="241858"/>
                      </a:cubicBezTo>
                      <a:cubicBezTo>
                        <a:pt x="242632" y="241858"/>
                        <a:pt x="244877" y="241115"/>
                        <a:pt x="246373" y="241115"/>
                      </a:cubicBezTo>
                      <a:close/>
                      <a:moveTo>
                        <a:pt x="208940" y="240423"/>
                      </a:moveTo>
                      <a:cubicBezTo>
                        <a:pt x="208940" y="240423"/>
                        <a:pt x="208940" y="241176"/>
                        <a:pt x="208940" y="241176"/>
                      </a:cubicBezTo>
                      <a:lnTo>
                        <a:pt x="208883" y="240554"/>
                      </a:lnTo>
                      <a:close/>
                      <a:moveTo>
                        <a:pt x="222574" y="240093"/>
                      </a:moveTo>
                      <a:cubicBezTo>
                        <a:pt x="225338" y="242338"/>
                        <a:pt x="226627" y="246827"/>
                        <a:pt x="226996" y="252438"/>
                      </a:cubicBezTo>
                      <a:cubicBezTo>
                        <a:pt x="227733" y="260668"/>
                        <a:pt x="226996" y="268898"/>
                        <a:pt x="226996" y="280120"/>
                      </a:cubicBezTo>
                      <a:cubicBezTo>
                        <a:pt x="224785" y="274883"/>
                        <a:pt x="224048" y="273387"/>
                        <a:pt x="220363" y="267401"/>
                      </a:cubicBezTo>
                      <a:cubicBezTo>
                        <a:pt x="220363" y="280120"/>
                        <a:pt x="221100" y="289846"/>
                        <a:pt x="220363" y="298824"/>
                      </a:cubicBezTo>
                      <a:cubicBezTo>
                        <a:pt x="219626" y="302565"/>
                        <a:pt x="215204" y="305557"/>
                        <a:pt x="212993" y="308550"/>
                      </a:cubicBezTo>
                      <a:cubicBezTo>
                        <a:pt x="210782" y="304809"/>
                        <a:pt x="207834" y="301069"/>
                        <a:pt x="207834" y="296580"/>
                      </a:cubicBezTo>
                      <a:cubicBezTo>
                        <a:pt x="207834" y="277876"/>
                        <a:pt x="208571" y="259171"/>
                        <a:pt x="209308" y="240467"/>
                      </a:cubicBezTo>
                      <a:lnTo>
                        <a:pt x="209308" y="241216"/>
                      </a:lnTo>
                      <a:cubicBezTo>
                        <a:pt x="215572" y="237849"/>
                        <a:pt x="219810" y="237849"/>
                        <a:pt x="222574" y="240093"/>
                      </a:cubicBezTo>
                      <a:close/>
                      <a:moveTo>
                        <a:pt x="198757" y="188453"/>
                      </a:moveTo>
                      <a:cubicBezTo>
                        <a:pt x="201667" y="189206"/>
                        <a:pt x="204576" y="195984"/>
                        <a:pt x="205303" y="201257"/>
                      </a:cubicBezTo>
                      <a:lnTo>
                        <a:pt x="208883" y="240554"/>
                      </a:lnTo>
                      <a:lnTo>
                        <a:pt x="202394" y="255487"/>
                      </a:lnTo>
                      <a:cubicBezTo>
                        <a:pt x="196576" y="235151"/>
                        <a:pt x="202394" y="211802"/>
                        <a:pt x="181302" y="193725"/>
                      </a:cubicBezTo>
                      <a:cubicBezTo>
                        <a:pt x="188575" y="191465"/>
                        <a:pt x="194394" y="186946"/>
                        <a:pt x="198757" y="188453"/>
                      </a:cubicBezTo>
                      <a:close/>
                      <a:moveTo>
                        <a:pt x="1156347" y="148254"/>
                      </a:moveTo>
                      <a:cubicBezTo>
                        <a:pt x="1163836" y="161757"/>
                        <a:pt x="1172074" y="175260"/>
                        <a:pt x="1179563" y="188013"/>
                      </a:cubicBezTo>
                      <a:cubicBezTo>
                        <a:pt x="1167581" y="190263"/>
                        <a:pt x="1163087" y="188013"/>
                        <a:pt x="1160092" y="176010"/>
                      </a:cubicBezTo>
                      <a:cubicBezTo>
                        <a:pt x="1158594" y="167008"/>
                        <a:pt x="1157096" y="157256"/>
                        <a:pt x="1156347" y="148254"/>
                      </a:cubicBezTo>
                      <a:close/>
                      <a:moveTo>
                        <a:pt x="1183507" y="94084"/>
                      </a:moveTo>
                      <a:cubicBezTo>
                        <a:pt x="1178252" y="102353"/>
                        <a:pt x="1176001" y="106112"/>
                        <a:pt x="1172247" y="110622"/>
                      </a:cubicBezTo>
                      <a:cubicBezTo>
                        <a:pt x="1177502" y="113629"/>
                        <a:pt x="1182756" y="115884"/>
                        <a:pt x="1189512" y="118891"/>
                      </a:cubicBezTo>
                      <a:cubicBezTo>
                        <a:pt x="1167744" y="130167"/>
                        <a:pt x="1148227" y="139940"/>
                        <a:pt x="1128710" y="150464"/>
                      </a:cubicBezTo>
                      <a:cubicBezTo>
                        <a:pt x="1136967" y="139940"/>
                        <a:pt x="1156484" y="136933"/>
                        <a:pt x="1145975" y="114381"/>
                      </a:cubicBezTo>
                      <a:cubicBezTo>
                        <a:pt x="1167744" y="124905"/>
                        <a:pt x="1164741" y="97091"/>
                        <a:pt x="1183507" y="94084"/>
                      </a:cubicBezTo>
                      <a:close/>
                      <a:moveTo>
                        <a:pt x="932099" y="90768"/>
                      </a:moveTo>
                      <a:cubicBezTo>
                        <a:pt x="929095" y="102871"/>
                        <a:pt x="929095" y="114217"/>
                        <a:pt x="942612" y="119511"/>
                      </a:cubicBezTo>
                      <a:cubicBezTo>
                        <a:pt x="947868" y="121024"/>
                        <a:pt x="953875" y="119511"/>
                        <a:pt x="961384" y="119511"/>
                      </a:cubicBezTo>
                      <a:cubicBezTo>
                        <a:pt x="961384" y="121781"/>
                        <a:pt x="962886" y="127832"/>
                        <a:pt x="960633" y="131614"/>
                      </a:cubicBezTo>
                      <a:cubicBezTo>
                        <a:pt x="959132" y="133883"/>
                        <a:pt x="951623" y="133883"/>
                        <a:pt x="947117" y="133127"/>
                      </a:cubicBezTo>
                      <a:cubicBezTo>
                        <a:pt x="929846" y="128588"/>
                        <a:pt x="923088" y="109678"/>
                        <a:pt x="932099" y="90768"/>
                      </a:cubicBezTo>
                      <a:close/>
                      <a:moveTo>
                        <a:pt x="412532" y="87452"/>
                      </a:moveTo>
                      <a:cubicBezTo>
                        <a:pt x="416293" y="89713"/>
                        <a:pt x="420806" y="91221"/>
                        <a:pt x="423063" y="94236"/>
                      </a:cubicBezTo>
                      <a:cubicBezTo>
                        <a:pt x="426072" y="96497"/>
                        <a:pt x="427576" y="101020"/>
                        <a:pt x="429081" y="103281"/>
                      </a:cubicBezTo>
                      <a:cubicBezTo>
                        <a:pt x="438859" y="102527"/>
                        <a:pt x="447133" y="100266"/>
                        <a:pt x="455407" y="101773"/>
                      </a:cubicBezTo>
                      <a:cubicBezTo>
                        <a:pt x="462929" y="103281"/>
                        <a:pt x="468195" y="110065"/>
                        <a:pt x="461425" y="116848"/>
                      </a:cubicBezTo>
                      <a:cubicBezTo>
                        <a:pt x="442620" y="138707"/>
                        <a:pt x="451646" y="157551"/>
                        <a:pt x="465186" y="177148"/>
                      </a:cubicBezTo>
                      <a:cubicBezTo>
                        <a:pt x="470451" y="183932"/>
                        <a:pt x="472708" y="192223"/>
                        <a:pt x="476469" y="200514"/>
                      </a:cubicBezTo>
                      <a:cubicBezTo>
                        <a:pt x="474212" y="201268"/>
                        <a:pt x="472708" y="202022"/>
                        <a:pt x="470451" y="203529"/>
                      </a:cubicBezTo>
                      <a:cubicBezTo>
                        <a:pt x="461425" y="186947"/>
                        <a:pt x="451646" y="171118"/>
                        <a:pt x="441868" y="154536"/>
                      </a:cubicBezTo>
                      <a:cubicBezTo>
                        <a:pt x="419302" y="168103"/>
                        <a:pt x="408019" y="162827"/>
                        <a:pt x="403506" y="137199"/>
                      </a:cubicBezTo>
                      <a:cubicBezTo>
                        <a:pt x="408771" y="138707"/>
                        <a:pt x="413284" y="140214"/>
                        <a:pt x="417798" y="141722"/>
                      </a:cubicBezTo>
                      <a:cubicBezTo>
                        <a:pt x="421559" y="146244"/>
                        <a:pt x="425320" y="150767"/>
                        <a:pt x="429081" y="155289"/>
                      </a:cubicBezTo>
                      <a:cubicBezTo>
                        <a:pt x="431337" y="154536"/>
                        <a:pt x="432842" y="153782"/>
                        <a:pt x="434346" y="152274"/>
                      </a:cubicBezTo>
                      <a:cubicBezTo>
                        <a:pt x="432089" y="144737"/>
                        <a:pt x="429081" y="137199"/>
                        <a:pt x="425320" y="125893"/>
                      </a:cubicBezTo>
                      <a:cubicBezTo>
                        <a:pt x="421559" y="134184"/>
                        <a:pt x="419302" y="137953"/>
                        <a:pt x="417798" y="141722"/>
                      </a:cubicBezTo>
                      <a:cubicBezTo>
                        <a:pt x="423063" y="127401"/>
                        <a:pt x="422311" y="113080"/>
                        <a:pt x="413284" y="99512"/>
                      </a:cubicBezTo>
                      <a:cubicBezTo>
                        <a:pt x="411028" y="97251"/>
                        <a:pt x="412532" y="91221"/>
                        <a:pt x="412532" y="87452"/>
                      </a:cubicBezTo>
                      <a:close/>
                      <a:moveTo>
                        <a:pt x="955148" y="59815"/>
                      </a:moveTo>
                      <a:cubicBezTo>
                        <a:pt x="952827" y="66610"/>
                        <a:pt x="951279" y="74160"/>
                        <a:pt x="948183" y="80199"/>
                      </a:cubicBezTo>
                      <a:cubicBezTo>
                        <a:pt x="947409" y="82464"/>
                        <a:pt x="941992" y="82464"/>
                        <a:pt x="938897" y="83974"/>
                      </a:cubicBezTo>
                      <a:cubicBezTo>
                        <a:pt x="935801" y="85484"/>
                        <a:pt x="934254" y="88504"/>
                        <a:pt x="931932" y="90769"/>
                      </a:cubicBezTo>
                      <a:cubicBezTo>
                        <a:pt x="931932" y="85484"/>
                        <a:pt x="931932" y="80199"/>
                        <a:pt x="931932" y="77180"/>
                      </a:cubicBezTo>
                      <a:cubicBezTo>
                        <a:pt x="937349" y="73405"/>
                        <a:pt x="941992" y="71140"/>
                        <a:pt x="945088" y="67365"/>
                      </a:cubicBezTo>
                      <a:cubicBezTo>
                        <a:pt x="948183" y="65100"/>
                        <a:pt x="949731" y="60570"/>
                        <a:pt x="955148" y="59815"/>
                      </a:cubicBezTo>
                      <a:close/>
                      <a:moveTo>
                        <a:pt x="632148" y="46675"/>
                      </a:moveTo>
                      <a:lnTo>
                        <a:pt x="645715" y="84469"/>
                      </a:lnTo>
                      <a:lnTo>
                        <a:pt x="646346" y="85107"/>
                      </a:lnTo>
                      <a:cubicBezTo>
                        <a:pt x="647083" y="77661"/>
                        <a:pt x="648557" y="70216"/>
                        <a:pt x="650031" y="62026"/>
                      </a:cubicBezTo>
                      <a:cubicBezTo>
                        <a:pt x="652242" y="62026"/>
                        <a:pt x="653716" y="62771"/>
                        <a:pt x="655927" y="62771"/>
                      </a:cubicBezTo>
                      <a:cubicBezTo>
                        <a:pt x="657401" y="71705"/>
                        <a:pt x="659612" y="79895"/>
                        <a:pt x="661086" y="88829"/>
                      </a:cubicBezTo>
                      <a:cubicBezTo>
                        <a:pt x="657033" y="93669"/>
                        <a:pt x="654269" y="93669"/>
                        <a:pt x="651966" y="91900"/>
                      </a:cubicBezTo>
                      <a:lnTo>
                        <a:pt x="645727" y="84502"/>
                      </a:lnTo>
                      <a:lnTo>
                        <a:pt x="645978" y="85201"/>
                      </a:lnTo>
                      <a:cubicBezTo>
                        <a:pt x="645241" y="84451"/>
                        <a:pt x="645241" y="84451"/>
                        <a:pt x="645241" y="84451"/>
                      </a:cubicBezTo>
                      <a:cubicBezTo>
                        <a:pt x="645978" y="92703"/>
                        <a:pt x="645978" y="100204"/>
                        <a:pt x="646715" y="107706"/>
                      </a:cubicBezTo>
                      <a:cubicBezTo>
                        <a:pt x="644504" y="107706"/>
                        <a:pt x="643030" y="108456"/>
                        <a:pt x="640819" y="108456"/>
                      </a:cubicBezTo>
                      <a:close/>
                      <a:moveTo>
                        <a:pt x="678913" y="35494"/>
                      </a:moveTo>
                      <a:cubicBezTo>
                        <a:pt x="682368" y="44615"/>
                        <a:pt x="684440" y="49935"/>
                        <a:pt x="686513" y="55255"/>
                      </a:cubicBezTo>
                      <a:cubicBezTo>
                        <a:pt x="684440" y="60576"/>
                        <a:pt x="683058" y="66656"/>
                        <a:pt x="680986" y="71976"/>
                      </a:cubicBezTo>
                      <a:cubicBezTo>
                        <a:pt x="678913" y="71976"/>
                        <a:pt x="677531" y="71216"/>
                        <a:pt x="675458" y="71216"/>
                      </a:cubicBezTo>
                      <a:cubicBezTo>
                        <a:pt x="676840" y="59815"/>
                        <a:pt x="677531" y="49175"/>
                        <a:pt x="678913" y="35494"/>
                      </a:cubicBezTo>
                      <a:close/>
                      <a:moveTo>
                        <a:pt x="646346" y="34388"/>
                      </a:moveTo>
                      <a:cubicBezTo>
                        <a:pt x="649294" y="38133"/>
                        <a:pt x="652242" y="42626"/>
                        <a:pt x="656664" y="47868"/>
                      </a:cubicBezTo>
                      <a:cubicBezTo>
                        <a:pt x="652979" y="52362"/>
                        <a:pt x="650031" y="54609"/>
                        <a:pt x="647820" y="57604"/>
                      </a:cubicBezTo>
                      <a:cubicBezTo>
                        <a:pt x="645609" y="51613"/>
                        <a:pt x="643398" y="46371"/>
                        <a:pt x="641924" y="40379"/>
                      </a:cubicBezTo>
                      <a:cubicBezTo>
                        <a:pt x="641187" y="38882"/>
                        <a:pt x="644872" y="36635"/>
                        <a:pt x="646346" y="34388"/>
                      </a:cubicBezTo>
                      <a:close/>
                      <a:moveTo>
                        <a:pt x="692409" y="17806"/>
                      </a:moveTo>
                      <a:cubicBezTo>
                        <a:pt x="693146" y="23014"/>
                        <a:pt x="694620" y="28965"/>
                        <a:pt x="696094" y="34917"/>
                      </a:cubicBezTo>
                      <a:cubicBezTo>
                        <a:pt x="700516" y="34917"/>
                        <a:pt x="704938" y="34173"/>
                        <a:pt x="707886" y="34917"/>
                      </a:cubicBezTo>
                      <a:cubicBezTo>
                        <a:pt x="715993" y="36405"/>
                        <a:pt x="724100" y="43844"/>
                        <a:pt x="716730" y="50540"/>
                      </a:cubicBezTo>
                      <a:cubicBezTo>
                        <a:pt x="690935" y="74346"/>
                        <a:pt x="701990" y="104104"/>
                        <a:pt x="701990" y="131630"/>
                      </a:cubicBezTo>
                      <a:cubicBezTo>
                        <a:pt x="701990" y="132374"/>
                        <a:pt x="701990" y="133118"/>
                        <a:pt x="700516" y="136094"/>
                      </a:cubicBezTo>
                      <a:cubicBezTo>
                        <a:pt x="695357" y="107080"/>
                        <a:pt x="691672" y="81042"/>
                        <a:pt x="687250" y="55004"/>
                      </a:cubicBezTo>
                      <a:cubicBezTo>
                        <a:pt x="686513" y="46820"/>
                        <a:pt x="684302" y="38637"/>
                        <a:pt x="685039" y="29709"/>
                      </a:cubicBezTo>
                      <a:cubicBezTo>
                        <a:pt x="685039" y="25989"/>
                        <a:pt x="690198" y="22270"/>
                        <a:pt x="692409" y="17806"/>
                      </a:cubicBezTo>
                      <a:close/>
                      <a:moveTo>
                        <a:pt x="644865" y="4540"/>
                      </a:moveTo>
                      <a:cubicBezTo>
                        <a:pt x="644865" y="9017"/>
                        <a:pt x="645610" y="14241"/>
                        <a:pt x="644119" y="17972"/>
                      </a:cubicBezTo>
                      <a:cubicBezTo>
                        <a:pt x="640391" y="27672"/>
                        <a:pt x="635917" y="36627"/>
                        <a:pt x="632189" y="46328"/>
                      </a:cubicBezTo>
                      <a:lnTo>
                        <a:pt x="632189" y="45582"/>
                      </a:lnTo>
                      <a:lnTo>
                        <a:pt x="632021" y="45773"/>
                      </a:lnTo>
                      <a:lnTo>
                        <a:pt x="632148" y="46675"/>
                      </a:lnTo>
                      <a:lnTo>
                        <a:pt x="631975" y="46193"/>
                      </a:lnTo>
                      <a:lnTo>
                        <a:pt x="631975" y="45826"/>
                      </a:lnTo>
                      <a:lnTo>
                        <a:pt x="615787" y="64237"/>
                      </a:lnTo>
                      <a:cubicBezTo>
                        <a:pt x="615041" y="63491"/>
                        <a:pt x="614295" y="63491"/>
                        <a:pt x="613550" y="62745"/>
                      </a:cubicBezTo>
                      <a:cubicBezTo>
                        <a:pt x="621006" y="44089"/>
                        <a:pt x="627716" y="25434"/>
                        <a:pt x="635172" y="6779"/>
                      </a:cubicBezTo>
                      <a:cubicBezTo>
                        <a:pt x="635917" y="4540"/>
                        <a:pt x="641882" y="5286"/>
                        <a:pt x="644865" y="4540"/>
                      </a:cubicBezTo>
                      <a:close/>
                      <a:moveTo>
                        <a:pt x="930442" y="2738"/>
                      </a:moveTo>
                      <a:cubicBezTo>
                        <a:pt x="927462" y="10191"/>
                        <a:pt x="923737" y="16898"/>
                        <a:pt x="922247" y="23606"/>
                      </a:cubicBezTo>
                      <a:cubicBezTo>
                        <a:pt x="920757" y="29568"/>
                        <a:pt x="920012" y="36276"/>
                        <a:pt x="919267" y="42238"/>
                      </a:cubicBezTo>
                      <a:cubicBezTo>
                        <a:pt x="917777" y="48946"/>
                        <a:pt x="915542" y="55653"/>
                        <a:pt x="914052" y="63851"/>
                      </a:cubicBezTo>
                      <a:cubicBezTo>
                        <a:pt x="922247" y="67577"/>
                        <a:pt x="931932" y="72049"/>
                        <a:pt x="917777" y="83228"/>
                      </a:cubicBezTo>
                      <a:cubicBezTo>
                        <a:pt x="914797" y="85464"/>
                        <a:pt x="915542" y="92917"/>
                        <a:pt x="914797" y="99624"/>
                      </a:cubicBezTo>
                      <a:cubicBezTo>
                        <a:pt x="891702" y="98134"/>
                        <a:pt x="908837" y="123473"/>
                        <a:pt x="893937" y="131671"/>
                      </a:cubicBezTo>
                      <a:cubicBezTo>
                        <a:pt x="893192" y="123473"/>
                        <a:pt x="893192" y="116766"/>
                        <a:pt x="892447" y="109313"/>
                      </a:cubicBezTo>
                      <a:cubicBezTo>
                        <a:pt x="883506" y="112294"/>
                        <a:pt x="874566" y="115275"/>
                        <a:pt x="866371" y="119001"/>
                      </a:cubicBezTo>
                      <a:cubicBezTo>
                        <a:pt x="865626" y="117511"/>
                        <a:pt x="864881" y="116020"/>
                        <a:pt x="863391" y="114530"/>
                      </a:cubicBezTo>
                      <a:cubicBezTo>
                        <a:pt x="887231" y="110803"/>
                        <a:pt x="902132" y="100370"/>
                        <a:pt x="900642" y="72794"/>
                      </a:cubicBezTo>
                      <a:cubicBezTo>
                        <a:pt x="894682" y="79502"/>
                        <a:pt x="890212" y="84719"/>
                        <a:pt x="883506" y="92172"/>
                      </a:cubicBezTo>
                      <a:cubicBezTo>
                        <a:pt x="882016" y="80247"/>
                        <a:pt x="879781" y="72794"/>
                        <a:pt x="891702" y="70559"/>
                      </a:cubicBezTo>
                      <a:cubicBezTo>
                        <a:pt x="907347" y="68323"/>
                        <a:pt x="909582" y="63851"/>
                        <a:pt x="903622" y="53417"/>
                      </a:cubicBezTo>
                      <a:cubicBezTo>
                        <a:pt x="908837" y="40748"/>
                        <a:pt x="912562" y="30313"/>
                        <a:pt x="917032" y="19880"/>
                      </a:cubicBezTo>
                      <a:cubicBezTo>
                        <a:pt x="915542" y="19134"/>
                        <a:pt x="914052" y="18389"/>
                        <a:pt x="913307" y="17644"/>
                      </a:cubicBezTo>
                      <a:cubicBezTo>
                        <a:pt x="909582" y="19134"/>
                        <a:pt x="906602" y="20625"/>
                        <a:pt x="902877" y="22115"/>
                      </a:cubicBezTo>
                      <a:cubicBezTo>
                        <a:pt x="912562" y="17644"/>
                        <a:pt x="909582" y="-988"/>
                        <a:pt x="930442" y="2738"/>
                      </a:cubicBezTo>
                      <a:close/>
                      <a:moveTo>
                        <a:pt x="978363" y="1223"/>
                      </a:moveTo>
                      <a:cubicBezTo>
                        <a:pt x="972539" y="15378"/>
                        <a:pt x="968899" y="25809"/>
                        <a:pt x="964531" y="35494"/>
                      </a:cubicBezTo>
                      <a:cubicBezTo>
                        <a:pt x="963075" y="35494"/>
                        <a:pt x="961619" y="34749"/>
                        <a:pt x="960163" y="34004"/>
                      </a:cubicBezTo>
                      <a:cubicBezTo>
                        <a:pt x="960163" y="30279"/>
                        <a:pt x="960163" y="26554"/>
                        <a:pt x="960163" y="22083"/>
                      </a:cubicBezTo>
                      <a:cubicBezTo>
                        <a:pt x="955794" y="24319"/>
                        <a:pt x="952154" y="26554"/>
                        <a:pt x="948514" y="28789"/>
                      </a:cubicBezTo>
                      <a:cubicBezTo>
                        <a:pt x="957250" y="19848"/>
                        <a:pt x="960163" y="4203"/>
                        <a:pt x="978363" y="1223"/>
                      </a:cubicBezTo>
                      <a:close/>
                      <a:moveTo>
                        <a:pt x="711939" y="203"/>
                      </a:moveTo>
                      <a:cubicBezTo>
                        <a:pt x="705306" y="5560"/>
                        <a:pt x="698673" y="11683"/>
                        <a:pt x="692040" y="17806"/>
                      </a:cubicBezTo>
                      <a:cubicBezTo>
                        <a:pt x="691303" y="15510"/>
                        <a:pt x="690566" y="13214"/>
                        <a:pt x="689829" y="10153"/>
                      </a:cubicBezTo>
                      <a:cubicBezTo>
                        <a:pt x="683196" y="15510"/>
                        <a:pt x="677300" y="20868"/>
                        <a:pt x="669930" y="27756"/>
                      </a:cubicBezTo>
                      <a:cubicBezTo>
                        <a:pt x="672878" y="15510"/>
                        <a:pt x="697199" y="-2093"/>
                        <a:pt x="711939" y="20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</p:grpSp>
      </p:grpSp>
      <p:sp>
        <p:nvSpPr>
          <p:cNvPr id="32" name="平行四边形 16"/>
          <p:cNvSpPr/>
          <p:nvPr/>
        </p:nvSpPr>
        <p:spPr>
          <a:xfrm>
            <a:off x="6485890" y="5221605"/>
            <a:ext cx="2490470" cy="593725"/>
          </a:xfrm>
          <a:custGeom>
            <a:avLst/>
            <a:gdLst>
              <a:gd name="connsiteX0" fmla="*/ 5465 w 4188813"/>
              <a:gd name="connsiteY0" fmla="*/ 562923 h 786579"/>
              <a:gd name="connsiteX1" fmla="*/ 112110 w 4188813"/>
              <a:gd name="connsiteY1" fmla="*/ 136344 h 786579"/>
              <a:gd name="connsiteX2" fmla="*/ 286736 w 4188813"/>
              <a:gd name="connsiteY2" fmla="*/ 0 h 786579"/>
              <a:gd name="connsiteX3" fmla="*/ 4008723 w 4188813"/>
              <a:gd name="connsiteY3" fmla="*/ 0 h 786579"/>
              <a:gd name="connsiteX4" fmla="*/ 4183349 w 4188813"/>
              <a:gd name="connsiteY4" fmla="*/ 223657 h 786579"/>
              <a:gd name="connsiteX5" fmla="*/ 4076704 w 4188813"/>
              <a:gd name="connsiteY5" fmla="*/ 650236 h 786579"/>
              <a:gd name="connsiteX6" fmla="*/ 3902078 w 4188813"/>
              <a:gd name="connsiteY6" fmla="*/ 786579 h 786579"/>
              <a:gd name="connsiteX7" fmla="*/ 180091 w 4188813"/>
              <a:gd name="connsiteY7" fmla="*/ 786579 h 786579"/>
              <a:gd name="connsiteX8" fmla="*/ 5465 w 4188813"/>
              <a:gd name="connsiteY8" fmla="*/ 562923 h 78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88813" h="786579">
                <a:moveTo>
                  <a:pt x="5465" y="562923"/>
                </a:moveTo>
                <a:lnTo>
                  <a:pt x="112110" y="136344"/>
                </a:lnTo>
                <a:cubicBezTo>
                  <a:pt x="132153" y="56174"/>
                  <a:pt x="204098" y="0"/>
                  <a:pt x="286736" y="0"/>
                </a:cubicBezTo>
                <a:lnTo>
                  <a:pt x="4008723" y="0"/>
                </a:lnTo>
                <a:cubicBezTo>
                  <a:pt x="4125838" y="0"/>
                  <a:pt x="4211753" y="110039"/>
                  <a:pt x="4183349" y="223657"/>
                </a:cubicBezTo>
                <a:lnTo>
                  <a:pt x="4076704" y="650236"/>
                </a:lnTo>
                <a:cubicBezTo>
                  <a:pt x="4056661" y="730406"/>
                  <a:pt x="3984716" y="786579"/>
                  <a:pt x="3902078" y="786579"/>
                </a:cubicBezTo>
                <a:lnTo>
                  <a:pt x="180091" y="786579"/>
                </a:lnTo>
                <a:cubicBezTo>
                  <a:pt x="62977" y="786579"/>
                  <a:pt x="-22939" y="676540"/>
                  <a:pt x="5465" y="562923"/>
                </a:cubicBezTo>
              </a:path>
            </a:pathLst>
          </a:custGeom>
          <a:solidFill>
            <a:srgbClr val="0056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2026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日</a:t>
            </a:r>
            <a:endParaRPr lang="zh-CN" alt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3" name="Picture 38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328" y="197723"/>
            <a:ext cx="700441" cy="61499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" name="Picture 39" descr="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7012" y="196598"/>
            <a:ext cx="700440" cy="61499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" name="Picture 40" descr="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075" y="186874"/>
            <a:ext cx="700440" cy="61499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" name="Picture 41" descr="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4820" y="182613"/>
            <a:ext cx="700441" cy="61499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" name="Picture 42" descr="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0254" y="197723"/>
            <a:ext cx="700441" cy="61499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" name="Picture 43" descr="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3770" y="196598"/>
            <a:ext cx="701565" cy="61611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365895" y="5328584"/>
            <a:ext cx="57988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汇报人：刘佳俊、郑亚春、张逸、胡麒瑞、谭道</a:t>
            </a:r>
            <a:r>
              <a:rPr lang="zh-CN" altLang="en-US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琦</a:t>
            </a:r>
            <a:endParaRPr lang="zh-CN" altLang="en-US" sz="20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NDEX" val="9"/>
  <p:tag name="KSO_WM_UNIT_TYPE" val="i"/>
  <p:tag name="KSO_WM_UNIT_SUBTYPE" val="h"/>
  <p:tag name="KSO_WM_BEAUTIFY_FLAG" val="#wm#"/>
  <p:tag name="SlideZOrder" val="1"/>
</p:tagLst>
</file>

<file path=ppt/tags/tag2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  <p:tag name="SlideZOrder" val="2"/>
</p:tagLst>
</file>

<file path=ppt/tags/tag3.xml><?xml version="1.0" encoding="utf-8"?>
<p:tagLst xmlns:p="http://schemas.openxmlformats.org/presentationml/2006/main">
  <p:tag name="KSO_WM_UNIT_INDEX" val="2"/>
  <p:tag name="KSO_WM_UNIT_TYPE" val="i"/>
  <p:tag name="KSO_WM_UNIT_SUBTYPE" val="h"/>
  <p:tag name="KSO_WM_BEAUTIFY_FLAG" val="#wm#"/>
  <p:tag name="SlideZOrder" val="3"/>
</p:tagLst>
</file>

<file path=ppt/tags/tag4.xml><?xml version="1.0" encoding="utf-8"?>
<p:tagLst xmlns:p="http://schemas.openxmlformats.org/presentationml/2006/main">
  <p:tag name="KSO_WM_UNIT_INDEX" val="10"/>
  <p:tag name="KSO_WM_UNIT_TYPE" val="i"/>
  <p:tag name="KSO_WM_UNIT_SUBTYPE" val="h"/>
  <p:tag name="KSO_WM_BEAUTIFY_FLAG" val="#wm#"/>
  <p:tag name="SlideZOrder" val="4"/>
</p:tagLst>
</file>

<file path=ppt/tags/tag5.xml><?xml version="1.0" encoding="utf-8"?>
<p:tagLst xmlns:p="http://schemas.openxmlformats.org/presentationml/2006/main">
  <p:tag name="KSO_WM_UNIT_INDEX" val="31"/>
  <p:tag name="KSO_WM_UNIT_TYPE" val="i"/>
  <p:tag name="KSO_WM_UNIT_SUBTYPE" val="h"/>
  <p:tag name="KSO_WM_BEAUTIFY_FLAG" val="#wm#"/>
  <p:tag name="SlideZOrder" val="5"/>
</p:tagLst>
</file>

<file path=ppt/tags/tag6.xml><?xml version="1.0" encoding="utf-8"?>
<p:tagLst xmlns:p="http://schemas.openxmlformats.org/presentationml/2006/main">
  <p:tag name="KSO_WM_UNIT_INDEX" val="30"/>
  <p:tag name="KSO_WM_UNIT_TYPE" val="i"/>
  <p:tag name="KSO_WM_UNIT_SUBTYPE" val="h"/>
  <p:tag name="KSO_WM_BEAUTIFY_FLAG" val="#wm#"/>
  <p:tag name="SlideZOrder" val="6"/>
</p:tagLst>
</file>

<file path=ppt/tags/tag7.xml><?xml version="1.0" encoding="utf-8"?>
<p:tagLst xmlns:p="http://schemas.openxmlformats.org/presentationml/2006/main">
  <p:tag name="KSO_WM_UNIT_INDEX" val="26"/>
  <p:tag name="KSO_WM_UNIT_TYPE" val="i"/>
  <p:tag name="KSO_WM_BEAUTIFY_FLAG" val="#wm#"/>
  <p:tag name="SlideZOrder" val="7"/>
</p:tagLst>
</file>

<file path=ppt/tags/tag8.xml><?xml version="1.0" encoding="utf-8"?>
<p:tagLst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9.xml><?xml version="1.0" encoding="utf-8"?>
<p:tagLst xmlns:p="http://schemas.openxmlformats.org/presentationml/2006/main">
  <p:tag name="KSO_WM_UNIT_INDEX" val="27"/>
  <p:tag name="KSO_WM_UNIT_TYPE" val="f"/>
  <p:tag name="KSO_WM_UNIT_SUBTYPE" val="b"/>
  <p:tag name="KSO_WM_BEAUTIFY_FLAG" val="#wm#"/>
  <p:tag name="SlideZOrder" val="9"/>
</p:tagLst>
</file>

<file path=ppt/tags/tag10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11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12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13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14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15.xml><?xml version="1.0" encoding="utf-8"?>
<p:tagLst xmlns:p="http://schemas.openxmlformats.org/presentationml/2006/main">
  <p:tag name="KSO_WM_UNIT_INDEX" val="20"/>
  <p:tag name="KSO_WM_UNIT_TYPE" val="i"/>
  <p:tag name="KSO_WM_BEAUTIFY_FLAG" val="#wm#"/>
</p:tagLst>
</file>

<file path=ppt/tags/tag16.xml><?xml version="1.0" encoding="utf-8"?>
<p:tagLst xmlns:p="http://schemas.openxmlformats.org/presentationml/2006/main">
  <p:tag name="KSO_WM_UNIT_INDEX" val="19"/>
  <p:tag name="KSO_WM_UNIT_TYPE" val="i"/>
  <p:tag name="KSO_WM_BEAUTIFY_FLAG" val="#wm#"/>
</p:tagLst>
</file>

<file path=ppt/tags/tag17.xml><?xml version="1.0" encoding="utf-8"?>
<p:tagLst xmlns:p="http://schemas.openxmlformats.org/presentationml/2006/main">
  <p:tag name="KSO_WM_UNIT_INDEX" val="21"/>
  <p:tag name="KSO_WM_UNIT_TYPE" val="i"/>
  <p:tag name="KSO_WM_BEAUTIFY_FLAG" val="#wm#"/>
</p:tagLst>
</file>

<file path=ppt/tags/tag18.xml><?xml version="1.0" encoding="utf-8"?>
<p:tagLst xmlns:p="http://schemas.openxmlformats.org/presentationml/2006/main">
  <p:tag name="KSO_WM_UNIT_INDEX" val="22"/>
  <p:tag name="KSO_WM_UNIT_TYPE" val="i"/>
  <p:tag name="KSO_WM_BEAUTIFY_FLAG" val="#wm#"/>
</p:tagLst>
</file>

<file path=ppt/tags/tag19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20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21.xml><?xml version="1.0" encoding="utf-8"?>
<p:tagLst xmlns:p="http://schemas.openxmlformats.org/presentationml/2006/main">
  <p:tag name="KSO_WM_UNIT_INDEX" val="18"/>
  <p:tag name="KSO_WM_UNIT_TYPE" val="i"/>
  <p:tag name="KSO_WM_BEAUTIFY_FLAG" val="#wm#"/>
</p:tagLst>
</file>

<file path=ppt/tags/tag22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23.xml><?xml version="1.0" encoding="utf-8"?>
<p:tagLst xmlns:p="http://schemas.openxmlformats.org/presentationml/2006/main">
  <p:tag name="KSO_WM_UNIT_INDEX" val="29"/>
  <p:tag name="KSO_WM_UNIT_TYPE" val="f"/>
  <p:tag name="KSO_WM_UNIT_SUBTYPE" val="c"/>
  <p:tag name="KSO_WM_BEAUTIFY_FLAG" val="#wm#"/>
  <p:tag name="SlideZOrder" val="11"/>
</p:tagLst>
</file>

<file path=ppt/tags/tag24.xml><?xml version="1.0" encoding="utf-8"?>
<p:tagLst xmlns:p="http://schemas.openxmlformats.org/presentationml/2006/main">
  <p:tag name="KSO_WM_UNIT_INDEX" val="7"/>
  <p:tag name="KSO_WM_UNIT_TYPE" val="i"/>
  <p:tag name="KSO_WM_UNIT_SUBTYPE" val="h"/>
  <p:tag name="KSO_WM_BEAUTIFY_FLAG" val="#wm#"/>
  <p:tag name="SlideZOrder" val="12"/>
</p:tagLst>
</file>

<file path=ppt/tags/tag25.xml><?xml version="1.0" encoding="utf-8"?>
<p:tagLst xmlns:p="http://schemas.openxmlformats.org/presentationml/2006/main">
  <p:tag name="KSO_WM_UNIT_INDEX" val="5"/>
  <p:tag name="KSO_WM_UNIT_TYPE" val="i"/>
  <p:tag name="KSO_WM_UNIT_SUBTYPE" val="h"/>
  <p:tag name="KSO_WM_BEAUTIFY_FLAG" val="#wm#"/>
  <p:tag name="SlideZOrder" val="13"/>
</p:tagLst>
</file>

<file path=ppt/tags/tag26.xml><?xml version="1.0" encoding="utf-8"?>
<p:tagLst xmlns:p="http://schemas.openxmlformats.org/presentationml/2006/main">
  <p:tag name="KSO_WM_UNIT_INDEX" val="4"/>
  <p:tag name="KSO_WM_UNIT_TYPE" val="i"/>
  <p:tag name="KSO_WM_UNIT_SUBTYPE" val="h"/>
  <p:tag name="KSO_WM_BEAUTIFY_FLAG" val="#wm#"/>
  <p:tag name="SlideZOrder" val="14"/>
</p:tagLst>
</file>

<file path=ppt/tags/tag27.xml><?xml version="1.0" encoding="utf-8"?>
<p:tagLst xmlns:p="http://schemas.openxmlformats.org/presentationml/2006/main">
  <p:tag name="KSO_WM_UNIT_INDEX" val="3"/>
  <p:tag name="KSO_WM_UNIT_TYPE" val="i"/>
  <p:tag name="KSO_WM_UNIT_SUBTYPE" val="h"/>
  <p:tag name="KSO_WM_BEAUTIFY_FLAG" val="#wm#"/>
  <p:tag name="SlideZOrder" val="15"/>
</p:tagLst>
</file>

<file path=ppt/tags/tag28.xml><?xml version="1.0" encoding="utf-8"?>
<p:tagLst xmlns:p="http://schemas.openxmlformats.org/presentationml/2006/main">
  <p:tag name="KSO_WM_UNIT_INDEX" val="8"/>
  <p:tag name="KSO_WM_UNIT_TYPE" val="i"/>
  <p:tag name="KSO_WM_UNIT_SUBTYPE" val="h"/>
  <p:tag name="KSO_WM_BEAUTIFY_FLAG" val="#wm#"/>
  <p:tag name="SlideZOrder" val="16"/>
</p:tagLst>
</file>

<file path=ppt/tags/tag29.xml><?xml version="1.0" encoding="utf-8"?>
<p:tagLst xmlns:p="http://schemas.openxmlformats.org/presentationml/2006/main">
  <p:tag name="KSO_WM_UNIT_INDEX" val="6"/>
  <p:tag name="KSO_WM_UNIT_TYPE" val="i"/>
  <p:tag name="KSO_WM_UNIT_SUBTYPE" val="h"/>
  <p:tag name="KSO_WM_BEAUTIFY_FLAG" val="#wm#"/>
  <p:tag name="SlideZOrder" val="17"/>
</p:tagLst>
</file>

<file path=ppt/tags/tag30.xml><?xml version="1.0" encoding="utf-8"?>
<p:tagLst xmlns:p="http://schemas.openxmlformats.org/presentationml/2006/main">
  <p:tag name="KSO_WM_DIAGRAM_VIRTUALLY_FRAME" val="{&quot;height&quot;:263.25,&quot;left&quot;:54,&quot;top&quot;:159.75,&quot;width&quot;:408.75}"/>
</p:tagLst>
</file>

<file path=ppt/tags/tag31.xml><?xml version="1.0" encoding="utf-8"?>
<p:tagLst xmlns:p="http://schemas.openxmlformats.org/presentationml/2006/main">
  <p:tag name="KSO_WM_DIAGRAM_VIRTUALLY_FRAME" val="{&quot;height&quot;:263.25,&quot;left&quot;:54,&quot;top&quot;:159.75,&quot;width&quot;:408.75}"/>
</p:tagLst>
</file>

<file path=ppt/tags/tag32.xml><?xml version="1.0" encoding="utf-8"?>
<p:tagLst xmlns:p="http://schemas.openxmlformats.org/presentationml/2006/main">
  <p:tag name="KSO_WM_DIAGRAM_VIRTUALLY_FRAME" val="{&quot;height&quot;:263.25,&quot;left&quot;:54,&quot;top&quot;:159.75,&quot;width&quot;:408.75}"/>
</p:tagLst>
</file>

<file path=ppt/tags/tag33.xml><?xml version="1.0" encoding="utf-8"?>
<p:tagLst xmlns:p="http://schemas.openxmlformats.org/presentationml/2006/main">
  <p:tag name="KSO_WM_DIAGRAM_VIRTUALLY_FRAME" val="{&quot;height&quot;:263.25,&quot;left&quot;:54,&quot;top&quot;:159.75,&quot;width&quot;:408.75}"/>
</p:tagLst>
</file>

<file path=ppt/tags/tag34.xml><?xml version="1.0" encoding="utf-8"?>
<p:tagLst xmlns:p="http://schemas.openxmlformats.org/presentationml/2006/main">
  <p:tag name="KSO_WM_DIAGRAM_VIRTUALLY_FRAME" val="{&quot;height&quot;:263.25,&quot;left&quot;:54,&quot;top&quot;:159.75,&quot;width&quot;:408.75}"/>
</p:tagLst>
</file>

<file path=ppt/tags/tag35.xml><?xml version="1.0" encoding="utf-8"?>
<p:tagLst xmlns:p="http://schemas.openxmlformats.org/presentationml/2006/main">
  <p:tag name="KSO_WM_DIAGRAM_VIRTUALLY_FRAME" val="{&quot;height&quot;:263.25,&quot;left&quot;:54,&quot;top&quot;:159.75,&quot;width&quot;:408.75}"/>
</p:tagLst>
</file>

<file path=ppt/tags/tag36.xml><?xml version="1.0" encoding="utf-8"?>
<p:tagLst xmlns:p="http://schemas.openxmlformats.org/presentationml/2006/main">
  <p:tag name="KSO_WM_UNIT_INDEX" val="27"/>
  <p:tag name="KSO_WM_UNIT_TYPE" val="f"/>
  <p:tag name="KSO_WM_UNIT_SUBTYPE" val="b"/>
  <p:tag name="KSO_WM_BEAUTIFY_FLAG" val="#wm#"/>
  <p:tag name="SlideZOrder" val="9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2850</Words>
  <Application>WPS 演示</Application>
  <PresentationFormat>宽屏</PresentationFormat>
  <Paragraphs>232</Paragraphs>
  <Slides>14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宋体</vt:lpstr>
      <vt:lpstr>Wingdings</vt:lpstr>
      <vt:lpstr>思源黑体 CN Light</vt:lpstr>
      <vt:lpstr>微软雅黑</vt:lpstr>
      <vt:lpstr>Times New Roman</vt:lpstr>
      <vt:lpstr>黑体</vt:lpstr>
      <vt:lpstr>Wingdings</vt:lpstr>
      <vt:lpstr>思源宋体 CN</vt:lpstr>
      <vt:lpstr>思源宋体 CN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鑫 廖</dc:creator>
  <cp:lastModifiedBy>郑</cp:lastModifiedBy>
  <cp:revision>382</cp:revision>
  <dcterms:created xsi:type="dcterms:W3CDTF">2024-09-01T06:50:00Z</dcterms:created>
  <dcterms:modified xsi:type="dcterms:W3CDTF">2026-10-12T12:52:37Z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F76C6571AFD74810BC2BE1D61E6EE7E0_12</vt:lpwstr>
  </property>
  <property fmtid="{D5CDD505-2E9C-101B-9397-08002B2CF9AE}" pid="3" name="KSOProductBuildVer">
    <vt:lpwstr>2052-12.1.0.28505</vt:lpwstr>
  </property>
</Properties>
</file>